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117109-D053-4884-A0F5-A3D76B6D88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86638476-B523-A66E-95BB-47E66BAA64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en-US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6041682-3D5B-3ED9-B32A-2FAF56574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F2ED8-1781-47E1-9819-DB9251E3F121}" type="datetimeFigureOut">
              <a:rPr lang="en-US" smtClean="0"/>
              <a:t>20-Oct-26</a:t>
            </a:fld>
            <a:endParaRPr lang="en-US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85961D-127D-523B-3E18-FD7072E80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E8F44902-1F5F-997B-7493-AD7881CE7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BA049-1664-4098-8467-C589BC46D73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6127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6FC8F7-E1F5-0CDF-C95B-79BA6D344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37D89B49-D40E-369B-E57F-ECD2FF8F19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38797211-8341-EF80-307C-6489A45A3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F2ED8-1781-47E1-9819-DB9251E3F121}" type="datetimeFigureOut">
              <a:rPr lang="en-US" smtClean="0"/>
              <a:t>20-Oct-26</a:t>
            </a:fld>
            <a:endParaRPr lang="en-US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4D86D7AD-595C-44D4-FC14-94FE390DB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78A8C2F7-0129-2BF3-E16B-AE4662428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BA049-1664-4098-8467-C589BC46D73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3973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3FB836-19ED-B6B5-AF2E-95580B8EC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7607C317-B599-76DF-8E7E-6468D15ABE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94A51F41-9CFF-4201-A51D-B05648B27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F2ED8-1781-47E1-9819-DB9251E3F121}" type="datetimeFigureOut">
              <a:rPr lang="en-US" smtClean="0"/>
              <a:t>20-Oct-26</a:t>
            </a:fld>
            <a:endParaRPr lang="en-US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53E03961-F125-E7B3-9589-4FC8ABD8C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28897738-72A9-EC06-9B80-50F9C3A2E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BA049-1664-4098-8467-C589BC46D73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2002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DD3AD2-F14F-2062-8529-4164FBF22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AC52081-B593-2E51-AB6F-804E2009AE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FBC4AA8D-0326-E75F-CFDD-BD3D43E2E9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340F2C21-BAE6-6095-BEAF-37F762C35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F2ED8-1781-47E1-9819-DB9251E3F121}" type="datetimeFigureOut">
              <a:rPr lang="en-US" smtClean="0"/>
              <a:t>20-Oct-26</a:t>
            </a:fld>
            <a:endParaRPr lang="en-US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2F242EFA-9896-6A1C-D04C-7D44E5EBD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D6521085-C28D-37F4-42F6-E24DFC325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BA049-1664-4098-8467-C589BC46D73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9745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31EFA53-B5F5-120E-A6B1-58C14D889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EFFFAC8C-698A-8BEE-EE27-D420A02CAB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E5967844-596A-B569-2FA9-D7FA90DC8F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EFAA2D06-E844-1BAA-A26B-4403B21949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82295019-CC48-8CD2-D86A-5C20913100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134C77A1-1F31-6ADF-1010-08F547CC2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F2ED8-1781-47E1-9819-DB9251E3F121}" type="datetimeFigureOut">
              <a:rPr lang="en-US" smtClean="0"/>
              <a:t>20-Oct-26</a:t>
            </a:fld>
            <a:endParaRPr lang="en-US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C4BE39F5-2272-9B3F-7162-FFC549D1D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927D1484-8F05-7BBF-0D06-338282599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BA049-1664-4098-8467-C589BC46D73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094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44293D-4BED-1587-BA63-9758734CF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AF88C3A1-B905-13B7-4E34-A5F5E16BF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F2ED8-1781-47E1-9819-DB9251E3F121}" type="datetimeFigureOut">
              <a:rPr lang="en-US" smtClean="0"/>
              <a:t>20-Oct-26</a:t>
            </a:fld>
            <a:endParaRPr lang="en-US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8FCC70E9-6598-A88F-E3C8-AA36E4F22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C4F101B8-94C9-7D36-B99C-D53594D70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BA049-1664-4098-8467-C589BC46D73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6592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34940486-04FB-9E2B-3B3F-FD8AEE1B0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F2ED8-1781-47E1-9819-DB9251E3F121}" type="datetimeFigureOut">
              <a:rPr lang="en-US" smtClean="0"/>
              <a:t>20-Oct-26</a:t>
            </a:fld>
            <a:endParaRPr lang="en-US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4038C729-B119-2228-5575-610D424B9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2A359E7F-BBD5-216D-5A2C-64D4D92DC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BA049-1664-4098-8467-C589BC46D73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1803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3D1277-6AB4-7125-1A10-BE542446F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D0EA9869-1DE1-F3B6-B76F-B008F51D95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D5CAC6C3-8381-FFB4-D228-F710403F2A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5DAF5B86-DA79-22F9-D9E1-28C441BA8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F2ED8-1781-47E1-9819-DB9251E3F121}" type="datetimeFigureOut">
              <a:rPr lang="en-US" smtClean="0"/>
              <a:t>20-Oct-26</a:t>
            </a:fld>
            <a:endParaRPr lang="en-US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D7D9AF85-DF40-667B-345D-99EC44C19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D3D8A785-183D-6D85-DC7C-E8E41074F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BA049-1664-4098-8467-C589BC46D73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5025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3B3021-60F3-6BEA-4521-27E5FB6D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C556CA7B-14D2-4CD3-549A-D7D82159BC3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9D4A5250-D334-B3AB-110D-CA99B6E01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38563C0E-4CB4-F6BE-2634-1B6A5EC04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F2ED8-1781-47E1-9819-DB9251E3F121}" type="datetimeFigureOut">
              <a:rPr lang="en-US" smtClean="0"/>
              <a:t>20-Oct-26</a:t>
            </a:fld>
            <a:endParaRPr lang="en-US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13FA76D6-3A20-7626-5E92-66D5CC70C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ACAA6A8D-262D-BA64-D1C5-D2C29E7E5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BA049-1664-4098-8467-C589BC46D73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2472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548245-4633-DC2C-BCF3-CECEEDAC0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3CFA0C05-1FAA-3179-EB6A-C7AD7976CE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FEE0055-A655-BA91-A32F-48D957CAA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F2ED8-1781-47E1-9819-DB9251E3F121}" type="datetimeFigureOut">
              <a:rPr lang="en-US" smtClean="0"/>
              <a:t>20-Oct-26</a:t>
            </a:fld>
            <a:endParaRPr lang="en-US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6DD5FD8B-3C3D-0424-4176-9A8CF4A48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7D9B2587-5EB6-B12D-608E-F79E6E70E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BA049-1664-4098-8467-C589BC46D73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800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C6023E15-52B9-F484-6825-6F2BB639DA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4AEC8950-61CA-CFC7-2584-2D68237DDC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98341D02-16D7-6E5D-E6E3-E689C5186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F2ED8-1781-47E1-9819-DB9251E3F121}" type="datetimeFigureOut">
              <a:rPr lang="en-US" smtClean="0"/>
              <a:t>20-Oct-26</a:t>
            </a:fld>
            <a:endParaRPr lang="en-US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31AA8FBA-9324-220C-2330-203E44E0D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42F43D6E-7674-2CA5-4351-1279F918F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BA049-1664-4098-8467-C589BC46D73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1448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5420548D-8425-9D13-0D49-D35633A2F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28A939B9-7952-7D1B-72A3-7BDBF1D9A1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DD608EC-B3DB-8392-FAFC-FC46FFFA50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7F2ED8-1781-47E1-9819-DB9251E3F121}" type="datetimeFigureOut">
              <a:rPr lang="en-US" smtClean="0"/>
              <a:t>20-Oct-26</a:t>
            </a:fld>
            <a:endParaRPr lang="en-US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03126B69-E8B2-634F-4D1C-D755E7C80F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96065FD-DA17-7036-D05A-283E4A356B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5BA049-1664-4098-8467-C589BC46D73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704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0E0D27-6B80-B682-E805-76B9FAB543F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/>
              <a:t>Inleveren opdracht</a:t>
            </a:r>
            <a:endParaRPr lang="en-US" dirty="0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6CD3C8AC-63CF-A11D-12CF-AC3F40168E3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 dirty="0"/>
              <a:t>Full Stack: hoe lever ik een opdracht volledig in?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12727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793E64-4F95-BE32-DD4A-D29B2A54D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Eerste stappen om goed in te leveren</a:t>
            </a:r>
            <a:endParaRPr lang="en-US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8D76B8BE-8407-849C-1DEA-3762187D7B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nl-NL" dirty="0"/>
              <a:t>Maak een </a:t>
            </a:r>
            <a:r>
              <a:rPr lang="nl-NL" dirty="0" err="1"/>
              <a:t>repository</a:t>
            </a:r>
            <a:r>
              <a:rPr lang="nl-NL" dirty="0"/>
              <a:t> op </a:t>
            </a:r>
            <a:r>
              <a:rPr lang="nl-NL" dirty="0" err="1"/>
              <a:t>Github</a:t>
            </a:r>
            <a:endParaRPr lang="nl-NL" dirty="0"/>
          </a:p>
          <a:p>
            <a:pPr marL="971550" lvl="1" indent="-514350">
              <a:buFont typeface="+mj-lt"/>
              <a:buAutoNum type="arabicPeriod"/>
            </a:pPr>
            <a:r>
              <a:rPr lang="nl-NL" dirty="0"/>
              <a:t>Public</a:t>
            </a:r>
          </a:p>
          <a:p>
            <a:pPr marL="971550" lvl="1" indent="-514350">
              <a:buFont typeface="+mj-lt"/>
              <a:buAutoNum type="arabicPeriod"/>
            </a:pPr>
            <a:r>
              <a:rPr lang="nl-NL" dirty="0"/>
              <a:t>Met README.md</a:t>
            </a:r>
          </a:p>
          <a:p>
            <a:pPr marL="514350" indent="-514350">
              <a:buFont typeface="+mj-lt"/>
              <a:buAutoNum type="arabicPeriod"/>
            </a:pPr>
            <a:r>
              <a:rPr lang="nl-NL" dirty="0"/>
              <a:t>Maak een lokale map waarin je gaat werken aan op jouw computer </a:t>
            </a:r>
          </a:p>
          <a:p>
            <a:pPr marL="514350" indent="-514350">
              <a:buFont typeface="+mj-lt"/>
              <a:buAutoNum type="arabicPeriod"/>
            </a:pPr>
            <a:r>
              <a:rPr lang="nl-NL" dirty="0" err="1"/>
              <a:t>Clone</a:t>
            </a:r>
            <a:r>
              <a:rPr lang="nl-NL" dirty="0"/>
              <a:t> de </a:t>
            </a:r>
            <a:r>
              <a:rPr lang="nl-NL" dirty="0" err="1"/>
              <a:t>repository</a:t>
            </a:r>
            <a:r>
              <a:rPr lang="nl-NL" dirty="0"/>
              <a:t> op eigen computer (git </a:t>
            </a:r>
            <a:r>
              <a:rPr lang="nl-NL" dirty="0" err="1"/>
              <a:t>clone</a:t>
            </a:r>
            <a:r>
              <a:rPr lang="nl-NL" dirty="0"/>
              <a:t> [URL])</a:t>
            </a:r>
          </a:p>
          <a:p>
            <a:pPr marL="514350" indent="-514350">
              <a:buFont typeface="+mj-lt"/>
              <a:buAutoNum type="arabicPeriod"/>
            </a:pPr>
            <a:r>
              <a:rPr lang="nl-NL" dirty="0"/>
              <a:t>Ontwikkel in deze map jouw code</a:t>
            </a:r>
          </a:p>
          <a:p>
            <a:pPr marL="514350" indent="-514350">
              <a:buFont typeface="+mj-lt"/>
              <a:buAutoNum type="arabicPeriod"/>
            </a:pPr>
            <a:r>
              <a:rPr lang="nl-NL" dirty="0"/>
              <a:t>Sla jouw werk op in een lokale </a:t>
            </a:r>
            <a:r>
              <a:rPr lang="nl-NL" dirty="0" err="1"/>
              <a:t>repository</a:t>
            </a:r>
            <a:endParaRPr lang="nl-NL" dirty="0"/>
          </a:p>
          <a:p>
            <a:pPr marL="514350" indent="-514350">
              <a:buFont typeface="+mj-lt"/>
              <a:buAutoNum type="arabicPeriod"/>
            </a:pPr>
            <a:r>
              <a:rPr lang="nl-NL" dirty="0"/>
              <a:t>Push jouw </a:t>
            </a:r>
            <a:r>
              <a:rPr lang="nl-NL" dirty="0" err="1"/>
              <a:t>repository</a:t>
            </a:r>
            <a:r>
              <a:rPr lang="nl-NL" dirty="0"/>
              <a:t> naar </a:t>
            </a:r>
            <a:r>
              <a:rPr lang="nl-NL" dirty="0" err="1"/>
              <a:t>Github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4106589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F4D57DC-2535-28FF-9662-0AA1EE401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Als je klaar bent met jouw opdracht</a:t>
            </a:r>
            <a:endParaRPr lang="en-US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FB70C7E-FFA4-8DCA-5206-FFF6D15023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7"/>
            </a:pPr>
            <a:r>
              <a:rPr lang="nl-NL" dirty="0"/>
              <a:t>Transporteer met FTP (</a:t>
            </a:r>
            <a:r>
              <a:rPr lang="nl-NL" dirty="0" err="1"/>
              <a:t>Filezilla</a:t>
            </a:r>
            <a:r>
              <a:rPr lang="nl-NL" dirty="0"/>
              <a:t> of </a:t>
            </a:r>
            <a:r>
              <a:rPr lang="nl-NL" dirty="0" err="1"/>
              <a:t>Winscp</a:t>
            </a:r>
            <a:r>
              <a:rPr lang="nl-NL" dirty="0"/>
              <a:t>) jouw map naar de web-map in jouw ma-cloud.nl </a:t>
            </a:r>
          </a:p>
          <a:p>
            <a:pPr marL="514350" indent="-514350">
              <a:buFont typeface="+mj-lt"/>
              <a:buAutoNum type="arabicPeriod" startAt="7"/>
            </a:pPr>
            <a:r>
              <a:rPr lang="nl-NL" dirty="0"/>
              <a:t>Werk de README.md bij</a:t>
            </a:r>
          </a:p>
          <a:p>
            <a:pPr lvl="1"/>
            <a:r>
              <a:rPr lang="nl-NL" dirty="0"/>
              <a:t>Schrijf op welke opdracht het is</a:t>
            </a:r>
          </a:p>
          <a:p>
            <a:pPr lvl="1"/>
            <a:r>
              <a:rPr lang="nl-NL" dirty="0"/>
              <a:t>Kopieer de URL van deze website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voeg</a:t>
            </a:r>
            <a:r>
              <a:rPr lang="en-US" dirty="0"/>
              <a:t> </a:t>
            </a:r>
            <a:r>
              <a:rPr lang="en-US" dirty="0" err="1"/>
              <a:t>deze</a:t>
            </a:r>
            <a:r>
              <a:rPr lang="en-US" dirty="0"/>
              <a:t> toe </a:t>
            </a:r>
            <a:r>
              <a:rPr lang="en-US" dirty="0" err="1"/>
              <a:t>aan</a:t>
            </a:r>
            <a:r>
              <a:rPr lang="en-US" dirty="0"/>
              <a:t> </a:t>
            </a:r>
            <a:r>
              <a:rPr lang="en-US" dirty="0" err="1"/>
              <a:t>jouw</a:t>
            </a:r>
            <a:r>
              <a:rPr lang="en-US" dirty="0"/>
              <a:t> README.md [</a:t>
            </a:r>
            <a:r>
              <a:rPr lang="en-US" dirty="0" err="1"/>
              <a:t>mijnwebsite</a:t>
            </a:r>
            <a:r>
              <a:rPr lang="en-US" dirty="0"/>
              <a:t>](</a:t>
            </a:r>
            <a:r>
              <a:rPr lang="en-US" dirty="0" err="1"/>
              <a:t>url</a:t>
            </a:r>
            <a:r>
              <a:rPr lang="en-US" dirty="0"/>
              <a:t> ma-cloud.nl)</a:t>
            </a:r>
          </a:p>
          <a:p>
            <a:pPr marL="514350" indent="-514350">
              <a:buFont typeface="+mj-lt"/>
              <a:buAutoNum type="arabicPeriod" startAt="7"/>
            </a:pPr>
            <a:r>
              <a:rPr lang="en-US" dirty="0"/>
              <a:t>Update </a:t>
            </a:r>
            <a:r>
              <a:rPr lang="en-US" dirty="0" err="1"/>
              <a:t>jouw</a:t>
            </a:r>
            <a:r>
              <a:rPr lang="en-US" dirty="0"/>
              <a:t> locale repository</a:t>
            </a:r>
          </a:p>
          <a:p>
            <a:pPr marL="514350" indent="-514350">
              <a:buFont typeface="+mj-lt"/>
              <a:buAutoNum type="arabicPeriod" startAt="7"/>
            </a:pPr>
            <a:r>
              <a:rPr lang="en-US" dirty="0"/>
              <a:t>Push het </a:t>
            </a:r>
            <a:r>
              <a:rPr lang="en-US" dirty="0" err="1"/>
              <a:t>resultaat</a:t>
            </a:r>
            <a:r>
              <a:rPr lang="en-US" dirty="0"/>
              <a:t> </a:t>
            </a:r>
            <a:r>
              <a:rPr lang="en-US" dirty="0" err="1"/>
              <a:t>naar</a:t>
            </a:r>
            <a:r>
              <a:rPr lang="en-US" dirty="0"/>
              <a:t> </a:t>
            </a:r>
            <a:r>
              <a:rPr lang="en-US" dirty="0" err="1"/>
              <a:t>Github</a:t>
            </a:r>
            <a:endParaRPr lang="en-US" dirty="0"/>
          </a:p>
          <a:p>
            <a:pPr marL="514350" indent="-514350">
              <a:buFont typeface="+mj-lt"/>
              <a:buAutoNum type="arabicPeriod" startAt="7"/>
            </a:pPr>
            <a:r>
              <a:rPr lang="en-US" dirty="0"/>
              <a:t>Lever de URL </a:t>
            </a:r>
            <a:r>
              <a:rPr lang="en-US" dirty="0" err="1"/>
              <a:t>naar</a:t>
            </a:r>
            <a:r>
              <a:rPr lang="en-US" dirty="0"/>
              <a:t> de </a:t>
            </a:r>
            <a:r>
              <a:rPr lang="en-US" dirty="0" err="1"/>
              <a:t>github</a:t>
            </a:r>
            <a:r>
              <a:rPr lang="en-US" dirty="0"/>
              <a:t>-link in op </a:t>
            </a:r>
            <a:r>
              <a:rPr lang="en-US"/>
              <a:t>Simulise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019693960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151</Words>
  <Application>Microsoft Office PowerPoint</Application>
  <PresentationFormat>Breedbeeld</PresentationFormat>
  <Paragraphs>19</Paragraphs>
  <Slides>3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Kantoorthema</vt:lpstr>
      <vt:lpstr>Inleveren opdracht</vt:lpstr>
      <vt:lpstr>Eerste stappen om goed in te leveren</vt:lpstr>
      <vt:lpstr>Als je klaar bent met jouw opdracht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Jelle Sjollema</dc:creator>
  <cp:lastModifiedBy>Jelle Sjollema</cp:lastModifiedBy>
  <cp:revision>1</cp:revision>
  <dcterms:created xsi:type="dcterms:W3CDTF">2026-10-20T07:13:59Z</dcterms:created>
  <dcterms:modified xsi:type="dcterms:W3CDTF">2026-10-20T07:13:59Z</dcterms:modified>
</cp:coreProperties>
</file>