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0" r:id="rId4"/>
  </p:sldMasterIdLst>
  <p:notesMasterIdLst>
    <p:notesMasterId r:id="rId14"/>
  </p:notesMasterIdLst>
  <p:sldIdLst>
    <p:sldId id="256" r:id="rId5"/>
    <p:sldId id="287" r:id="rId6"/>
    <p:sldId id="288" r:id="rId7"/>
    <p:sldId id="289" r:id="rId8"/>
    <p:sldId id="290" r:id="rId9"/>
    <p:sldId id="291" r:id="rId10"/>
    <p:sldId id="292" r:id="rId11"/>
    <p:sldId id="262" r:id="rId12"/>
    <p:sldId id="29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2AD11BF-949E-4747-B918-0E4D0961A9EC}">
          <p14:sldIdLst>
            <p14:sldId id="256"/>
            <p14:sldId id="287"/>
            <p14:sldId id="288"/>
            <p14:sldId id="289"/>
            <p14:sldId id="290"/>
            <p14:sldId id="291"/>
            <p14:sldId id="292"/>
            <p14:sldId id="26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C980EE-20CB-4FF0-8EEE-AE07908C0C48}" v="456" dt="2021-10-04T09:14:18.1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7" autoAdjust="0"/>
    <p:restoredTop sz="95803" autoAdjust="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lvan Herrema" userId="ed98592e-3651-4b78-88f7-9ee562f237a8" providerId="ADAL" clId="{738276B4-6BAB-2341-939F-60B1FD2A86FC}"/>
    <pc:docChg chg="custSel modSld">
      <pc:chgData name="Silvan Herrema" userId="ed98592e-3651-4b78-88f7-9ee562f237a8" providerId="ADAL" clId="{738276B4-6BAB-2341-939F-60B1FD2A86FC}" dt="2021-10-05T07:24:57.859" v="16" actId="403"/>
      <pc:docMkLst>
        <pc:docMk/>
      </pc:docMkLst>
      <pc:sldChg chg="modSp mod">
        <pc:chgData name="Silvan Herrema" userId="ed98592e-3651-4b78-88f7-9ee562f237a8" providerId="ADAL" clId="{738276B4-6BAB-2341-939F-60B1FD2A86FC}" dt="2021-10-05T06:55:24.528" v="9" actId="20577"/>
        <pc:sldMkLst>
          <pc:docMk/>
          <pc:sldMk cId="109857222" sldId="256"/>
        </pc:sldMkLst>
        <pc:spChg chg="mod">
          <ac:chgData name="Silvan Herrema" userId="ed98592e-3651-4b78-88f7-9ee562f237a8" providerId="ADAL" clId="{738276B4-6BAB-2341-939F-60B1FD2A86FC}" dt="2021-10-05T06:55:24.528" v="9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mod">
        <pc:chgData name="Silvan Herrema" userId="ed98592e-3651-4b78-88f7-9ee562f237a8" providerId="ADAL" clId="{738276B4-6BAB-2341-939F-60B1FD2A86FC}" dt="2021-10-05T07:24:57.859" v="16" actId="403"/>
        <pc:sldMkLst>
          <pc:docMk/>
          <pc:sldMk cId="3910725357" sldId="265"/>
        </pc:sldMkLst>
        <pc:spChg chg="mod">
          <ac:chgData name="Silvan Herrema" userId="ed98592e-3651-4b78-88f7-9ee562f237a8" providerId="ADAL" clId="{738276B4-6BAB-2341-939F-60B1FD2A86FC}" dt="2021-10-05T07:24:57.859" v="16" actId="403"/>
          <ac:spMkLst>
            <pc:docMk/>
            <pc:sldMk cId="3910725357" sldId="265"/>
            <ac:spMk id="3" creationId="{8007FEF6-F333-4CFB-BCFF-B810A22BE7DD}"/>
          </ac:spMkLst>
        </pc:spChg>
      </pc:sldChg>
    </pc:docChg>
  </pc:docChgLst>
  <pc:docChgLst>
    <pc:chgData name="Silvan Herrema" userId="ed98592e-3651-4b78-88f7-9ee562f237a8" providerId="ADAL" clId="{D5C980EE-20CB-4FF0-8EEE-AE07908C0C48}"/>
    <pc:docChg chg="undo custSel addSld delSld modSld">
      <pc:chgData name="Silvan Herrema" userId="ed98592e-3651-4b78-88f7-9ee562f237a8" providerId="ADAL" clId="{D5C980EE-20CB-4FF0-8EEE-AE07908C0C48}" dt="2021-10-04T09:36:04.981" v="2348" actId="20577"/>
      <pc:docMkLst>
        <pc:docMk/>
      </pc:docMkLst>
      <pc:sldChg chg="modSp mod">
        <pc:chgData name="Silvan Herrema" userId="ed98592e-3651-4b78-88f7-9ee562f237a8" providerId="ADAL" clId="{D5C980EE-20CB-4FF0-8EEE-AE07908C0C48}" dt="2021-10-04T09:22:36.232" v="2289" actId="20577"/>
        <pc:sldMkLst>
          <pc:docMk/>
          <pc:sldMk cId="109857222" sldId="256"/>
        </pc:sldMkLst>
        <pc:spChg chg="mod">
          <ac:chgData name="Silvan Herrema" userId="ed98592e-3651-4b78-88f7-9ee562f237a8" providerId="ADAL" clId="{D5C980EE-20CB-4FF0-8EEE-AE07908C0C48}" dt="2021-09-03T11:21:00.805" v="32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Silvan Herrema" userId="ed98592e-3651-4b78-88f7-9ee562f237a8" providerId="ADAL" clId="{D5C980EE-20CB-4FF0-8EEE-AE07908C0C48}" dt="2021-10-04T09:22:36.232" v="2289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new mod setBg">
        <pc:chgData name="Silvan Herrema" userId="ed98592e-3651-4b78-88f7-9ee562f237a8" providerId="ADAL" clId="{D5C980EE-20CB-4FF0-8EEE-AE07908C0C48}" dt="2021-10-04T09:14:16.779" v="2286"/>
        <pc:sldMkLst>
          <pc:docMk/>
          <pc:sldMk cId="3967553549" sldId="257"/>
        </pc:sldMkLst>
        <pc:spChg chg="mod">
          <ac:chgData name="Silvan Herrema" userId="ed98592e-3651-4b78-88f7-9ee562f237a8" providerId="ADAL" clId="{D5C980EE-20CB-4FF0-8EEE-AE07908C0C48}" dt="2021-09-03T11:25:47.571" v="133" actId="26606"/>
          <ac:spMkLst>
            <pc:docMk/>
            <pc:sldMk cId="3967553549" sldId="257"/>
            <ac:spMk id="2" creationId="{54C40D6F-2A9A-4F34-B117-49274C63AE07}"/>
          </ac:spMkLst>
        </pc:spChg>
        <pc:spChg chg="del mod">
          <ac:chgData name="Silvan Herrema" userId="ed98592e-3651-4b78-88f7-9ee562f237a8" providerId="ADAL" clId="{D5C980EE-20CB-4FF0-8EEE-AE07908C0C48}" dt="2021-09-03T11:25:47.571" v="133" actId="26606"/>
          <ac:spMkLst>
            <pc:docMk/>
            <pc:sldMk cId="3967553549" sldId="257"/>
            <ac:spMk id="3" creationId="{E67B79CF-9855-4307-B815-E49C290331B9}"/>
          </ac:spMkLst>
        </pc:spChg>
        <pc:spChg chg="add">
          <ac:chgData name="Silvan Herrema" userId="ed98592e-3651-4b78-88f7-9ee562f237a8" providerId="ADAL" clId="{D5C980EE-20CB-4FF0-8EEE-AE07908C0C48}" dt="2021-09-03T11:25:47.571" v="133" actId="26606"/>
          <ac:spMkLst>
            <pc:docMk/>
            <pc:sldMk cId="3967553549" sldId="257"/>
            <ac:spMk id="9" creationId="{085B5D29-D9E4-40B2-8A6E-FDDB5F6A1329}"/>
          </ac:spMkLst>
        </pc:spChg>
        <pc:spChg chg="add">
          <ac:chgData name="Silvan Herrema" userId="ed98592e-3651-4b78-88f7-9ee562f237a8" providerId="ADAL" clId="{D5C980EE-20CB-4FF0-8EEE-AE07908C0C48}" dt="2021-09-03T11:25:47.571" v="133" actId="26606"/>
          <ac:spMkLst>
            <pc:docMk/>
            <pc:sldMk cId="3967553549" sldId="257"/>
            <ac:spMk id="11" creationId="{94CD0091-17B3-49ED-ABF9-8B9642E3C9F2}"/>
          </ac:spMkLst>
        </pc:spChg>
        <pc:graphicFrameChg chg="add mod modGraphic">
          <ac:chgData name="Silvan Herrema" userId="ed98592e-3651-4b78-88f7-9ee562f237a8" providerId="ADAL" clId="{D5C980EE-20CB-4FF0-8EEE-AE07908C0C48}" dt="2021-10-04T09:14:16.779" v="2286"/>
          <ac:graphicFrameMkLst>
            <pc:docMk/>
            <pc:sldMk cId="3967553549" sldId="257"/>
            <ac:graphicFrameMk id="5" creationId="{88D9BFAE-6ADC-4DD5-9F43-0CDCC8EF07F9}"/>
          </ac:graphicFrameMkLst>
        </pc:graphicFrameChg>
      </pc:sldChg>
      <pc:sldChg chg="modSp new del mod">
        <pc:chgData name="Silvan Herrema" userId="ed98592e-3651-4b78-88f7-9ee562f237a8" providerId="ADAL" clId="{D5C980EE-20CB-4FF0-8EEE-AE07908C0C48}" dt="2021-09-03T11:43:45.201" v="148" actId="47"/>
        <pc:sldMkLst>
          <pc:docMk/>
          <pc:sldMk cId="804181764" sldId="258"/>
        </pc:sldMkLst>
        <pc:spChg chg="mod">
          <ac:chgData name="Silvan Herrema" userId="ed98592e-3651-4b78-88f7-9ee562f237a8" providerId="ADAL" clId="{D5C980EE-20CB-4FF0-8EEE-AE07908C0C48}" dt="2021-09-03T11:26:57.803" v="147" actId="20577"/>
          <ac:spMkLst>
            <pc:docMk/>
            <pc:sldMk cId="804181764" sldId="258"/>
            <ac:spMk id="2" creationId="{5BF6243B-DAB8-4612-9001-1359FAD8F9B6}"/>
          </ac:spMkLst>
        </pc:spChg>
      </pc:sldChg>
      <pc:sldChg chg="addSp modSp new mod setBg addAnim">
        <pc:chgData name="Silvan Herrema" userId="ed98592e-3651-4b78-88f7-9ee562f237a8" providerId="ADAL" clId="{D5C980EE-20CB-4FF0-8EEE-AE07908C0C48}" dt="2021-09-03T11:50:31.644" v="332" actId="20577"/>
        <pc:sldMkLst>
          <pc:docMk/>
          <pc:sldMk cId="1726619479" sldId="258"/>
        </pc:sldMkLst>
        <pc:spChg chg="mod ord">
          <ac:chgData name="Silvan Herrema" userId="ed98592e-3651-4b78-88f7-9ee562f237a8" providerId="ADAL" clId="{D5C980EE-20CB-4FF0-8EEE-AE07908C0C48}" dt="2021-09-03T11:48:38.540" v="299" actId="207"/>
          <ac:spMkLst>
            <pc:docMk/>
            <pc:sldMk cId="1726619479" sldId="258"/>
            <ac:spMk id="2" creationId="{331B6DDB-6123-430D-A506-BDBFF318F693}"/>
          </ac:spMkLst>
        </pc:spChg>
        <pc:spChg chg="mod">
          <ac:chgData name="Silvan Herrema" userId="ed98592e-3651-4b78-88f7-9ee562f237a8" providerId="ADAL" clId="{D5C980EE-20CB-4FF0-8EEE-AE07908C0C48}" dt="2021-09-03T11:50:31.644" v="332" actId="20577"/>
          <ac:spMkLst>
            <pc:docMk/>
            <pc:sldMk cId="1726619479" sldId="258"/>
            <ac:spMk id="3" creationId="{814AB743-2372-404B-8E72-EB0884BB9930}"/>
          </ac:spMkLst>
        </pc:spChg>
        <pc:spChg chg="add">
          <ac:chgData name="Silvan Herrema" userId="ed98592e-3651-4b78-88f7-9ee562f237a8" providerId="ADAL" clId="{D5C980EE-20CB-4FF0-8EEE-AE07908C0C48}" dt="2021-09-03T11:46:35.535" v="198" actId="26606"/>
          <ac:spMkLst>
            <pc:docMk/>
            <pc:sldMk cId="1726619479" sldId="258"/>
            <ac:spMk id="8" creationId="{493167C4-7ABD-4E49-9694-5E0564B1C67C}"/>
          </ac:spMkLst>
        </pc:spChg>
        <pc:spChg chg="add">
          <ac:chgData name="Silvan Herrema" userId="ed98592e-3651-4b78-88f7-9ee562f237a8" providerId="ADAL" clId="{D5C980EE-20CB-4FF0-8EEE-AE07908C0C48}" dt="2021-09-03T11:46:35.535" v="198" actId="26606"/>
          <ac:spMkLst>
            <pc:docMk/>
            <pc:sldMk cId="1726619479" sldId="258"/>
            <ac:spMk id="10" creationId="{26C48361-4990-441C-BCC7-1B7E71688F3B}"/>
          </ac:spMkLst>
        </pc:spChg>
        <pc:spChg chg="add">
          <ac:chgData name="Silvan Herrema" userId="ed98592e-3651-4b78-88f7-9ee562f237a8" providerId="ADAL" clId="{D5C980EE-20CB-4FF0-8EEE-AE07908C0C48}" dt="2021-09-03T11:46:35.535" v="198" actId="26606"/>
          <ac:spMkLst>
            <pc:docMk/>
            <pc:sldMk cId="1726619479" sldId="258"/>
            <ac:spMk id="12" creationId="{7EFFE664-A3F2-4977-A6E3-C38CF57A1630}"/>
          </ac:spMkLst>
        </pc:spChg>
        <pc:spChg chg="add">
          <ac:chgData name="Silvan Herrema" userId="ed98592e-3651-4b78-88f7-9ee562f237a8" providerId="ADAL" clId="{D5C980EE-20CB-4FF0-8EEE-AE07908C0C48}" dt="2021-09-03T11:46:35.535" v="198" actId="26606"/>
          <ac:spMkLst>
            <pc:docMk/>
            <pc:sldMk cId="1726619479" sldId="258"/>
            <ac:spMk id="14" creationId="{C85C471A-7EB8-45A1-901F-B4BBC499F1ED}"/>
          </ac:spMkLst>
        </pc:spChg>
        <pc:picChg chg="add mod modCrop">
          <ac:chgData name="Silvan Herrema" userId="ed98592e-3651-4b78-88f7-9ee562f237a8" providerId="ADAL" clId="{D5C980EE-20CB-4FF0-8EEE-AE07908C0C48}" dt="2021-09-03T11:48:33.163" v="298"/>
          <ac:picMkLst>
            <pc:docMk/>
            <pc:sldMk cId="1726619479" sldId="258"/>
            <ac:picMk id="5" creationId="{F59E8EBA-49EC-4E5D-884A-5878FE235EEB}"/>
          </ac:picMkLst>
        </pc:picChg>
      </pc:sldChg>
      <pc:sldChg chg="addSp delSp modSp new mod">
        <pc:chgData name="Silvan Herrema" userId="ed98592e-3651-4b78-88f7-9ee562f237a8" providerId="ADAL" clId="{D5C980EE-20CB-4FF0-8EEE-AE07908C0C48}" dt="2021-09-03T12:04:59.582" v="1064" actId="403"/>
        <pc:sldMkLst>
          <pc:docMk/>
          <pc:sldMk cId="1403748961" sldId="259"/>
        </pc:sldMkLst>
        <pc:spChg chg="mod">
          <ac:chgData name="Silvan Herrema" userId="ed98592e-3651-4b78-88f7-9ee562f237a8" providerId="ADAL" clId="{D5C980EE-20CB-4FF0-8EEE-AE07908C0C48}" dt="2021-09-03T11:54:16.993" v="337" actId="20577"/>
          <ac:spMkLst>
            <pc:docMk/>
            <pc:sldMk cId="1403748961" sldId="259"/>
            <ac:spMk id="2" creationId="{A6D2CE45-FCFB-4000-A329-9484059A0B7A}"/>
          </ac:spMkLst>
        </pc:spChg>
        <pc:spChg chg="mod">
          <ac:chgData name="Silvan Herrema" userId="ed98592e-3651-4b78-88f7-9ee562f237a8" providerId="ADAL" clId="{D5C980EE-20CB-4FF0-8EEE-AE07908C0C48}" dt="2021-09-03T12:04:59.582" v="1064" actId="403"/>
          <ac:spMkLst>
            <pc:docMk/>
            <pc:sldMk cId="1403748961" sldId="259"/>
            <ac:spMk id="3" creationId="{9991813F-5117-4AAA-9494-A23525DC462C}"/>
          </ac:spMkLst>
        </pc:spChg>
        <pc:picChg chg="add del mod">
          <ac:chgData name="Silvan Herrema" userId="ed98592e-3651-4b78-88f7-9ee562f237a8" providerId="ADAL" clId="{D5C980EE-20CB-4FF0-8EEE-AE07908C0C48}" dt="2021-09-03T11:56:36.600" v="507" actId="478"/>
          <ac:picMkLst>
            <pc:docMk/>
            <pc:sldMk cId="1403748961" sldId="259"/>
            <ac:picMk id="5" creationId="{FDD652AB-E0A8-4AF0-9353-BB1C13403204}"/>
          </ac:picMkLst>
        </pc:picChg>
      </pc:sldChg>
      <pc:sldChg chg="modSp add mod modNotesTx">
        <pc:chgData name="Silvan Herrema" userId="ed98592e-3651-4b78-88f7-9ee562f237a8" providerId="ADAL" clId="{D5C980EE-20CB-4FF0-8EEE-AE07908C0C48}" dt="2021-09-03T12:04:45.626" v="1059"/>
        <pc:sldMkLst>
          <pc:docMk/>
          <pc:sldMk cId="1109261329" sldId="260"/>
        </pc:sldMkLst>
        <pc:spChg chg="mod ord">
          <ac:chgData name="Silvan Herrema" userId="ed98592e-3651-4b78-88f7-9ee562f237a8" providerId="ADAL" clId="{D5C980EE-20CB-4FF0-8EEE-AE07908C0C48}" dt="2021-09-03T11:59:02.406" v="615" actId="1076"/>
          <ac:spMkLst>
            <pc:docMk/>
            <pc:sldMk cId="1109261329" sldId="260"/>
            <ac:spMk id="3" creationId="{9991813F-5117-4AAA-9494-A23525DC462C}"/>
          </ac:spMkLst>
        </pc:spChg>
        <pc:picChg chg="mod">
          <ac:chgData name="Silvan Herrema" userId="ed98592e-3651-4b78-88f7-9ee562f237a8" providerId="ADAL" clId="{D5C980EE-20CB-4FF0-8EEE-AE07908C0C48}" dt="2021-09-03T12:04:45.626" v="1059"/>
          <ac:picMkLst>
            <pc:docMk/>
            <pc:sldMk cId="1109261329" sldId="260"/>
            <ac:picMk id="5" creationId="{FDD652AB-E0A8-4AF0-9353-BB1C13403204}"/>
          </ac:picMkLst>
        </pc:picChg>
      </pc:sldChg>
      <pc:sldChg chg="addSp delSp modSp new mod">
        <pc:chgData name="Silvan Herrema" userId="ed98592e-3651-4b78-88f7-9ee562f237a8" providerId="ADAL" clId="{D5C980EE-20CB-4FF0-8EEE-AE07908C0C48}" dt="2021-09-03T12:04:52.486" v="1061" actId="478"/>
        <pc:sldMkLst>
          <pc:docMk/>
          <pc:sldMk cId="2076075506" sldId="261"/>
        </pc:sldMkLst>
        <pc:spChg chg="del mod">
          <ac:chgData name="Silvan Herrema" userId="ed98592e-3651-4b78-88f7-9ee562f237a8" providerId="ADAL" clId="{D5C980EE-20CB-4FF0-8EEE-AE07908C0C48}" dt="2021-09-03T12:04:52.486" v="1061" actId="478"/>
          <ac:spMkLst>
            <pc:docMk/>
            <pc:sldMk cId="2076075506" sldId="261"/>
            <ac:spMk id="2" creationId="{73CE7A96-8B89-4A8C-9F78-EE5E4A6A823A}"/>
          </ac:spMkLst>
        </pc:spChg>
        <pc:spChg chg="del">
          <ac:chgData name="Silvan Herrema" userId="ed98592e-3651-4b78-88f7-9ee562f237a8" providerId="ADAL" clId="{D5C980EE-20CB-4FF0-8EEE-AE07908C0C48}" dt="2021-09-03T12:01:35.013" v="751"/>
          <ac:spMkLst>
            <pc:docMk/>
            <pc:sldMk cId="2076075506" sldId="261"/>
            <ac:spMk id="3" creationId="{59EE8CB9-EA5B-4A20-A653-BEC8393CE478}"/>
          </ac:spMkLst>
        </pc:spChg>
        <pc:spChg chg="add mod">
          <ac:chgData name="Silvan Herrema" userId="ed98592e-3651-4b78-88f7-9ee562f237a8" providerId="ADAL" clId="{D5C980EE-20CB-4FF0-8EEE-AE07908C0C48}" dt="2021-09-03T12:03:58.039" v="947" actId="403"/>
          <ac:spMkLst>
            <pc:docMk/>
            <pc:sldMk cId="2076075506" sldId="261"/>
            <ac:spMk id="9" creationId="{E2671F85-1171-4D2B-88F2-8260BAA71E98}"/>
          </ac:spMkLst>
        </pc:spChg>
        <pc:picChg chg="add del mod">
          <ac:chgData name="Silvan Herrema" userId="ed98592e-3651-4b78-88f7-9ee562f237a8" providerId="ADAL" clId="{D5C980EE-20CB-4FF0-8EEE-AE07908C0C48}" dt="2021-09-03T12:01:45.909" v="757" actId="478"/>
          <ac:picMkLst>
            <pc:docMk/>
            <pc:sldMk cId="2076075506" sldId="261"/>
            <ac:picMk id="5" creationId="{3853C9E7-7BD7-436A-80F5-A9510D1693B3}"/>
          </ac:picMkLst>
        </pc:picChg>
        <pc:picChg chg="add mod modCrop">
          <ac:chgData name="Silvan Herrema" userId="ed98592e-3651-4b78-88f7-9ee562f237a8" providerId="ADAL" clId="{D5C980EE-20CB-4FF0-8EEE-AE07908C0C48}" dt="2021-09-03T12:04:16.667" v="997"/>
          <ac:picMkLst>
            <pc:docMk/>
            <pc:sldMk cId="2076075506" sldId="261"/>
            <ac:picMk id="7" creationId="{6F02A1D0-2D60-497B-855E-72ED7CA073C6}"/>
          </ac:picMkLst>
        </pc:picChg>
      </pc:sldChg>
      <pc:sldChg chg="addSp delSp modSp new mod setBg modNotesTx">
        <pc:chgData name="Silvan Herrema" userId="ed98592e-3651-4b78-88f7-9ee562f237a8" providerId="ADAL" clId="{D5C980EE-20CB-4FF0-8EEE-AE07908C0C48}" dt="2021-09-07T10:35:44.051" v="1794" actId="403"/>
        <pc:sldMkLst>
          <pc:docMk/>
          <pc:sldMk cId="265082473" sldId="262"/>
        </pc:sldMkLst>
        <pc:spChg chg="mod">
          <ac:chgData name="Silvan Herrema" userId="ed98592e-3651-4b78-88f7-9ee562f237a8" providerId="ADAL" clId="{D5C980EE-20CB-4FF0-8EEE-AE07908C0C48}" dt="2021-09-07T10:35:40.364" v="1793" actId="120"/>
          <ac:spMkLst>
            <pc:docMk/>
            <pc:sldMk cId="265082473" sldId="262"/>
            <ac:spMk id="2" creationId="{5E0E4DA8-8A31-47BC-BBD8-5DB678ED0B28}"/>
          </ac:spMkLst>
        </pc:spChg>
        <pc:spChg chg="add del mod">
          <ac:chgData name="Silvan Herrema" userId="ed98592e-3651-4b78-88f7-9ee562f237a8" providerId="ADAL" clId="{D5C980EE-20CB-4FF0-8EEE-AE07908C0C48}" dt="2021-09-07T10:35:18.931" v="1784" actId="26606"/>
          <ac:spMkLst>
            <pc:docMk/>
            <pc:sldMk cId="265082473" sldId="262"/>
            <ac:spMk id="3" creationId="{C29D2FD8-F119-4F52-ACA2-0F4E4E5AF897}"/>
          </ac:spMkLst>
        </pc:spChg>
        <pc:spChg chg="add del">
          <ac:chgData name="Silvan Herrema" userId="ed98592e-3651-4b78-88f7-9ee562f237a8" providerId="ADAL" clId="{D5C980EE-20CB-4FF0-8EEE-AE07908C0C48}" dt="2021-09-07T10:35:18.923" v="1783" actId="26606"/>
          <ac:spMkLst>
            <pc:docMk/>
            <pc:sldMk cId="265082473" sldId="262"/>
            <ac:spMk id="5" creationId="{4D7161C7-045E-45D4-9F10-08C95D9F29FF}"/>
          </ac:spMkLst>
        </pc:spChg>
        <pc:spChg chg="add del">
          <ac:chgData name="Silvan Herrema" userId="ed98592e-3651-4b78-88f7-9ee562f237a8" providerId="ADAL" clId="{D5C980EE-20CB-4FF0-8EEE-AE07908C0C48}" dt="2021-09-07T10:35:18.923" v="1783" actId="26606"/>
          <ac:spMkLst>
            <pc:docMk/>
            <pc:sldMk cId="265082473" sldId="262"/>
            <ac:spMk id="6" creationId="{ABAF6370-6BA9-4B90-A186-9019906ABF4A}"/>
          </ac:spMkLst>
        </pc:spChg>
        <pc:spChg chg="add del">
          <ac:chgData name="Silvan Herrema" userId="ed98592e-3651-4b78-88f7-9ee562f237a8" providerId="ADAL" clId="{D5C980EE-20CB-4FF0-8EEE-AE07908C0C48}" dt="2021-09-07T10:34:52.256" v="1775" actId="26606"/>
          <ac:spMkLst>
            <pc:docMk/>
            <pc:sldMk cId="265082473" sldId="262"/>
            <ac:spMk id="8" creationId="{0AE80D91-18AA-438F-BFF4-E6BABFDFBABE}"/>
          </ac:spMkLst>
        </pc:spChg>
        <pc:spChg chg="add del">
          <ac:chgData name="Silvan Herrema" userId="ed98592e-3651-4b78-88f7-9ee562f237a8" providerId="ADAL" clId="{D5C980EE-20CB-4FF0-8EEE-AE07908C0C48}" dt="2021-09-07T10:34:51.745" v="1773" actId="26606"/>
          <ac:spMkLst>
            <pc:docMk/>
            <pc:sldMk cId="265082473" sldId="262"/>
            <ac:spMk id="10" creationId="{4D7161C7-045E-45D4-9F10-08C95D9F29FF}"/>
          </ac:spMkLst>
        </pc:spChg>
        <pc:spChg chg="add">
          <ac:chgData name="Silvan Herrema" userId="ed98592e-3651-4b78-88f7-9ee562f237a8" providerId="ADAL" clId="{D5C980EE-20CB-4FF0-8EEE-AE07908C0C48}" dt="2021-09-07T10:35:18.931" v="1784" actId="26606"/>
          <ac:spMkLst>
            <pc:docMk/>
            <pc:sldMk cId="265082473" sldId="262"/>
            <ac:spMk id="11" creationId="{33801627-6861-4EA9-BE98-E0CE33A894D9}"/>
          </ac:spMkLst>
        </pc:spChg>
        <pc:spChg chg="add del">
          <ac:chgData name="Silvan Herrema" userId="ed98592e-3651-4b78-88f7-9ee562f237a8" providerId="ADAL" clId="{D5C980EE-20CB-4FF0-8EEE-AE07908C0C48}" dt="2021-09-07T10:34:51.745" v="1773" actId="26606"/>
          <ac:spMkLst>
            <pc:docMk/>
            <pc:sldMk cId="265082473" sldId="262"/>
            <ac:spMk id="12" creationId="{ABAF6370-6BA9-4B90-A186-9019906ABF4A}"/>
          </ac:spMkLst>
        </pc:spChg>
        <pc:spChg chg="add">
          <ac:chgData name="Silvan Herrema" userId="ed98592e-3651-4b78-88f7-9ee562f237a8" providerId="ADAL" clId="{D5C980EE-20CB-4FF0-8EEE-AE07908C0C48}" dt="2021-09-07T10:35:18.931" v="1784" actId="26606"/>
          <ac:spMkLst>
            <pc:docMk/>
            <pc:sldMk cId="265082473" sldId="262"/>
            <ac:spMk id="13" creationId="{93C1483F-490E-4C8A-8765-1F8AF0C67D5F}"/>
          </ac:spMkLst>
        </pc:spChg>
        <pc:spChg chg="add del">
          <ac:chgData name="Silvan Herrema" userId="ed98592e-3651-4b78-88f7-9ee562f237a8" providerId="ADAL" clId="{D5C980EE-20CB-4FF0-8EEE-AE07908C0C48}" dt="2021-09-07T10:34:52.256" v="1775" actId="26606"/>
          <ac:spMkLst>
            <pc:docMk/>
            <pc:sldMk cId="265082473" sldId="262"/>
            <ac:spMk id="14" creationId="{EF05C5AB-8A34-4DF3-AB54-AD74AA4324E8}"/>
          </ac:spMkLst>
        </pc:spChg>
        <pc:spChg chg="add del">
          <ac:chgData name="Silvan Herrema" userId="ed98592e-3651-4b78-88f7-9ee562f237a8" providerId="ADAL" clId="{D5C980EE-20CB-4FF0-8EEE-AE07908C0C48}" dt="2021-09-07T10:34:52.256" v="1775" actId="26606"/>
          <ac:spMkLst>
            <pc:docMk/>
            <pc:sldMk cId="265082473" sldId="262"/>
            <ac:spMk id="15" creationId="{C29D2FD8-F119-4F52-ACA2-0F4E4E5AF897}"/>
          </ac:spMkLst>
        </pc:spChg>
        <pc:spChg chg="add del">
          <ac:chgData name="Silvan Herrema" userId="ed98592e-3651-4b78-88f7-9ee562f237a8" providerId="ADAL" clId="{D5C980EE-20CB-4FF0-8EEE-AE07908C0C48}" dt="2021-09-07T10:34:52.256" v="1775" actId="26606"/>
          <ac:spMkLst>
            <pc:docMk/>
            <pc:sldMk cId="265082473" sldId="262"/>
            <ac:spMk id="16" creationId="{AA3B856C-9196-4702-BED7-5733C7EAA667}"/>
          </ac:spMkLst>
        </pc:spChg>
        <pc:spChg chg="add del mod">
          <ac:chgData name="Silvan Herrema" userId="ed98592e-3651-4b78-88f7-9ee562f237a8" providerId="ADAL" clId="{D5C980EE-20CB-4FF0-8EEE-AE07908C0C48}" dt="2021-09-07T10:35:07.035" v="1780" actId="22"/>
          <ac:spMkLst>
            <pc:docMk/>
            <pc:sldMk cId="265082473" sldId="262"/>
            <ac:spMk id="17" creationId="{7FDC7F5A-4EBD-43DC-9D34-0DDEC5D49041}"/>
          </ac:spMkLst>
        </pc:spChg>
        <pc:spChg chg="add del">
          <ac:chgData name="Silvan Herrema" userId="ed98592e-3651-4b78-88f7-9ee562f237a8" providerId="ADAL" clId="{D5C980EE-20CB-4FF0-8EEE-AE07908C0C48}" dt="2021-09-07T10:35:09.315" v="1781" actId="26606"/>
          <ac:spMkLst>
            <pc:docMk/>
            <pc:sldMk cId="265082473" sldId="262"/>
            <ac:spMk id="18" creationId="{4D7161C7-045E-45D4-9F10-08C95D9F29FF}"/>
          </ac:spMkLst>
        </pc:spChg>
        <pc:spChg chg="add del">
          <ac:chgData name="Silvan Herrema" userId="ed98592e-3651-4b78-88f7-9ee562f237a8" providerId="ADAL" clId="{D5C980EE-20CB-4FF0-8EEE-AE07908C0C48}" dt="2021-09-07T10:35:09.315" v="1781" actId="26606"/>
          <ac:spMkLst>
            <pc:docMk/>
            <pc:sldMk cId="265082473" sldId="262"/>
            <ac:spMk id="19" creationId="{ABAF6370-6BA9-4B90-A186-9019906ABF4A}"/>
          </ac:spMkLst>
        </pc:spChg>
        <pc:spChg chg="add">
          <ac:chgData name="Silvan Herrema" userId="ed98592e-3651-4b78-88f7-9ee562f237a8" providerId="ADAL" clId="{D5C980EE-20CB-4FF0-8EEE-AE07908C0C48}" dt="2021-09-07T10:35:18.931" v="1784" actId="26606"/>
          <ac:spMkLst>
            <pc:docMk/>
            <pc:sldMk cId="265082473" sldId="262"/>
            <ac:spMk id="21" creationId="{0249BF42-D05C-4553-9417-7B8695759291}"/>
          </ac:spMkLst>
        </pc:spChg>
        <pc:spChg chg="add mod">
          <ac:chgData name="Silvan Herrema" userId="ed98592e-3651-4b78-88f7-9ee562f237a8" providerId="ADAL" clId="{D5C980EE-20CB-4FF0-8EEE-AE07908C0C48}" dt="2021-09-07T10:35:44.051" v="1794" actId="403"/>
          <ac:spMkLst>
            <pc:docMk/>
            <pc:sldMk cId="265082473" sldId="262"/>
            <ac:spMk id="22" creationId="{C29D2FD8-F119-4F52-ACA2-0F4E4E5AF897}"/>
          </ac:spMkLst>
        </pc:spChg>
        <pc:picChg chg="add del">
          <ac:chgData name="Silvan Herrema" userId="ed98592e-3651-4b78-88f7-9ee562f237a8" providerId="ADAL" clId="{D5C980EE-20CB-4FF0-8EEE-AE07908C0C48}" dt="2021-09-07T10:34:51.745" v="1773" actId="26606"/>
          <ac:picMkLst>
            <pc:docMk/>
            <pc:sldMk cId="265082473" sldId="262"/>
            <ac:picMk id="7" creationId="{0BCF9F89-1294-4BFF-8784-B9A3BA1114BC}"/>
          </ac:picMkLst>
        </pc:picChg>
        <pc:picChg chg="add del">
          <ac:chgData name="Silvan Herrema" userId="ed98592e-3651-4b78-88f7-9ee562f237a8" providerId="ADAL" clId="{D5C980EE-20CB-4FF0-8EEE-AE07908C0C48}" dt="2021-09-07T10:35:18.923" v="1783" actId="26606"/>
          <ac:picMkLst>
            <pc:docMk/>
            <pc:sldMk cId="265082473" sldId="262"/>
            <ac:picMk id="9" creationId="{C7B32D60-91E7-46FC-9211-1038BD4817A8}"/>
          </ac:picMkLst>
        </pc:picChg>
        <pc:picChg chg="add del">
          <ac:chgData name="Silvan Herrema" userId="ed98592e-3651-4b78-88f7-9ee562f237a8" providerId="ADAL" clId="{D5C980EE-20CB-4FF0-8EEE-AE07908C0C48}" dt="2021-09-07T10:35:09.315" v="1781" actId="26606"/>
          <ac:picMkLst>
            <pc:docMk/>
            <pc:sldMk cId="265082473" sldId="262"/>
            <ac:picMk id="20" creationId="{5EED83DD-F5A8-4A1F-A3E5-074866F7A24F}"/>
          </ac:picMkLst>
        </pc:picChg>
      </pc:sldChg>
      <pc:sldChg chg="modSp new del mod">
        <pc:chgData name="Silvan Herrema" userId="ed98592e-3651-4b78-88f7-9ee562f237a8" providerId="ADAL" clId="{D5C980EE-20CB-4FF0-8EEE-AE07908C0C48}" dt="2021-09-03T12:51:12.961" v="1434" actId="47"/>
        <pc:sldMkLst>
          <pc:docMk/>
          <pc:sldMk cId="4263014751" sldId="263"/>
        </pc:sldMkLst>
        <pc:spChg chg="mod">
          <ac:chgData name="Silvan Herrema" userId="ed98592e-3651-4b78-88f7-9ee562f237a8" providerId="ADAL" clId="{D5C980EE-20CB-4FF0-8EEE-AE07908C0C48}" dt="2021-09-03T12:38:36.657" v="1431" actId="403"/>
          <ac:spMkLst>
            <pc:docMk/>
            <pc:sldMk cId="4263014751" sldId="263"/>
            <ac:spMk id="2" creationId="{10E28374-5102-40F1-8BCF-9BC9E65CF60A}"/>
          </ac:spMkLst>
        </pc:spChg>
      </pc:sldChg>
      <pc:sldChg chg="modSp new mod">
        <pc:chgData name="Silvan Herrema" userId="ed98592e-3651-4b78-88f7-9ee562f237a8" providerId="ADAL" clId="{D5C980EE-20CB-4FF0-8EEE-AE07908C0C48}" dt="2021-10-04T09:36:04.981" v="2348" actId="20577"/>
        <pc:sldMkLst>
          <pc:docMk/>
          <pc:sldMk cId="2096554179" sldId="264"/>
        </pc:sldMkLst>
        <pc:spChg chg="mod">
          <ac:chgData name="Silvan Herrema" userId="ed98592e-3651-4b78-88f7-9ee562f237a8" providerId="ADAL" clId="{D5C980EE-20CB-4FF0-8EEE-AE07908C0C48}" dt="2021-09-07T10:48:01.424" v="2021" actId="20577"/>
          <ac:spMkLst>
            <pc:docMk/>
            <pc:sldMk cId="2096554179" sldId="264"/>
            <ac:spMk id="2" creationId="{5D9E4118-B000-4640-A839-B7C24E7B558D}"/>
          </ac:spMkLst>
        </pc:spChg>
        <pc:spChg chg="mod">
          <ac:chgData name="Silvan Herrema" userId="ed98592e-3651-4b78-88f7-9ee562f237a8" providerId="ADAL" clId="{D5C980EE-20CB-4FF0-8EEE-AE07908C0C48}" dt="2021-10-04T09:36:04.981" v="2348" actId="20577"/>
          <ac:spMkLst>
            <pc:docMk/>
            <pc:sldMk cId="2096554179" sldId="264"/>
            <ac:spMk id="3" creationId="{CB9B315F-B417-4862-9F8D-1036717F7157}"/>
          </ac:spMkLst>
        </pc:spChg>
      </pc:sldChg>
      <pc:sldChg chg="addSp modSp new mod setBg setClrOvrMap modNotesTx">
        <pc:chgData name="Silvan Herrema" userId="ed98592e-3651-4b78-88f7-9ee562f237a8" providerId="ADAL" clId="{D5C980EE-20CB-4FF0-8EEE-AE07908C0C48}" dt="2021-10-04T08:53:56.215" v="2246" actId="20577"/>
        <pc:sldMkLst>
          <pc:docMk/>
          <pc:sldMk cId="3910725357" sldId="265"/>
        </pc:sldMkLst>
        <pc:spChg chg="mod">
          <ac:chgData name="Silvan Herrema" userId="ed98592e-3651-4b78-88f7-9ee562f237a8" providerId="ADAL" clId="{D5C980EE-20CB-4FF0-8EEE-AE07908C0C48}" dt="2021-09-07T10:34:26.295" v="1770" actId="115"/>
          <ac:spMkLst>
            <pc:docMk/>
            <pc:sldMk cId="3910725357" sldId="265"/>
            <ac:spMk id="2" creationId="{7D1B9EF8-80A7-410E-BDCA-5F840495CF06}"/>
          </ac:spMkLst>
        </pc:spChg>
        <pc:spChg chg="mod">
          <ac:chgData name="Silvan Herrema" userId="ed98592e-3651-4b78-88f7-9ee562f237a8" providerId="ADAL" clId="{D5C980EE-20CB-4FF0-8EEE-AE07908C0C48}" dt="2021-09-07T10:34:17.390" v="1766"/>
          <ac:spMkLst>
            <pc:docMk/>
            <pc:sldMk cId="3910725357" sldId="265"/>
            <ac:spMk id="3" creationId="{8007FEF6-F333-4CFB-BCFF-B810A22BE7DD}"/>
          </ac:spMkLst>
        </pc:spChg>
        <pc:spChg chg="add">
          <ac:chgData name="Silvan Herrema" userId="ed98592e-3651-4b78-88f7-9ee562f237a8" providerId="ADAL" clId="{D5C980EE-20CB-4FF0-8EEE-AE07908C0C48}" dt="2021-09-07T10:34:15.928" v="1765" actId="26606"/>
          <ac:spMkLst>
            <pc:docMk/>
            <pc:sldMk cId="3910725357" sldId="265"/>
            <ac:spMk id="8" creationId="{C758EC8D-68D1-4138-B719-BE00C78AD146}"/>
          </ac:spMkLst>
        </pc:spChg>
        <pc:spChg chg="add">
          <ac:chgData name="Silvan Herrema" userId="ed98592e-3651-4b78-88f7-9ee562f237a8" providerId="ADAL" clId="{D5C980EE-20CB-4FF0-8EEE-AE07908C0C48}" dt="2021-09-07T10:34:15.928" v="1765" actId="26606"/>
          <ac:spMkLst>
            <pc:docMk/>
            <pc:sldMk cId="3910725357" sldId="265"/>
            <ac:spMk id="10" creationId="{514579E4-5B5F-42C9-B08F-A904C81B14E8}"/>
          </ac:spMkLst>
        </pc:spChg>
      </pc:sldChg>
      <pc:sldChg chg="modSp new del mod">
        <pc:chgData name="Silvan Herrema" userId="ed98592e-3651-4b78-88f7-9ee562f237a8" providerId="ADAL" clId="{D5C980EE-20CB-4FF0-8EEE-AE07908C0C48}" dt="2021-09-07T10:51:23.770" v="2207" actId="47"/>
        <pc:sldMkLst>
          <pc:docMk/>
          <pc:sldMk cId="480123169" sldId="266"/>
        </pc:sldMkLst>
        <pc:spChg chg="mod">
          <ac:chgData name="Silvan Herrema" userId="ed98592e-3651-4b78-88f7-9ee562f237a8" providerId="ADAL" clId="{D5C980EE-20CB-4FF0-8EEE-AE07908C0C48}" dt="2021-09-07T10:33:41.700" v="1763" actId="20577"/>
          <ac:spMkLst>
            <pc:docMk/>
            <pc:sldMk cId="480123169" sldId="266"/>
            <ac:spMk id="2" creationId="{DF6A59C1-C36C-403A-807F-748BD38DF92E}"/>
          </ac:spMkLst>
        </pc:spChg>
      </pc:sldChg>
      <pc:sldChg chg="addSp delSp modSp new mod">
        <pc:chgData name="Silvan Herrema" userId="ed98592e-3651-4b78-88f7-9ee562f237a8" providerId="ADAL" clId="{D5C980EE-20CB-4FF0-8EEE-AE07908C0C48}" dt="2021-10-04T09:36:01.738" v="2346" actId="20577"/>
        <pc:sldMkLst>
          <pc:docMk/>
          <pc:sldMk cId="1015584485" sldId="267"/>
        </pc:sldMkLst>
        <pc:spChg chg="mod">
          <ac:chgData name="Silvan Herrema" userId="ed98592e-3651-4b78-88f7-9ee562f237a8" providerId="ADAL" clId="{D5C980EE-20CB-4FF0-8EEE-AE07908C0C48}" dt="2021-10-04T08:51:06.989" v="2243" actId="20577"/>
          <ac:spMkLst>
            <pc:docMk/>
            <pc:sldMk cId="1015584485" sldId="267"/>
            <ac:spMk id="2" creationId="{9A8766FB-C8AE-4D78-AF3A-842EA4066345}"/>
          </ac:spMkLst>
        </pc:spChg>
        <pc:spChg chg="add del mod">
          <ac:chgData name="Silvan Herrema" userId="ed98592e-3651-4b78-88f7-9ee562f237a8" providerId="ADAL" clId="{D5C980EE-20CB-4FF0-8EEE-AE07908C0C48}" dt="2021-10-04T09:36:01.738" v="2346" actId="20577"/>
          <ac:spMkLst>
            <pc:docMk/>
            <pc:sldMk cId="1015584485" sldId="267"/>
            <ac:spMk id="3" creationId="{2B9AA2AC-4469-4848-9D43-A18521C6F5FB}"/>
          </ac:spMkLst>
        </pc:spChg>
        <pc:picChg chg="add del mod">
          <ac:chgData name="Silvan Herrema" userId="ed98592e-3651-4b78-88f7-9ee562f237a8" providerId="ADAL" clId="{D5C980EE-20CB-4FF0-8EEE-AE07908C0C48}" dt="2021-09-07T10:41:49.145" v="2004" actId="22"/>
          <ac:picMkLst>
            <pc:docMk/>
            <pc:sldMk cId="1015584485" sldId="267"/>
            <ac:picMk id="5" creationId="{F9B5BB01-8CD2-4898-B6F2-51D5B65F8F13}"/>
          </ac:picMkLst>
        </pc:picChg>
        <pc:picChg chg="add del mod ord">
          <ac:chgData name="Silvan Herrema" userId="ed98592e-3651-4b78-88f7-9ee562f237a8" providerId="ADAL" clId="{D5C980EE-20CB-4FF0-8EEE-AE07908C0C48}" dt="2021-09-07T10:41:47.383" v="1999" actId="22"/>
          <ac:picMkLst>
            <pc:docMk/>
            <pc:sldMk cId="1015584485" sldId="267"/>
            <ac:picMk id="7" creationId="{1E2C6A66-1B4F-4DB3-BF32-580BE28D2663}"/>
          </ac:picMkLst>
        </pc:picChg>
      </pc:sldChg>
      <pc:sldChg chg="modSp add mod">
        <pc:chgData name="Silvan Herrema" userId="ed98592e-3651-4b78-88f7-9ee562f237a8" providerId="ADAL" clId="{D5C980EE-20CB-4FF0-8EEE-AE07908C0C48}" dt="2021-10-04T09:35:56.667" v="2341" actId="20577"/>
        <pc:sldMkLst>
          <pc:docMk/>
          <pc:sldMk cId="4015446841" sldId="268"/>
        </pc:sldMkLst>
        <pc:spChg chg="mod">
          <ac:chgData name="Silvan Herrema" userId="ed98592e-3651-4b78-88f7-9ee562f237a8" providerId="ADAL" clId="{D5C980EE-20CB-4FF0-8EEE-AE07908C0C48}" dt="2021-10-04T08:50:59.296" v="2228" actId="20577"/>
          <ac:spMkLst>
            <pc:docMk/>
            <pc:sldMk cId="4015446841" sldId="268"/>
            <ac:spMk id="2" creationId="{9A8766FB-C8AE-4D78-AF3A-842EA4066345}"/>
          </ac:spMkLst>
        </pc:spChg>
        <pc:spChg chg="mod">
          <ac:chgData name="Silvan Herrema" userId="ed98592e-3651-4b78-88f7-9ee562f237a8" providerId="ADAL" clId="{D5C980EE-20CB-4FF0-8EEE-AE07908C0C48}" dt="2021-10-04T09:35:56.667" v="2341" actId="20577"/>
          <ac:spMkLst>
            <pc:docMk/>
            <pc:sldMk cId="4015446841" sldId="268"/>
            <ac:spMk id="3" creationId="{2B9AA2AC-4469-4848-9D43-A18521C6F5F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23EAE0-D171-42DC-B21D-8FC9E7B08E66}" type="doc">
      <dgm:prSet loTypeId="urn:microsoft.com/office/officeart/2008/layout/VerticalAccentList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nl-NL"/>
        </a:p>
      </dgm:t>
    </dgm:pt>
    <dgm:pt modelId="{D0609BB4-CB21-4257-8F5A-0A131CE11783}">
      <dgm:prSet/>
      <dgm:spPr/>
      <dgm:t>
        <a:bodyPr/>
        <a:lstStyle/>
        <a:p>
          <a:r>
            <a:rPr lang="en-US" dirty="0"/>
            <a:t>Week 2: </a:t>
          </a:r>
          <a:r>
            <a:rPr lang="en-US" dirty="0" err="1"/>
            <a:t>Installeren</a:t>
          </a:r>
          <a:r>
            <a:rPr lang="en-US" dirty="0"/>
            <a:t>, taal, print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rekenen</a:t>
          </a:r>
          <a:endParaRPr lang="nl-NL" dirty="0"/>
        </a:p>
      </dgm:t>
    </dgm:pt>
    <dgm:pt modelId="{10ACC238-422C-426C-9298-ABC575E23DB3}" type="parTrans" cxnId="{0E4AC965-6B02-46C7-9F82-43315E3E38CB}">
      <dgm:prSet/>
      <dgm:spPr/>
      <dgm:t>
        <a:bodyPr/>
        <a:lstStyle/>
        <a:p>
          <a:endParaRPr lang="nl-NL"/>
        </a:p>
      </dgm:t>
    </dgm:pt>
    <dgm:pt modelId="{B752380E-9E27-43B7-8328-EAEC303B1AC1}" type="sibTrans" cxnId="{0E4AC965-6B02-46C7-9F82-43315E3E38CB}">
      <dgm:prSet/>
      <dgm:spPr/>
      <dgm:t>
        <a:bodyPr/>
        <a:lstStyle/>
        <a:p>
          <a:endParaRPr lang="nl-NL"/>
        </a:p>
      </dgm:t>
    </dgm:pt>
    <dgm:pt modelId="{0FC729B9-E7DF-4310-B31A-3A5B19F7782F}">
      <dgm:prSet/>
      <dgm:spPr/>
      <dgm:t>
        <a:bodyPr/>
        <a:lstStyle/>
        <a:p>
          <a:r>
            <a:rPr lang="en-US" dirty="0"/>
            <a:t>Week 3: If statements</a:t>
          </a:r>
          <a:endParaRPr lang="nl-NL" dirty="0"/>
        </a:p>
      </dgm:t>
    </dgm:pt>
    <dgm:pt modelId="{568ADDBB-A5A1-4604-BB3C-9478A277D917}" type="parTrans" cxnId="{E04BFA35-4FD1-45C6-A0ED-BDCCF2799D92}">
      <dgm:prSet/>
      <dgm:spPr/>
      <dgm:t>
        <a:bodyPr/>
        <a:lstStyle/>
        <a:p>
          <a:endParaRPr lang="nl-NL"/>
        </a:p>
      </dgm:t>
    </dgm:pt>
    <dgm:pt modelId="{EDE56B3D-ACBD-438B-830E-B966993E55D1}" type="sibTrans" cxnId="{E04BFA35-4FD1-45C6-A0ED-BDCCF2799D92}">
      <dgm:prSet/>
      <dgm:spPr/>
      <dgm:t>
        <a:bodyPr/>
        <a:lstStyle/>
        <a:p>
          <a:endParaRPr lang="nl-NL"/>
        </a:p>
      </dgm:t>
    </dgm:pt>
    <dgm:pt modelId="{4C3C6289-E8FB-4400-B67F-C005DDF5EC90}">
      <dgm:prSet/>
      <dgm:spPr/>
      <dgm:t>
        <a:bodyPr/>
        <a:lstStyle/>
        <a:p>
          <a:r>
            <a:rPr lang="en-US" b="1" dirty="0"/>
            <a:t>Week 4: DOM</a:t>
          </a:r>
          <a:endParaRPr lang="nl-NL" b="1" dirty="0"/>
        </a:p>
      </dgm:t>
    </dgm:pt>
    <dgm:pt modelId="{5D99EA43-0F03-4684-906F-AF62C702E918}" type="parTrans" cxnId="{5CA6BC70-742E-417D-8802-8766888DDE60}">
      <dgm:prSet/>
      <dgm:spPr/>
      <dgm:t>
        <a:bodyPr/>
        <a:lstStyle/>
        <a:p>
          <a:endParaRPr lang="nl-NL"/>
        </a:p>
      </dgm:t>
    </dgm:pt>
    <dgm:pt modelId="{B56D2949-C330-4BEF-A591-A35AF7729BE6}" type="sibTrans" cxnId="{5CA6BC70-742E-417D-8802-8766888DDE60}">
      <dgm:prSet/>
      <dgm:spPr/>
      <dgm:t>
        <a:bodyPr/>
        <a:lstStyle/>
        <a:p>
          <a:endParaRPr lang="nl-NL"/>
        </a:p>
      </dgm:t>
    </dgm:pt>
    <dgm:pt modelId="{8296A143-C2C3-4549-B08D-9D359DEB9D6E}">
      <dgm:prSet/>
      <dgm:spPr/>
      <dgm:t>
        <a:bodyPr/>
        <a:lstStyle/>
        <a:p>
          <a:r>
            <a:rPr lang="en-US" dirty="0"/>
            <a:t>Week 5: </a:t>
          </a:r>
          <a:r>
            <a:rPr lang="en-US" dirty="0" err="1"/>
            <a:t>Functies</a:t>
          </a:r>
          <a:endParaRPr lang="nl-NL" dirty="0"/>
        </a:p>
      </dgm:t>
    </dgm:pt>
    <dgm:pt modelId="{88312726-50E1-4018-B932-4759A15E3FC1}" type="parTrans" cxnId="{674F6737-755D-480A-869F-294D3154EF61}">
      <dgm:prSet/>
      <dgm:spPr/>
      <dgm:t>
        <a:bodyPr/>
        <a:lstStyle/>
        <a:p>
          <a:endParaRPr lang="nl-NL"/>
        </a:p>
      </dgm:t>
    </dgm:pt>
    <dgm:pt modelId="{E5D543A4-9861-44C5-BB52-E2223A35712F}" type="sibTrans" cxnId="{674F6737-755D-480A-869F-294D3154EF61}">
      <dgm:prSet/>
      <dgm:spPr/>
      <dgm:t>
        <a:bodyPr/>
        <a:lstStyle/>
        <a:p>
          <a:endParaRPr lang="nl-NL"/>
        </a:p>
      </dgm:t>
    </dgm:pt>
    <dgm:pt modelId="{D9521F5E-4AA0-4164-A523-D9803F1B76D4}">
      <dgm:prSet/>
      <dgm:spPr/>
      <dgm:t>
        <a:bodyPr/>
        <a:lstStyle/>
        <a:p>
          <a:r>
            <a:rPr lang="en-US" dirty="0"/>
            <a:t>Week 6: </a:t>
          </a:r>
          <a:r>
            <a:rPr lang="en-US" dirty="0" err="1"/>
            <a:t>Herhaling</a:t>
          </a:r>
          <a:endParaRPr lang="nl-NL" dirty="0"/>
        </a:p>
      </dgm:t>
    </dgm:pt>
    <dgm:pt modelId="{E7A4E99B-D959-4DA7-83DD-AAA3832447AF}" type="parTrans" cxnId="{8F107A9C-81FA-4CA4-9F57-2FDF22264C38}">
      <dgm:prSet/>
      <dgm:spPr/>
      <dgm:t>
        <a:bodyPr/>
        <a:lstStyle/>
        <a:p>
          <a:endParaRPr lang="nl-NL"/>
        </a:p>
      </dgm:t>
    </dgm:pt>
    <dgm:pt modelId="{F177A75E-AE4D-406D-BC78-E689DD82606B}" type="sibTrans" cxnId="{8F107A9C-81FA-4CA4-9F57-2FDF22264C38}">
      <dgm:prSet/>
      <dgm:spPr/>
      <dgm:t>
        <a:bodyPr/>
        <a:lstStyle/>
        <a:p>
          <a:endParaRPr lang="nl-NL"/>
        </a:p>
      </dgm:t>
    </dgm:pt>
    <dgm:pt modelId="{27D2336D-31F6-4A93-9498-D244CA73B646}">
      <dgm:prSet/>
      <dgm:spPr/>
      <dgm:t>
        <a:bodyPr/>
        <a:lstStyle/>
        <a:p>
          <a:r>
            <a:rPr lang="en-US" dirty="0"/>
            <a:t>Week 7: Loops</a:t>
          </a:r>
          <a:endParaRPr lang="nl-NL" dirty="0"/>
        </a:p>
      </dgm:t>
    </dgm:pt>
    <dgm:pt modelId="{8CB7C3D1-8ADE-44A1-A3A6-8225D719EE45}" type="parTrans" cxnId="{1A2B63A1-4691-477D-BF14-EBFDC4BA9E6A}">
      <dgm:prSet/>
      <dgm:spPr/>
      <dgm:t>
        <a:bodyPr/>
        <a:lstStyle/>
        <a:p>
          <a:endParaRPr lang="nl-NL"/>
        </a:p>
      </dgm:t>
    </dgm:pt>
    <dgm:pt modelId="{35CD8E67-CE33-49E6-888F-22BF68D0385B}" type="sibTrans" cxnId="{1A2B63A1-4691-477D-BF14-EBFDC4BA9E6A}">
      <dgm:prSet/>
      <dgm:spPr/>
      <dgm:t>
        <a:bodyPr/>
        <a:lstStyle/>
        <a:p>
          <a:endParaRPr lang="nl-NL"/>
        </a:p>
      </dgm:t>
    </dgm:pt>
    <dgm:pt modelId="{5A8819EB-198A-43BA-B77C-1C9FDCC205E2}">
      <dgm:prSet/>
      <dgm:spPr/>
      <dgm:t>
        <a:bodyPr/>
        <a:lstStyle/>
        <a:p>
          <a:r>
            <a:rPr lang="en-US" dirty="0"/>
            <a:t>Week 8: </a:t>
          </a:r>
          <a:r>
            <a:rPr lang="en-US" dirty="0" err="1"/>
            <a:t>Herhaling</a:t>
          </a:r>
          <a:r>
            <a:rPr lang="en-US" dirty="0"/>
            <a:t> + </a:t>
          </a:r>
          <a:r>
            <a:rPr lang="en-US" dirty="0" err="1"/>
            <a:t>aftekenen</a:t>
          </a:r>
          <a:endParaRPr lang="nl-NL" dirty="0"/>
        </a:p>
      </dgm:t>
    </dgm:pt>
    <dgm:pt modelId="{F2745E29-2BA8-4D85-9AF3-FFB7D72F14A2}" type="parTrans" cxnId="{D0BEF843-9777-4F44-B3AF-92BDB058F36A}">
      <dgm:prSet/>
      <dgm:spPr/>
      <dgm:t>
        <a:bodyPr/>
        <a:lstStyle/>
        <a:p>
          <a:endParaRPr lang="nl-NL"/>
        </a:p>
      </dgm:t>
    </dgm:pt>
    <dgm:pt modelId="{FBDF3963-B1BF-456C-AF37-7EDC6A7691AC}" type="sibTrans" cxnId="{D0BEF843-9777-4F44-B3AF-92BDB058F36A}">
      <dgm:prSet/>
      <dgm:spPr/>
      <dgm:t>
        <a:bodyPr/>
        <a:lstStyle/>
        <a:p>
          <a:endParaRPr lang="nl-NL"/>
        </a:p>
      </dgm:t>
    </dgm:pt>
    <dgm:pt modelId="{294D7217-6669-4552-BE9C-C6FDF585D051}" type="pres">
      <dgm:prSet presAssocID="{3B23EAE0-D171-42DC-B21D-8FC9E7B08E66}" presName="Name0" presStyleCnt="0">
        <dgm:presLayoutVars>
          <dgm:chMax/>
          <dgm:chPref/>
          <dgm:dir/>
        </dgm:presLayoutVars>
      </dgm:prSet>
      <dgm:spPr/>
    </dgm:pt>
    <dgm:pt modelId="{5820B6FD-D4B7-4139-B292-F7E4AEB01EAC}" type="pres">
      <dgm:prSet presAssocID="{D0609BB4-CB21-4257-8F5A-0A131CE11783}" presName="parenttextcomposite" presStyleCnt="0"/>
      <dgm:spPr/>
    </dgm:pt>
    <dgm:pt modelId="{B557E114-E1D9-4C4D-9239-96B1C2BCFF1C}" type="pres">
      <dgm:prSet presAssocID="{D0609BB4-CB21-4257-8F5A-0A131CE11783}" presName="parenttext" presStyleLbl="revTx" presStyleIdx="0" presStyleCnt="7">
        <dgm:presLayoutVars>
          <dgm:chMax/>
          <dgm:chPref val="2"/>
          <dgm:bulletEnabled val="1"/>
        </dgm:presLayoutVars>
      </dgm:prSet>
      <dgm:spPr/>
    </dgm:pt>
    <dgm:pt modelId="{2495EBA7-161F-42B7-A6A2-08DF3AB6FEB1}" type="pres">
      <dgm:prSet presAssocID="{D0609BB4-CB21-4257-8F5A-0A131CE11783}" presName="parallelogramComposite" presStyleCnt="0"/>
      <dgm:spPr/>
    </dgm:pt>
    <dgm:pt modelId="{20867D2B-5FD6-4F1A-9136-1A8BB3C3431D}" type="pres">
      <dgm:prSet presAssocID="{D0609BB4-CB21-4257-8F5A-0A131CE11783}" presName="parallelogram1" presStyleLbl="alignNode1" presStyleIdx="0" presStyleCnt="49"/>
      <dgm:spPr/>
    </dgm:pt>
    <dgm:pt modelId="{9B64B99D-B6EB-4407-A56B-B26E586E4840}" type="pres">
      <dgm:prSet presAssocID="{D0609BB4-CB21-4257-8F5A-0A131CE11783}" presName="parallelogram2" presStyleLbl="alignNode1" presStyleIdx="1" presStyleCnt="49"/>
      <dgm:spPr/>
    </dgm:pt>
    <dgm:pt modelId="{87156E09-314E-4355-B13E-F43A7C644B09}" type="pres">
      <dgm:prSet presAssocID="{D0609BB4-CB21-4257-8F5A-0A131CE11783}" presName="parallelogram3" presStyleLbl="alignNode1" presStyleIdx="2" presStyleCnt="49"/>
      <dgm:spPr/>
    </dgm:pt>
    <dgm:pt modelId="{80067E1D-F26F-4DF9-9837-FEF2FE1F8C86}" type="pres">
      <dgm:prSet presAssocID="{D0609BB4-CB21-4257-8F5A-0A131CE11783}" presName="parallelogram4" presStyleLbl="alignNode1" presStyleIdx="3" presStyleCnt="49"/>
      <dgm:spPr/>
    </dgm:pt>
    <dgm:pt modelId="{7DFC166C-1AB9-4126-A2AA-42BB3A34E122}" type="pres">
      <dgm:prSet presAssocID="{D0609BB4-CB21-4257-8F5A-0A131CE11783}" presName="parallelogram5" presStyleLbl="alignNode1" presStyleIdx="4" presStyleCnt="49"/>
      <dgm:spPr/>
    </dgm:pt>
    <dgm:pt modelId="{AF09BA88-F0C9-469F-91E3-522C94DEA235}" type="pres">
      <dgm:prSet presAssocID="{D0609BB4-CB21-4257-8F5A-0A131CE11783}" presName="parallelogram6" presStyleLbl="alignNode1" presStyleIdx="5" presStyleCnt="49"/>
      <dgm:spPr/>
    </dgm:pt>
    <dgm:pt modelId="{04400070-4782-497B-8DB4-18877A179760}" type="pres">
      <dgm:prSet presAssocID="{D0609BB4-CB21-4257-8F5A-0A131CE11783}" presName="parallelogram7" presStyleLbl="alignNode1" presStyleIdx="6" presStyleCnt="49"/>
      <dgm:spPr/>
    </dgm:pt>
    <dgm:pt modelId="{3B471842-1B00-41C0-A334-A1921FF0733E}" type="pres">
      <dgm:prSet presAssocID="{B752380E-9E27-43B7-8328-EAEC303B1AC1}" presName="sibTrans" presStyleCnt="0"/>
      <dgm:spPr/>
    </dgm:pt>
    <dgm:pt modelId="{A975E1F6-A474-4E08-87CF-61660CC0A8F6}" type="pres">
      <dgm:prSet presAssocID="{0FC729B9-E7DF-4310-B31A-3A5B19F7782F}" presName="parenttextcomposite" presStyleCnt="0"/>
      <dgm:spPr/>
    </dgm:pt>
    <dgm:pt modelId="{1A91D6A2-1503-4C75-B819-D0B436F4586F}" type="pres">
      <dgm:prSet presAssocID="{0FC729B9-E7DF-4310-B31A-3A5B19F7782F}" presName="parenttext" presStyleLbl="revTx" presStyleIdx="1" presStyleCnt="7">
        <dgm:presLayoutVars>
          <dgm:chMax/>
          <dgm:chPref val="2"/>
          <dgm:bulletEnabled val="1"/>
        </dgm:presLayoutVars>
      </dgm:prSet>
      <dgm:spPr/>
    </dgm:pt>
    <dgm:pt modelId="{18E65317-5869-4072-885B-6F041BFA6734}" type="pres">
      <dgm:prSet presAssocID="{0FC729B9-E7DF-4310-B31A-3A5B19F7782F}" presName="parallelogramComposite" presStyleCnt="0"/>
      <dgm:spPr/>
    </dgm:pt>
    <dgm:pt modelId="{295ED12C-F7F1-494A-BD78-69317A6A0C0B}" type="pres">
      <dgm:prSet presAssocID="{0FC729B9-E7DF-4310-B31A-3A5B19F7782F}" presName="parallelogram1" presStyleLbl="alignNode1" presStyleIdx="7" presStyleCnt="49"/>
      <dgm:spPr/>
    </dgm:pt>
    <dgm:pt modelId="{827261DC-FCEF-4D46-BC9F-9D33CB7B7D01}" type="pres">
      <dgm:prSet presAssocID="{0FC729B9-E7DF-4310-B31A-3A5B19F7782F}" presName="parallelogram2" presStyleLbl="alignNode1" presStyleIdx="8" presStyleCnt="49"/>
      <dgm:spPr/>
    </dgm:pt>
    <dgm:pt modelId="{A5D07E6E-C4F9-44BA-AFCA-AE9A19C9B495}" type="pres">
      <dgm:prSet presAssocID="{0FC729B9-E7DF-4310-B31A-3A5B19F7782F}" presName="parallelogram3" presStyleLbl="alignNode1" presStyleIdx="9" presStyleCnt="49"/>
      <dgm:spPr/>
    </dgm:pt>
    <dgm:pt modelId="{B991C3B6-A783-4610-BAF8-714E9999D4AF}" type="pres">
      <dgm:prSet presAssocID="{0FC729B9-E7DF-4310-B31A-3A5B19F7782F}" presName="parallelogram4" presStyleLbl="alignNode1" presStyleIdx="10" presStyleCnt="49"/>
      <dgm:spPr/>
    </dgm:pt>
    <dgm:pt modelId="{5BCBE4EA-189F-40D3-9E69-20B58AB442D9}" type="pres">
      <dgm:prSet presAssocID="{0FC729B9-E7DF-4310-B31A-3A5B19F7782F}" presName="parallelogram5" presStyleLbl="alignNode1" presStyleIdx="11" presStyleCnt="49"/>
      <dgm:spPr/>
    </dgm:pt>
    <dgm:pt modelId="{83335BCC-E7C3-42B9-87A3-1D39C50C54FB}" type="pres">
      <dgm:prSet presAssocID="{0FC729B9-E7DF-4310-B31A-3A5B19F7782F}" presName="parallelogram6" presStyleLbl="alignNode1" presStyleIdx="12" presStyleCnt="49"/>
      <dgm:spPr/>
    </dgm:pt>
    <dgm:pt modelId="{5DF902AF-5C71-4DC3-B236-2A00EC154C5E}" type="pres">
      <dgm:prSet presAssocID="{0FC729B9-E7DF-4310-B31A-3A5B19F7782F}" presName="parallelogram7" presStyleLbl="alignNode1" presStyleIdx="13" presStyleCnt="49"/>
      <dgm:spPr/>
    </dgm:pt>
    <dgm:pt modelId="{B2F28D21-2233-4D62-A4F8-24F1F0C01B14}" type="pres">
      <dgm:prSet presAssocID="{EDE56B3D-ACBD-438B-830E-B966993E55D1}" presName="sibTrans" presStyleCnt="0"/>
      <dgm:spPr/>
    </dgm:pt>
    <dgm:pt modelId="{69FA08D4-A7A4-4714-8CB3-B535F03C5F62}" type="pres">
      <dgm:prSet presAssocID="{4C3C6289-E8FB-4400-B67F-C005DDF5EC90}" presName="parenttextcomposite" presStyleCnt="0"/>
      <dgm:spPr/>
    </dgm:pt>
    <dgm:pt modelId="{7A9927DA-D02D-481C-84D3-B9F7C8AB40B4}" type="pres">
      <dgm:prSet presAssocID="{4C3C6289-E8FB-4400-B67F-C005DDF5EC90}" presName="parenttext" presStyleLbl="revTx" presStyleIdx="2" presStyleCnt="7">
        <dgm:presLayoutVars>
          <dgm:chMax/>
          <dgm:chPref val="2"/>
          <dgm:bulletEnabled val="1"/>
        </dgm:presLayoutVars>
      </dgm:prSet>
      <dgm:spPr/>
    </dgm:pt>
    <dgm:pt modelId="{7E5A09B1-AA34-4829-9544-D3B451FD06D9}" type="pres">
      <dgm:prSet presAssocID="{4C3C6289-E8FB-4400-B67F-C005DDF5EC90}" presName="parallelogramComposite" presStyleCnt="0"/>
      <dgm:spPr/>
    </dgm:pt>
    <dgm:pt modelId="{637A8861-A6DF-4C4D-9D21-A8CCCFAE08D9}" type="pres">
      <dgm:prSet presAssocID="{4C3C6289-E8FB-4400-B67F-C005DDF5EC90}" presName="parallelogram1" presStyleLbl="alignNode1" presStyleIdx="14" presStyleCnt="49"/>
      <dgm:spPr/>
    </dgm:pt>
    <dgm:pt modelId="{9F01C0FB-54FD-4C1E-90D3-0D00B0FDEBDD}" type="pres">
      <dgm:prSet presAssocID="{4C3C6289-E8FB-4400-B67F-C005DDF5EC90}" presName="parallelogram2" presStyleLbl="alignNode1" presStyleIdx="15" presStyleCnt="49"/>
      <dgm:spPr/>
    </dgm:pt>
    <dgm:pt modelId="{598704E0-B0D1-44F7-AE2C-E7BE43532627}" type="pres">
      <dgm:prSet presAssocID="{4C3C6289-E8FB-4400-B67F-C005DDF5EC90}" presName="parallelogram3" presStyleLbl="alignNode1" presStyleIdx="16" presStyleCnt="49"/>
      <dgm:spPr/>
    </dgm:pt>
    <dgm:pt modelId="{A972860E-22ED-4987-BF7B-6F7F651EEFFA}" type="pres">
      <dgm:prSet presAssocID="{4C3C6289-E8FB-4400-B67F-C005DDF5EC90}" presName="parallelogram4" presStyleLbl="alignNode1" presStyleIdx="17" presStyleCnt="49"/>
      <dgm:spPr/>
    </dgm:pt>
    <dgm:pt modelId="{15400B1A-3D48-4688-A024-0ADCB97019AE}" type="pres">
      <dgm:prSet presAssocID="{4C3C6289-E8FB-4400-B67F-C005DDF5EC90}" presName="parallelogram5" presStyleLbl="alignNode1" presStyleIdx="18" presStyleCnt="49"/>
      <dgm:spPr/>
    </dgm:pt>
    <dgm:pt modelId="{BE022EAB-2422-42E7-8ABB-0278A1006DB6}" type="pres">
      <dgm:prSet presAssocID="{4C3C6289-E8FB-4400-B67F-C005DDF5EC90}" presName="parallelogram6" presStyleLbl="alignNode1" presStyleIdx="19" presStyleCnt="49"/>
      <dgm:spPr/>
    </dgm:pt>
    <dgm:pt modelId="{F3C98239-BF91-41C8-97D0-8166264D9AF9}" type="pres">
      <dgm:prSet presAssocID="{4C3C6289-E8FB-4400-B67F-C005DDF5EC90}" presName="parallelogram7" presStyleLbl="alignNode1" presStyleIdx="20" presStyleCnt="49"/>
      <dgm:spPr/>
    </dgm:pt>
    <dgm:pt modelId="{D1A30FEE-B9D0-4AEB-9530-D88B69F828B1}" type="pres">
      <dgm:prSet presAssocID="{B56D2949-C330-4BEF-A591-A35AF7729BE6}" presName="sibTrans" presStyleCnt="0"/>
      <dgm:spPr/>
    </dgm:pt>
    <dgm:pt modelId="{B9C24A40-44D0-4230-9FAB-1B16B480FA3F}" type="pres">
      <dgm:prSet presAssocID="{8296A143-C2C3-4549-B08D-9D359DEB9D6E}" presName="parenttextcomposite" presStyleCnt="0"/>
      <dgm:spPr/>
    </dgm:pt>
    <dgm:pt modelId="{9C20FB31-2839-40CE-B64B-CB1903969505}" type="pres">
      <dgm:prSet presAssocID="{8296A143-C2C3-4549-B08D-9D359DEB9D6E}" presName="parenttext" presStyleLbl="revTx" presStyleIdx="3" presStyleCnt="7">
        <dgm:presLayoutVars>
          <dgm:chMax/>
          <dgm:chPref val="2"/>
          <dgm:bulletEnabled val="1"/>
        </dgm:presLayoutVars>
      </dgm:prSet>
      <dgm:spPr/>
    </dgm:pt>
    <dgm:pt modelId="{0E3EF4B5-811F-4C91-85CF-08D82757094D}" type="pres">
      <dgm:prSet presAssocID="{8296A143-C2C3-4549-B08D-9D359DEB9D6E}" presName="parallelogramComposite" presStyleCnt="0"/>
      <dgm:spPr/>
    </dgm:pt>
    <dgm:pt modelId="{900C5232-D653-488B-999C-1B0C07FB6C48}" type="pres">
      <dgm:prSet presAssocID="{8296A143-C2C3-4549-B08D-9D359DEB9D6E}" presName="parallelogram1" presStyleLbl="alignNode1" presStyleIdx="21" presStyleCnt="49"/>
      <dgm:spPr/>
    </dgm:pt>
    <dgm:pt modelId="{685C658B-73ED-41DE-B4B1-AED51217A13B}" type="pres">
      <dgm:prSet presAssocID="{8296A143-C2C3-4549-B08D-9D359DEB9D6E}" presName="parallelogram2" presStyleLbl="alignNode1" presStyleIdx="22" presStyleCnt="49"/>
      <dgm:spPr/>
    </dgm:pt>
    <dgm:pt modelId="{0F8075AF-5905-409B-8997-4EA5DB409C1A}" type="pres">
      <dgm:prSet presAssocID="{8296A143-C2C3-4549-B08D-9D359DEB9D6E}" presName="parallelogram3" presStyleLbl="alignNode1" presStyleIdx="23" presStyleCnt="49"/>
      <dgm:spPr/>
    </dgm:pt>
    <dgm:pt modelId="{E38B7A07-BFF3-445D-A0B9-74C6AA77C9C4}" type="pres">
      <dgm:prSet presAssocID="{8296A143-C2C3-4549-B08D-9D359DEB9D6E}" presName="parallelogram4" presStyleLbl="alignNode1" presStyleIdx="24" presStyleCnt="49"/>
      <dgm:spPr/>
    </dgm:pt>
    <dgm:pt modelId="{839385B2-FE86-4565-AB6C-F88C48765E26}" type="pres">
      <dgm:prSet presAssocID="{8296A143-C2C3-4549-B08D-9D359DEB9D6E}" presName="parallelogram5" presStyleLbl="alignNode1" presStyleIdx="25" presStyleCnt="49"/>
      <dgm:spPr/>
    </dgm:pt>
    <dgm:pt modelId="{2764AAC8-B63C-4B4E-A54A-1728659D5C01}" type="pres">
      <dgm:prSet presAssocID="{8296A143-C2C3-4549-B08D-9D359DEB9D6E}" presName="parallelogram6" presStyleLbl="alignNode1" presStyleIdx="26" presStyleCnt="49"/>
      <dgm:spPr/>
    </dgm:pt>
    <dgm:pt modelId="{8B734326-5460-4C67-912E-A5F250D64E24}" type="pres">
      <dgm:prSet presAssocID="{8296A143-C2C3-4549-B08D-9D359DEB9D6E}" presName="parallelogram7" presStyleLbl="alignNode1" presStyleIdx="27" presStyleCnt="49"/>
      <dgm:spPr/>
    </dgm:pt>
    <dgm:pt modelId="{E8E07A25-B302-4754-A0DA-E4AD183FB937}" type="pres">
      <dgm:prSet presAssocID="{E5D543A4-9861-44C5-BB52-E2223A35712F}" presName="sibTrans" presStyleCnt="0"/>
      <dgm:spPr/>
    </dgm:pt>
    <dgm:pt modelId="{710A83B9-1925-4D63-A486-6D945D485D20}" type="pres">
      <dgm:prSet presAssocID="{D9521F5E-4AA0-4164-A523-D9803F1B76D4}" presName="parenttextcomposite" presStyleCnt="0"/>
      <dgm:spPr/>
    </dgm:pt>
    <dgm:pt modelId="{8EC4037C-32CC-42B0-ABA7-FA49E07435BC}" type="pres">
      <dgm:prSet presAssocID="{D9521F5E-4AA0-4164-A523-D9803F1B76D4}" presName="parenttext" presStyleLbl="revTx" presStyleIdx="4" presStyleCnt="7">
        <dgm:presLayoutVars>
          <dgm:chMax/>
          <dgm:chPref val="2"/>
          <dgm:bulletEnabled val="1"/>
        </dgm:presLayoutVars>
      </dgm:prSet>
      <dgm:spPr/>
    </dgm:pt>
    <dgm:pt modelId="{77E6BAAD-FF67-4EAA-88DE-B9B38AB7B256}" type="pres">
      <dgm:prSet presAssocID="{D9521F5E-4AA0-4164-A523-D9803F1B76D4}" presName="parallelogramComposite" presStyleCnt="0"/>
      <dgm:spPr/>
    </dgm:pt>
    <dgm:pt modelId="{99F00746-1039-4736-A44B-EBAAD4473FAC}" type="pres">
      <dgm:prSet presAssocID="{D9521F5E-4AA0-4164-A523-D9803F1B76D4}" presName="parallelogram1" presStyleLbl="alignNode1" presStyleIdx="28" presStyleCnt="49"/>
      <dgm:spPr/>
    </dgm:pt>
    <dgm:pt modelId="{5052A025-623B-4B4D-A63D-C8300F2365FD}" type="pres">
      <dgm:prSet presAssocID="{D9521F5E-4AA0-4164-A523-D9803F1B76D4}" presName="parallelogram2" presStyleLbl="alignNode1" presStyleIdx="29" presStyleCnt="49"/>
      <dgm:spPr/>
    </dgm:pt>
    <dgm:pt modelId="{EC5147B7-D46C-42C6-ADE8-70346B8984F7}" type="pres">
      <dgm:prSet presAssocID="{D9521F5E-4AA0-4164-A523-D9803F1B76D4}" presName="parallelogram3" presStyleLbl="alignNode1" presStyleIdx="30" presStyleCnt="49"/>
      <dgm:spPr/>
    </dgm:pt>
    <dgm:pt modelId="{81C3608D-3214-4CD8-AFCF-203BADF81C6C}" type="pres">
      <dgm:prSet presAssocID="{D9521F5E-4AA0-4164-A523-D9803F1B76D4}" presName="parallelogram4" presStyleLbl="alignNode1" presStyleIdx="31" presStyleCnt="49"/>
      <dgm:spPr/>
    </dgm:pt>
    <dgm:pt modelId="{4972E323-1E8D-44F9-886F-9A49346E7800}" type="pres">
      <dgm:prSet presAssocID="{D9521F5E-4AA0-4164-A523-D9803F1B76D4}" presName="parallelogram5" presStyleLbl="alignNode1" presStyleIdx="32" presStyleCnt="49"/>
      <dgm:spPr/>
    </dgm:pt>
    <dgm:pt modelId="{46BB473E-679B-4EEE-937B-CDBA6FFEBE88}" type="pres">
      <dgm:prSet presAssocID="{D9521F5E-4AA0-4164-A523-D9803F1B76D4}" presName="parallelogram6" presStyleLbl="alignNode1" presStyleIdx="33" presStyleCnt="49"/>
      <dgm:spPr/>
    </dgm:pt>
    <dgm:pt modelId="{2CB0D268-3807-4D79-8294-C5CAA84EE9A8}" type="pres">
      <dgm:prSet presAssocID="{D9521F5E-4AA0-4164-A523-D9803F1B76D4}" presName="parallelogram7" presStyleLbl="alignNode1" presStyleIdx="34" presStyleCnt="49"/>
      <dgm:spPr/>
    </dgm:pt>
    <dgm:pt modelId="{D1A7EC0A-67FC-4A7E-A8CF-3A5F6F386105}" type="pres">
      <dgm:prSet presAssocID="{F177A75E-AE4D-406D-BC78-E689DD82606B}" presName="sibTrans" presStyleCnt="0"/>
      <dgm:spPr/>
    </dgm:pt>
    <dgm:pt modelId="{2EFF6B2F-6F48-40C4-A824-9595E2AAED50}" type="pres">
      <dgm:prSet presAssocID="{27D2336D-31F6-4A93-9498-D244CA73B646}" presName="parenttextcomposite" presStyleCnt="0"/>
      <dgm:spPr/>
    </dgm:pt>
    <dgm:pt modelId="{F153A0F5-634A-444B-B563-9E4F846E5CB7}" type="pres">
      <dgm:prSet presAssocID="{27D2336D-31F6-4A93-9498-D244CA73B646}" presName="parenttext" presStyleLbl="revTx" presStyleIdx="5" presStyleCnt="7">
        <dgm:presLayoutVars>
          <dgm:chMax/>
          <dgm:chPref val="2"/>
          <dgm:bulletEnabled val="1"/>
        </dgm:presLayoutVars>
      </dgm:prSet>
      <dgm:spPr/>
    </dgm:pt>
    <dgm:pt modelId="{6891CAED-026D-4BA5-9EC3-F84AF4620CB8}" type="pres">
      <dgm:prSet presAssocID="{27D2336D-31F6-4A93-9498-D244CA73B646}" presName="parallelogramComposite" presStyleCnt="0"/>
      <dgm:spPr/>
    </dgm:pt>
    <dgm:pt modelId="{3E348FCE-729C-4992-A246-28855999E665}" type="pres">
      <dgm:prSet presAssocID="{27D2336D-31F6-4A93-9498-D244CA73B646}" presName="parallelogram1" presStyleLbl="alignNode1" presStyleIdx="35" presStyleCnt="49"/>
      <dgm:spPr/>
    </dgm:pt>
    <dgm:pt modelId="{51F1EA8A-D3FB-4A00-A9E3-AAF29C7FA98A}" type="pres">
      <dgm:prSet presAssocID="{27D2336D-31F6-4A93-9498-D244CA73B646}" presName="parallelogram2" presStyleLbl="alignNode1" presStyleIdx="36" presStyleCnt="49"/>
      <dgm:spPr/>
    </dgm:pt>
    <dgm:pt modelId="{9A4BF968-D5FB-4417-B9C5-724E2E1A91E1}" type="pres">
      <dgm:prSet presAssocID="{27D2336D-31F6-4A93-9498-D244CA73B646}" presName="parallelogram3" presStyleLbl="alignNode1" presStyleIdx="37" presStyleCnt="49"/>
      <dgm:spPr/>
    </dgm:pt>
    <dgm:pt modelId="{8B910BCB-1F98-44F5-B214-8620CE3940F1}" type="pres">
      <dgm:prSet presAssocID="{27D2336D-31F6-4A93-9498-D244CA73B646}" presName="parallelogram4" presStyleLbl="alignNode1" presStyleIdx="38" presStyleCnt="49"/>
      <dgm:spPr/>
    </dgm:pt>
    <dgm:pt modelId="{53BD072C-6C84-44A4-B1D4-55E773CF192A}" type="pres">
      <dgm:prSet presAssocID="{27D2336D-31F6-4A93-9498-D244CA73B646}" presName="parallelogram5" presStyleLbl="alignNode1" presStyleIdx="39" presStyleCnt="49"/>
      <dgm:spPr/>
    </dgm:pt>
    <dgm:pt modelId="{5E62A2C1-D0A9-463A-B47F-5708C6450693}" type="pres">
      <dgm:prSet presAssocID="{27D2336D-31F6-4A93-9498-D244CA73B646}" presName="parallelogram6" presStyleLbl="alignNode1" presStyleIdx="40" presStyleCnt="49"/>
      <dgm:spPr/>
    </dgm:pt>
    <dgm:pt modelId="{46F031A5-4C52-43B3-B22D-57B82F0768AA}" type="pres">
      <dgm:prSet presAssocID="{27D2336D-31F6-4A93-9498-D244CA73B646}" presName="parallelogram7" presStyleLbl="alignNode1" presStyleIdx="41" presStyleCnt="49"/>
      <dgm:spPr/>
    </dgm:pt>
    <dgm:pt modelId="{8E8058D3-7AA9-4C5E-9297-31249D1FD015}" type="pres">
      <dgm:prSet presAssocID="{35CD8E67-CE33-49E6-888F-22BF68D0385B}" presName="sibTrans" presStyleCnt="0"/>
      <dgm:spPr/>
    </dgm:pt>
    <dgm:pt modelId="{BDA2EA80-873E-4AB6-9287-3B970A2E7117}" type="pres">
      <dgm:prSet presAssocID="{5A8819EB-198A-43BA-B77C-1C9FDCC205E2}" presName="parenttextcomposite" presStyleCnt="0"/>
      <dgm:spPr/>
    </dgm:pt>
    <dgm:pt modelId="{B7FCCBC8-C65D-4B63-B898-7D973D434815}" type="pres">
      <dgm:prSet presAssocID="{5A8819EB-198A-43BA-B77C-1C9FDCC205E2}" presName="parenttext" presStyleLbl="revTx" presStyleIdx="6" presStyleCnt="7">
        <dgm:presLayoutVars>
          <dgm:chMax/>
          <dgm:chPref val="2"/>
          <dgm:bulletEnabled val="1"/>
        </dgm:presLayoutVars>
      </dgm:prSet>
      <dgm:spPr/>
    </dgm:pt>
    <dgm:pt modelId="{DE747715-8FE4-4DC6-A0E2-800DD8275CE9}" type="pres">
      <dgm:prSet presAssocID="{5A8819EB-198A-43BA-B77C-1C9FDCC205E2}" presName="parallelogramComposite" presStyleCnt="0"/>
      <dgm:spPr/>
    </dgm:pt>
    <dgm:pt modelId="{C5ECDC8D-455C-43E1-809D-2B525FE2508C}" type="pres">
      <dgm:prSet presAssocID="{5A8819EB-198A-43BA-B77C-1C9FDCC205E2}" presName="parallelogram1" presStyleLbl="alignNode1" presStyleIdx="42" presStyleCnt="49"/>
      <dgm:spPr/>
    </dgm:pt>
    <dgm:pt modelId="{2793C225-7795-423D-9959-66A074CC757C}" type="pres">
      <dgm:prSet presAssocID="{5A8819EB-198A-43BA-B77C-1C9FDCC205E2}" presName="parallelogram2" presStyleLbl="alignNode1" presStyleIdx="43" presStyleCnt="49"/>
      <dgm:spPr/>
    </dgm:pt>
    <dgm:pt modelId="{041ACDBD-4E62-438A-90D0-B3836ABFDF50}" type="pres">
      <dgm:prSet presAssocID="{5A8819EB-198A-43BA-B77C-1C9FDCC205E2}" presName="parallelogram3" presStyleLbl="alignNode1" presStyleIdx="44" presStyleCnt="49"/>
      <dgm:spPr/>
    </dgm:pt>
    <dgm:pt modelId="{34798D49-5184-4619-8683-23A3DEE3AE7C}" type="pres">
      <dgm:prSet presAssocID="{5A8819EB-198A-43BA-B77C-1C9FDCC205E2}" presName="parallelogram4" presStyleLbl="alignNode1" presStyleIdx="45" presStyleCnt="49"/>
      <dgm:spPr/>
    </dgm:pt>
    <dgm:pt modelId="{0F62ED23-2CB1-4F99-B726-5285C65AB58B}" type="pres">
      <dgm:prSet presAssocID="{5A8819EB-198A-43BA-B77C-1C9FDCC205E2}" presName="parallelogram5" presStyleLbl="alignNode1" presStyleIdx="46" presStyleCnt="49"/>
      <dgm:spPr/>
    </dgm:pt>
    <dgm:pt modelId="{5EFB10C1-A28E-4AE0-AD6D-7440B82D24E7}" type="pres">
      <dgm:prSet presAssocID="{5A8819EB-198A-43BA-B77C-1C9FDCC205E2}" presName="parallelogram6" presStyleLbl="alignNode1" presStyleIdx="47" presStyleCnt="49"/>
      <dgm:spPr/>
    </dgm:pt>
    <dgm:pt modelId="{B779B897-80E4-4DF2-A349-9015CCE06F18}" type="pres">
      <dgm:prSet presAssocID="{5A8819EB-198A-43BA-B77C-1C9FDCC205E2}" presName="parallelogram7" presStyleLbl="alignNode1" presStyleIdx="48" presStyleCnt="49"/>
      <dgm:spPr/>
    </dgm:pt>
  </dgm:ptLst>
  <dgm:cxnLst>
    <dgm:cxn modelId="{A9BE5719-D7B8-481A-819F-1FE9E0927225}" type="presOf" srcId="{3B23EAE0-D171-42DC-B21D-8FC9E7B08E66}" destId="{294D7217-6669-4552-BE9C-C6FDF585D051}" srcOrd="0" destOrd="0" presId="urn:microsoft.com/office/officeart/2008/layout/VerticalAccentList"/>
    <dgm:cxn modelId="{E04BFA35-4FD1-45C6-A0ED-BDCCF2799D92}" srcId="{3B23EAE0-D171-42DC-B21D-8FC9E7B08E66}" destId="{0FC729B9-E7DF-4310-B31A-3A5B19F7782F}" srcOrd="1" destOrd="0" parTransId="{568ADDBB-A5A1-4604-BB3C-9478A277D917}" sibTransId="{EDE56B3D-ACBD-438B-830E-B966993E55D1}"/>
    <dgm:cxn modelId="{674F6737-755D-480A-869F-294D3154EF61}" srcId="{3B23EAE0-D171-42DC-B21D-8FC9E7B08E66}" destId="{8296A143-C2C3-4549-B08D-9D359DEB9D6E}" srcOrd="3" destOrd="0" parTransId="{88312726-50E1-4018-B932-4759A15E3FC1}" sibTransId="{E5D543A4-9861-44C5-BB52-E2223A35712F}"/>
    <dgm:cxn modelId="{D0BEF843-9777-4F44-B3AF-92BDB058F36A}" srcId="{3B23EAE0-D171-42DC-B21D-8FC9E7B08E66}" destId="{5A8819EB-198A-43BA-B77C-1C9FDCC205E2}" srcOrd="6" destOrd="0" parTransId="{F2745E29-2BA8-4D85-9AF3-FFB7D72F14A2}" sibTransId="{FBDF3963-B1BF-456C-AF37-7EDC6A7691AC}"/>
    <dgm:cxn modelId="{0E4AC965-6B02-46C7-9F82-43315E3E38CB}" srcId="{3B23EAE0-D171-42DC-B21D-8FC9E7B08E66}" destId="{D0609BB4-CB21-4257-8F5A-0A131CE11783}" srcOrd="0" destOrd="0" parTransId="{10ACC238-422C-426C-9298-ABC575E23DB3}" sibTransId="{B752380E-9E27-43B7-8328-EAEC303B1AC1}"/>
    <dgm:cxn modelId="{FA0DD26B-794E-433F-BDC0-CD42ABC773DE}" type="presOf" srcId="{5A8819EB-198A-43BA-B77C-1C9FDCC205E2}" destId="{B7FCCBC8-C65D-4B63-B898-7D973D434815}" srcOrd="0" destOrd="0" presId="urn:microsoft.com/office/officeart/2008/layout/VerticalAccentList"/>
    <dgm:cxn modelId="{5CA6BC70-742E-417D-8802-8766888DDE60}" srcId="{3B23EAE0-D171-42DC-B21D-8FC9E7B08E66}" destId="{4C3C6289-E8FB-4400-B67F-C005DDF5EC90}" srcOrd="2" destOrd="0" parTransId="{5D99EA43-0F03-4684-906F-AF62C702E918}" sibTransId="{B56D2949-C330-4BEF-A591-A35AF7729BE6}"/>
    <dgm:cxn modelId="{D924B756-560A-48B3-9BC1-789D91EBDE80}" type="presOf" srcId="{8296A143-C2C3-4549-B08D-9D359DEB9D6E}" destId="{9C20FB31-2839-40CE-B64B-CB1903969505}" srcOrd="0" destOrd="0" presId="urn:microsoft.com/office/officeart/2008/layout/VerticalAccentList"/>
    <dgm:cxn modelId="{048AE279-A8F4-43E6-A1C1-70AF1B06F468}" type="presOf" srcId="{27D2336D-31F6-4A93-9498-D244CA73B646}" destId="{F153A0F5-634A-444B-B563-9E4F846E5CB7}" srcOrd="0" destOrd="0" presId="urn:microsoft.com/office/officeart/2008/layout/VerticalAccentList"/>
    <dgm:cxn modelId="{8F107A9C-81FA-4CA4-9F57-2FDF22264C38}" srcId="{3B23EAE0-D171-42DC-B21D-8FC9E7B08E66}" destId="{D9521F5E-4AA0-4164-A523-D9803F1B76D4}" srcOrd="4" destOrd="0" parTransId="{E7A4E99B-D959-4DA7-83DD-AAA3832447AF}" sibTransId="{F177A75E-AE4D-406D-BC78-E689DD82606B}"/>
    <dgm:cxn modelId="{1A2B63A1-4691-477D-BF14-EBFDC4BA9E6A}" srcId="{3B23EAE0-D171-42DC-B21D-8FC9E7B08E66}" destId="{27D2336D-31F6-4A93-9498-D244CA73B646}" srcOrd="5" destOrd="0" parTransId="{8CB7C3D1-8ADE-44A1-A3A6-8225D719EE45}" sibTransId="{35CD8E67-CE33-49E6-888F-22BF68D0385B}"/>
    <dgm:cxn modelId="{93C169C0-5321-4907-AC7E-A36CB5F36B8B}" type="presOf" srcId="{0FC729B9-E7DF-4310-B31A-3A5B19F7782F}" destId="{1A91D6A2-1503-4C75-B819-D0B436F4586F}" srcOrd="0" destOrd="0" presId="urn:microsoft.com/office/officeart/2008/layout/VerticalAccentList"/>
    <dgm:cxn modelId="{0141DDD7-4651-4E04-877C-10301CC6DB9E}" type="presOf" srcId="{4C3C6289-E8FB-4400-B67F-C005DDF5EC90}" destId="{7A9927DA-D02D-481C-84D3-B9F7C8AB40B4}" srcOrd="0" destOrd="0" presId="urn:microsoft.com/office/officeart/2008/layout/VerticalAccentList"/>
    <dgm:cxn modelId="{2887E9D7-81C4-4B1F-A589-CD339FA30AC9}" type="presOf" srcId="{D9521F5E-4AA0-4164-A523-D9803F1B76D4}" destId="{8EC4037C-32CC-42B0-ABA7-FA49E07435BC}" srcOrd="0" destOrd="0" presId="urn:microsoft.com/office/officeart/2008/layout/VerticalAccentList"/>
    <dgm:cxn modelId="{577D70E4-635C-4603-B8C7-587D301117D2}" type="presOf" srcId="{D0609BB4-CB21-4257-8F5A-0A131CE11783}" destId="{B557E114-E1D9-4C4D-9239-96B1C2BCFF1C}" srcOrd="0" destOrd="0" presId="urn:microsoft.com/office/officeart/2008/layout/VerticalAccentList"/>
    <dgm:cxn modelId="{15BA4E13-47E0-4AC0-A883-2985A4F273E9}" type="presParOf" srcId="{294D7217-6669-4552-BE9C-C6FDF585D051}" destId="{5820B6FD-D4B7-4139-B292-F7E4AEB01EAC}" srcOrd="0" destOrd="0" presId="urn:microsoft.com/office/officeart/2008/layout/VerticalAccentList"/>
    <dgm:cxn modelId="{DBDC4089-1F9C-429A-A6C8-655BB1558182}" type="presParOf" srcId="{5820B6FD-D4B7-4139-B292-F7E4AEB01EAC}" destId="{B557E114-E1D9-4C4D-9239-96B1C2BCFF1C}" srcOrd="0" destOrd="0" presId="urn:microsoft.com/office/officeart/2008/layout/VerticalAccentList"/>
    <dgm:cxn modelId="{30FC1A6C-974E-4276-8471-CC58740F5E3B}" type="presParOf" srcId="{294D7217-6669-4552-BE9C-C6FDF585D051}" destId="{2495EBA7-161F-42B7-A6A2-08DF3AB6FEB1}" srcOrd="1" destOrd="0" presId="urn:microsoft.com/office/officeart/2008/layout/VerticalAccentList"/>
    <dgm:cxn modelId="{AD08A3C9-A7A1-471F-A754-B2BDBD358143}" type="presParOf" srcId="{2495EBA7-161F-42B7-A6A2-08DF3AB6FEB1}" destId="{20867D2B-5FD6-4F1A-9136-1A8BB3C3431D}" srcOrd="0" destOrd="0" presId="urn:microsoft.com/office/officeart/2008/layout/VerticalAccentList"/>
    <dgm:cxn modelId="{E3BA1A90-657E-4A12-8496-A00B114C9300}" type="presParOf" srcId="{2495EBA7-161F-42B7-A6A2-08DF3AB6FEB1}" destId="{9B64B99D-B6EB-4407-A56B-B26E586E4840}" srcOrd="1" destOrd="0" presId="urn:microsoft.com/office/officeart/2008/layout/VerticalAccentList"/>
    <dgm:cxn modelId="{8877AF58-5D4C-43D0-A001-3C75C61271DC}" type="presParOf" srcId="{2495EBA7-161F-42B7-A6A2-08DF3AB6FEB1}" destId="{87156E09-314E-4355-B13E-F43A7C644B09}" srcOrd="2" destOrd="0" presId="urn:microsoft.com/office/officeart/2008/layout/VerticalAccentList"/>
    <dgm:cxn modelId="{D1B405B2-8FF3-4B27-A472-28D2D29271B7}" type="presParOf" srcId="{2495EBA7-161F-42B7-A6A2-08DF3AB6FEB1}" destId="{80067E1D-F26F-4DF9-9837-FEF2FE1F8C86}" srcOrd="3" destOrd="0" presId="urn:microsoft.com/office/officeart/2008/layout/VerticalAccentList"/>
    <dgm:cxn modelId="{546F232C-DEE8-4E92-83DC-DF88328F53F5}" type="presParOf" srcId="{2495EBA7-161F-42B7-A6A2-08DF3AB6FEB1}" destId="{7DFC166C-1AB9-4126-A2AA-42BB3A34E122}" srcOrd="4" destOrd="0" presId="urn:microsoft.com/office/officeart/2008/layout/VerticalAccentList"/>
    <dgm:cxn modelId="{DFAF252E-188A-4543-96CC-1C638726E91F}" type="presParOf" srcId="{2495EBA7-161F-42B7-A6A2-08DF3AB6FEB1}" destId="{AF09BA88-F0C9-469F-91E3-522C94DEA235}" srcOrd="5" destOrd="0" presId="urn:microsoft.com/office/officeart/2008/layout/VerticalAccentList"/>
    <dgm:cxn modelId="{480D7282-75AC-4FB5-B288-57CA31967FCC}" type="presParOf" srcId="{2495EBA7-161F-42B7-A6A2-08DF3AB6FEB1}" destId="{04400070-4782-497B-8DB4-18877A179760}" srcOrd="6" destOrd="0" presId="urn:microsoft.com/office/officeart/2008/layout/VerticalAccentList"/>
    <dgm:cxn modelId="{49AED82D-64BD-4BCB-BC2A-1EC4D3487ECC}" type="presParOf" srcId="{294D7217-6669-4552-BE9C-C6FDF585D051}" destId="{3B471842-1B00-41C0-A334-A1921FF0733E}" srcOrd="2" destOrd="0" presId="urn:microsoft.com/office/officeart/2008/layout/VerticalAccentList"/>
    <dgm:cxn modelId="{36E58EE7-480F-45DD-9863-7A0748E2E2CF}" type="presParOf" srcId="{294D7217-6669-4552-BE9C-C6FDF585D051}" destId="{A975E1F6-A474-4E08-87CF-61660CC0A8F6}" srcOrd="3" destOrd="0" presId="urn:microsoft.com/office/officeart/2008/layout/VerticalAccentList"/>
    <dgm:cxn modelId="{B00C4DFB-3D86-4B95-8D6C-F8D0D02BECB0}" type="presParOf" srcId="{A975E1F6-A474-4E08-87CF-61660CC0A8F6}" destId="{1A91D6A2-1503-4C75-B819-D0B436F4586F}" srcOrd="0" destOrd="0" presId="urn:microsoft.com/office/officeart/2008/layout/VerticalAccentList"/>
    <dgm:cxn modelId="{8D3A315E-8CBC-4E8C-9C82-01BADFF543DF}" type="presParOf" srcId="{294D7217-6669-4552-BE9C-C6FDF585D051}" destId="{18E65317-5869-4072-885B-6F041BFA6734}" srcOrd="4" destOrd="0" presId="urn:microsoft.com/office/officeart/2008/layout/VerticalAccentList"/>
    <dgm:cxn modelId="{97ACCDCB-8378-4476-8D63-95E272952D61}" type="presParOf" srcId="{18E65317-5869-4072-885B-6F041BFA6734}" destId="{295ED12C-F7F1-494A-BD78-69317A6A0C0B}" srcOrd="0" destOrd="0" presId="urn:microsoft.com/office/officeart/2008/layout/VerticalAccentList"/>
    <dgm:cxn modelId="{2FC7A8FD-9212-4C2E-93EF-EFB531B3B284}" type="presParOf" srcId="{18E65317-5869-4072-885B-6F041BFA6734}" destId="{827261DC-FCEF-4D46-BC9F-9D33CB7B7D01}" srcOrd="1" destOrd="0" presId="urn:microsoft.com/office/officeart/2008/layout/VerticalAccentList"/>
    <dgm:cxn modelId="{3D9C5D36-0ABA-4F90-8163-1414C9A6747C}" type="presParOf" srcId="{18E65317-5869-4072-885B-6F041BFA6734}" destId="{A5D07E6E-C4F9-44BA-AFCA-AE9A19C9B495}" srcOrd="2" destOrd="0" presId="urn:microsoft.com/office/officeart/2008/layout/VerticalAccentList"/>
    <dgm:cxn modelId="{1123E183-B5E6-4E8F-A48F-7D794FE8FBF4}" type="presParOf" srcId="{18E65317-5869-4072-885B-6F041BFA6734}" destId="{B991C3B6-A783-4610-BAF8-714E9999D4AF}" srcOrd="3" destOrd="0" presId="urn:microsoft.com/office/officeart/2008/layout/VerticalAccentList"/>
    <dgm:cxn modelId="{6478DF9E-BFD6-4406-8D73-3AAB60F915E2}" type="presParOf" srcId="{18E65317-5869-4072-885B-6F041BFA6734}" destId="{5BCBE4EA-189F-40D3-9E69-20B58AB442D9}" srcOrd="4" destOrd="0" presId="urn:microsoft.com/office/officeart/2008/layout/VerticalAccentList"/>
    <dgm:cxn modelId="{0EF1AB87-5580-4F34-9440-A396BB32A6DA}" type="presParOf" srcId="{18E65317-5869-4072-885B-6F041BFA6734}" destId="{83335BCC-E7C3-42B9-87A3-1D39C50C54FB}" srcOrd="5" destOrd="0" presId="urn:microsoft.com/office/officeart/2008/layout/VerticalAccentList"/>
    <dgm:cxn modelId="{2888A32F-086C-41AF-B94B-314F135F045F}" type="presParOf" srcId="{18E65317-5869-4072-885B-6F041BFA6734}" destId="{5DF902AF-5C71-4DC3-B236-2A00EC154C5E}" srcOrd="6" destOrd="0" presId="urn:microsoft.com/office/officeart/2008/layout/VerticalAccentList"/>
    <dgm:cxn modelId="{FFF0DF8E-B18C-43ED-AC8E-2DC610E7873C}" type="presParOf" srcId="{294D7217-6669-4552-BE9C-C6FDF585D051}" destId="{B2F28D21-2233-4D62-A4F8-24F1F0C01B14}" srcOrd="5" destOrd="0" presId="urn:microsoft.com/office/officeart/2008/layout/VerticalAccentList"/>
    <dgm:cxn modelId="{9423449F-280F-4A6F-9603-DF0475A5D6BE}" type="presParOf" srcId="{294D7217-6669-4552-BE9C-C6FDF585D051}" destId="{69FA08D4-A7A4-4714-8CB3-B535F03C5F62}" srcOrd="6" destOrd="0" presId="urn:microsoft.com/office/officeart/2008/layout/VerticalAccentList"/>
    <dgm:cxn modelId="{FF41089C-F212-49AB-B479-A7F30D175E74}" type="presParOf" srcId="{69FA08D4-A7A4-4714-8CB3-B535F03C5F62}" destId="{7A9927DA-D02D-481C-84D3-B9F7C8AB40B4}" srcOrd="0" destOrd="0" presId="urn:microsoft.com/office/officeart/2008/layout/VerticalAccentList"/>
    <dgm:cxn modelId="{2B736CBC-98F2-4BC5-A23E-81BF1A550F78}" type="presParOf" srcId="{294D7217-6669-4552-BE9C-C6FDF585D051}" destId="{7E5A09B1-AA34-4829-9544-D3B451FD06D9}" srcOrd="7" destOrd="0" presId="urn:microsoft.com/office/officeart/2008/layout/VerticalAccentList"/>
    <dgm:cxn modelId="{40A28EBA-965D-4C33-8590-7B7F739DFFF2}" type="presParOf" srcId="{7E5A09B1-AA34-4829-9544-D3B451FD06D9}" destId="{637A8861-A6DF-4C4D-9D21-A8CCCFAE08D9}" srcOrd="0" destOrd="0" presId="urn:microsoft.com/office/officeart/2008/layout/VerticalAccentList"/>
    <dgm:cxn modelId="{03661897-EC50-4FE7-AB7B-9DABEC0465A3}" type="presParOf" srcId="{7E5A09B1-AA34-4829-9544-D3B451FD06D9}" destId="{9F01C0FB-54FD-4C1E-90D3-0D00B0FDEBDD}" srcOrd="1" destOrd="0" presId="urn:microsoft.com/office/officeart/2008/layout/VerticalAccentList"/>
    <dgm:cxn modelId="{8C4A0065-1895-4454-864C-80991B7BED6B}" type="presParOf" srcId="{7E5A09B1-AA34-4829-9544-D3B451FD06D9}" destId="{598704E0-B0D1-44F7-AE2C-E7BE43532627}" srcOrd="2" destOrd="0" presId="urn:microsoft.com/office/officeart/2008/layout/VerticalAccentList"/>
    <dgm:cxn modelId="{06418294-B686-41C3-94CA-0B0E73504AD5}" type="presParOf" srcId="{7E5A09B1-AA34-4829-9544-D3B451FD06D9}" destId="{A972860E-22ED-4987-BF7B-6F7F651EEFFA}" srcOrd="3" destOrd="0" presId="urn:microsoft.com/office/officeart/2008/layout/VerticalAccentList"/>
    <dgm:cxn modelId="{3B218D6E-E4DA-4528-A393-482B3BC6BDC9}" type="presParOf" srcId="{7E5A09B1-AA34-4829-9544-D3B451FD06D9}" destId="{15400B1A-3D48-4688-A024-0ADCB97019AE}" srcOrd="4" destOrd="0" presId="urn:microsoft.com/office/officeart/2008/layout/VerticalAccentList"/>
    <dgm:cxn modelId="{2F79EC4D-CD2A-4994-8ADE-FADB3129C20B}" type="presParOf" srcId="{7E5A09B1-AA34-4829-9544-D3B451FD06D9}" destId="{BE022EAB-2422-42E7-8ABB-0278A1006DB6}" srcOrd="5" destOrd="0" presId="urn:microsoft.com/office/officeart/2008/layout/VerticalAccentList"/>
    <dgm:cxn modelId="{26FC23DB-3DA8-40C9-A6BD-3FA67CA54ADA}" type="presParOf" srcId="{7E5A09B1-AA34-4829-9544-D3B451FD06D9}" destId="{F3C98239-BF91-41C8-97D0-8166264D9AF9}" srcOrd="6" destOrd="0" presId="urn:microsoft.com/office/officeart/2008/layout/VerticalAccentList"/>
    <dgm:cxn modelId="{4FE90C27-3857-44FA-BDFC-1D3EB3AEE5F5}" type="presParOf" srcId="{294D7217-6669-4552-BE9C-C6FDF585D051}" destId="{D1A30FEE-B9D0-4AEB-9530-D88B69F828B1}" srcOrd="8" destOrd="0" presId="urn:microsoft.com/office/officeart/2008/layout/VerticalAccentList"/>
    <dgm:cxn modelId="{4EFFFC83-B44B-4C03-B47E-C5F60DFED928}" type="presParOf" srcId="{294D7217-6669-4552-BE9C-C6FDF585D051}" destId="{B9C24A40-44D0-4230-9FAB-1B16B480FA3F}" srcOrd="9" destOrd="0" presId="urn:microsoft.com/office/officeart/2008/layout/VerticalAccentList"/>
    <dgm:cxn modelId="{98A13197-8CAC-4AF6-9B6F-505CD6698D44}" type="presParOf" srcId="{B9C24A40-44D0-4230-9FAB-1B16B480FA3F}" destId="{9C20FB31-2839-40CE-B64B-CB1903969505}" srcOrd="0" destOrd="0" presId="urn:microsoft.com/office/officeart/2008/layout/VerticalAccentList"/>
    <dgm:cxn modelId="{DE517533-7723-4721-81E9-DA1F6EFAF70F}" type="presParOf" srcId="{294D7217-6669-4552-BE9C-C6FDF585D051}" destId="{0E3EF4B5-811F-4C91-85CF-08D82757094D}" srcOrd="10" destOrd="0" presId="urn:microsoft.com/office/officeart/2008/layout/VerticalAccentList"/>
    <dgm:cxn modelId="{CA393D3A-FDAD-4D96-869B-8071D04DE274}" type="presParOf" srcId="{0E3EF4B5-811F-4C91-85CF-08D82757094D}" destId="{900C5232-D653-488B-999C-1B0C07FB6C48}" srcOrd="0" destOrd="0" presId="urn:microsoft.com/office/officeart/2008/layout/VerticalAccentList"/>
    <dgm:cxn modelId="{D756B11E-01B6-4F2C-9123-8FC354E39B02}" type="presParOf" srcId="{0E3EF4B5-811F-4C91-85CF-08D82757094D}" destId="{685C658B-73ED-41DE-B4B1-AED51217A13B}" srcOrd="1" destOrd="0" presId="urn:microsoft.com/office/officeart/2008/layout/VerticalAccentList"/>
    <dgm:cxn modelId="{D84E00A1-1875-4B7E-AFA9-1B0262FDD27B}" type="presParOf" srcId="{0E3EF4B5-811F-4C91-85CF-08D82757094D}" destId="{0F8075AF-5905-409B-8997-4EA5DB409C1A}" srcOrd="2" destOrd="0" presId="urn:microsoft.com/office/officeart/2008/layout/VerticalAccentList"/>
    <dgm:cxn modelId="{1438F022-7ED7-4A3F-A561-82F6413D2845}" type="presParOf" srcId="{0E3EF4B5-811F-4C91-85CF-08D82757094D}" destId="{E38B7A07-BFF3-445D-A0B9-74C6AA77C9C4}" srcOrd="3" destOrd="0" presId="urn:microsoft.com/office/officeart/2008/layout/VerticalAccentList"/>
    <dgm:cxn modelId="{AB95ED8D-E87B-4C9D-ADD6-D90ACDD1AFD9}" type="presParOf" srcId="{0E3EF4B5-811F-4C91-85CF-08D82757094D}" destId="{839385B2-FE86-4565-AB6C-F88C48765E26}" srcOrd="4" destOrd="0" presId="urn:microsoft.com/office/officeart/2008/layout/VerticalAccentList"/>
    <dgm:cxn modelId="{A070FDA0-2A77-491C-8413-EC86C67BB1BC}" type="presParOf" srcId="{0E3EF4B5-811F-4C91-85CF-08D82757094D}" destId="{2764AAC8-B63C-4B4E-A54A-1728659D5C01}" srcOrd="5" destOrd="0" presId="urn:microsoft.com/office/officeart/2008/layout/VerticalAccentList"/>
    <dgm:cxn modelId="{BBF35393-6801-4F02-A03F-F42135247EAF}" type="presParOf" srcId="{0E3EF4B5-811F-4C91-85CF-08D82757094D}" destId="{8B734326-5460-4C67-912E-A5F250D64E24}" srcOrd="6" destOrd="0" presId="urn:microsoft.com/office/officeart/2008/layout/VerticalAccentList"/>
    <dgm:cxn modelId="{CAC7F9B0-729B-409A-ACA5-C26423F0E684}" type="presParOf" srcId="{294D7217-6669-4552-BE9C-C6FDF585D051}" destId="{E8E07A25-B302-4754-A0DA-E4AD183FB937}" srcOrd="11" destOrd="0" presId="urn:microsoft.com/office/officeart/2008/layout/VerticalAccentList"/>
    <dgm:cxn modelId="{1D65E80C-2B62-4C29-967B-AC581FFF7FCA}" type="presParOf" srcId="{294D7217-6669-4552-BE9C-C6FDF585D051}" destId="{710A83B9-1925-4D63-A486-6D945D485D20}" srcOrd="12" destOrd="0" presId="urn:microsoft.com/office/officeart/2008/layout/VerticalAccentList"/>
    <dgm:cxn modelId="{EEFA3103-9F4D-4CA8-AE34-D87BDC60A447}" type="presParOf" srcId="{710A83B9-1925-4D63-A486-6D945D485D20}" destId="{8EC4037C-32CC-42B0-ABA7-FA49E07435BC}" srcOrd="0" destOrd="0" presId="urn:microsoft.com/office/officeart/2008/layout/VerticalAccentList"/>
    <dgm:cxn modelId="{26D0C500-8B46-4245-BC3A-BBAECC699E77}" type="presParOf" srcId="{294D7217-6669-4552-BE9C-C6FDF585D051}" destId="{77E6BAAD-FF67-4EAA-88DE-B9B38AB7B256}" srcOrd="13" destOrd="0" presId="urn:microsoft.com/office/officeart/2008/layout/VerticalAccentList"/>
    <dgm:cxn modelId="{4DE077F5-E90F-4597-833F-3F8B5F34B7D2}" type="presParOf" srcId="{77E6BAAD-FF67-4EAA-88DE-B9B38AB7B256}" destId="{99F00746-1039-4736-A44B-EBAAD4473FAC}" srcOrd="0" destOrd="0" presId="urn:microsoft.com/office/officeart/2008/layout/VerticalAccentList"/>
    <dgm:cxn modelId="{4DD81B6C-73A6-4167-AE5F-CB81E85A34CB}" type="presParOf" srcId="{77E6BAAD-FF67-4EAA-88DE-B9B38AB7B256}" destId="{5052A025-623B-4B4D-A63D-C8300F2365FD}" srcOrd="1" destOrd="0" presId="urn:microsoft.com/office/officeart/2008/layout/VerticalAccentList"/>
    <dgm:cxn modelId="{2BF6BC89-200A-4101-BB07-003AC3D68BCF}" type="presParOf" srcId="{77E6BAAD-FF67-4EAA-88DE-B9B38AB7B256}" destId="{EC5147B7-D46C-42C6-ADE8-70346B8984F7}" srcOrd="2" destOrd="0" presId="urn:microsoft.com/office/officeart/2008/layout/VerticalAccentList"/>
    <dgm:cxn modelId="{C2E8AC54-34DA-4B0F-BFCB-4F13DDCD6BDD}" type="presParOf" srcId="{77E6BAAD-FF67-4EAA-88DE-B9B38AB7B256}" destId="{81C3608D-3214-4CD8-AFCF-203BADF81C6C}" srcOrd="3" destOrd="0" presId="urn:microsoft.com/office/officeart/2008/layout/VerticalAccentList"/>
    <dgm:cxn modelId="{AE4E8402-16BD-4F3C-BC1C-A173D90DBCF5}" type="presParOf" srcId="{77E6BAAD-FF67-4EAA-88DE-B9B38AB7B256}" destId="{4972E323-1E8D-44F9-886F-9A49346E7800}" srcOrd="4" destOrd="0" presId="urn:microsoft.com/office/officeart/2008/layout/VerticalAccentList"/>
    <dgm:cxn modelId="{44567044-A336-4A16-B669-02AE8F8717DA}" type="presParOf" srcId="{77E6BAAD-FF67-4EAA-88DE-B9B38AB7B256}" destId="{46BB473E-679B-4EEE-937B-CDBA6FFEBE88}" srcOrd="5" destOrd="0" presId="urn:microsoft.com/office/officeart/2008/layout/VerticalAccentList"/>
    <dgm:cxn modelId="{D8E3CAEB-7985-44B5-8D30-BEDB1439E31F}" type="presParOf" srcId="{77E6BAAD-FF67-4EAA-88DE-B9B38AB7B256}" destId="{2CB0D268-3807-4D79-8294-C5CAA84EE9A8}" srcOrd="6" destOrd="0" presId="urn:microsoft.com/office/officeart/2008/layout/VerticalAccentList"/>
    <dgm:cxn modelId="{D0A5B4F9-6789-474D-BB0E-F04E651A7007}" type="presParOf" srcId="{294D7217-6669-4552-BE9C-C6FDF585D051}" destId="{D1A7EC0A-67FC-4A7E-A8CF-3A5F6F386105}" srcOrd="14" destOrd="0" presId="urn:microsoft.com/office/officeart/2008/layout/VerticalAccentList"/>
    <dgm:cxn modelId="{F1854BFC-3018-4449-AF8E-4D90F8B49337}" type="presParOf" srcId="{294D7217-6669-4552-BE9C-C6FDF585D051}" destId="{2EFF6B2F-6F48-40C4-A824-9595E2AAED50}" srcOrd="15" destOrd="0" presId="urn:microsoft.com/office/officeart/2008/layout/VerticalAccentList"/>
    <dgm:cxn modelId="{BFEB6B07-6F7A-4F91-A7EA-D11D8B1EEF05}" type="presParOf" srcId="{2EFF6B2F-6F48-40C4-A824-9595E2AAED50}" destId="{F153A0F5-634A-444B-B563-9E4F846E5CB7}" srcOrd="0" destOrd="0" presId="urn:microsoft.com/office/officeart/2008/layout/VerticalAccentList"/>
    <dgm:cxn modelId="{6AC442F2-31C2-4D32-A082-78A6BEFB3FFD}" type="presParOf" srcId="{294D7217-6669-4552-BE9C-C6FDF585D051}" destId="{6891CAED-026D-4BA5-9EC3-F84AF4620CB8}" srcOrd="16" destOrd="0" presId="urn:microsoft.com/office/officeart/2008/layout/VerticalAccentList"/>
    <dgm:cxn modelId="{7964E5A9-B673-409F-BDB7-41EC34C52A4D}" type="presParOf" srcId="{6891CAED-026D-4BA5-9EC3-F84AF4620CB8}" destId="{3E348FCE-729C-4992-A246-28855999E665}" srcOrd="0" destOrd="0" presId="urn:microsoft.com/office/officeart/2008/layout/VerticalAccentList"/>
    <dgm:cxn modelId="{C4AFDB60-AD53-4115-BDB6-BBE4F70C5FBA}" type="presParOf" srcId="{6891CAED-026D-4BA5-9EC3-F84AF4620CB8}" destId="{51F1EA8A-D3FB-4A00-A9E3-AAF29C7FA98A}" srcOrd="1" destOrd="0" presId="urn:microsoft.com/office/officeart/2008/layout/VerticalAccentList"/>
    <dgm:cxn modelId="{06D0E06F-957F-471E-923D-64DD00F34731}" type="presParOf" srcId="{6891CAED-026D-4BA5-9EC3-F84AF4620CB8}" destId="{9A4BF968-D5FB-4417-B9C5-724E2E1A91E1}" srcOrd="2" destOrd="0" presId="urn:microsoft.com/office/officeart/2008/layout/VerticalAccentList"/>
    <dgm:cxn modelId="{EF958C45-8314-48CF-9786-8846327938D5}" type="presParOf" srcId="{6891CAED-026D-4BA5-9EC3-F84AF4620CB8}" destId="{8B910BCB-1F98-44F5-B214-8620CE3940F1}" srcOrd="3" destOrd="0" presId="urn:microsoft.com/office/officeart/2008/layout/VerticalAccentList"/>
    <dgm:cxn modelId="{15AA1539-BCD8-49D5-BA92-FF7731F73A2D}" type="presParOf" srcId="{6891CAED-026D-4BA5-9EC3-F84AF4620CB8}" destId="{53BD072C-6C84-44A4-B1D4-55E773CF192A}" srcOrd="4" destOrd="0" presId="urn:microsoft.com/office/officeart/2008/layout/VerticalAccentList"/>
    <dgm:cxn modelId="{A4E86305-07C0-4693-923C-3A55887640DA}" type="presParOf" srcId="{6891CAED-026D-4BA5-9EC3-F84AF4620CB8}" destId="{5E62A2C1-D0A9-463A-B47F-5708C6450693}" srcOrd="5" destOrd="0" presId="urn:microsoft.com/office/officeart/2008/layout/VerticalAccentList"/>
    <dgm:cxn modelId="{5B766B7D-4376-443C-BA7C-31300B9B759A}" type="presParOf" srcId="{6891CAED-026D-4BA5-9EC3-F84AF4620CB8}" destId="{46F031A5-4C52-43B3-B22D-57B82F0768AA}" srcOrd="6" destOrd="0" presId="urn:microsoft.com/office/officeart/2008/layout/VerticalAccentList"/>
    <dgm:cxn modelId="{6774B8EB-BD09-4D97-B2AB-68243A80DD1B}" type="presParOf" srcId="{294D7217-6669-4552-BE9C-C6FDF585D051}" destId="{8E8058D3-7AA9-4C5E-9297-31249D1FD015}" srcOrd="17" destOrd="0" presId="urn:microsoft.com/office/officeart/2008/layout/VerticalAccentList"/>
    <dgm:cxn modelId="{C0FB7BA0-543E-4BE4-B6F9-48F016DC2004}" type="presParOf" srcId="{294D7217-6669-4552-BE9C-C6FDF585D051}" destId="{BDA2EA80-873E-4AB6-9287-3B970A2E7117}" srcOrd="18" destOrd="0" presId="urn:microsoft.com/office/officeart/2008/layout/VerticalAccentList"/>
    <dgm:cxn modelId="{B668CE10-BA65-45D7-8CA4-EB2882EE7019}" type="presParOf" srcId="{BDA2EA80-873E-4AB6-9287-3B970A2E7117}" destId="{B7FCCBC8-C65D-4B63-B898-7D973D434815}" srcOrd="0" destOrd="0" presId="urn:microsoft.com/office/officeart/2008/layout/VerticalAccentList"/>
    <dgm:cxn modelId="{541561FA-AD6C-4EB7-80E3-D331409CB51B}" type="presParOf" srcId="{294D7217-6669-4552-BE9C-C6FDF585D051}" destId="{DE747715-8FE4-4DC6-A0E2-800DD8275CE9}" srcOrd="19" destOrd="0" presId="urn:microsoft.com/office/officeart/2008/layout/VerticalAccentList"/>
    <dgm:cxn modelId="{07217B66-343F-4225-9048-4CD659781DAC}" type="presParOf" srcId="{DE747715-8FE4-4DC6-A0E2-800DD8275CE9}" destId="{C5ECDC8D-455C-43E1-809D-2B525FE2508C}" srcOrd="0" destOrd="0" presId="urn:microsoft.com/office/officeart/2008/layout/VerticalAccentList"/>
    <dgm:cxn modelId="{FA0BFF77-5513-48E2-9E12-CA0CD9157080}" type="presParOf" srcId="{DE747715-8FE4-4DC6-A0E2-800DD8275CE9}" destId="{2793C225-7795-423D-9959-66A074CC757C}" srcOrd="1" destOrd="0" presId="urn:microsoft.com/office/officeart/2008/layout/VerticalAccentList"/>
    <dgm:cxn modelId="{4E751F78-76DB-4B84-8AB1-0A5E96243389}" type="presParOf" srcId="{DE747715-8FE4-4DC6-A0E2-800DD8275CE9}" destId="{041ACDBD-4E62-438A-90D0-B3836ABFDF50}" srcOrd="2" destOrd="0" presId="urn:microsoft.com/office/officeart/2008/layout/VerticalAccentList"/>
    <dgm:cxn modelId="{E661F9E7-EAF3-483F-8A1A-C32189AFC6D9}" type="presParOf" srcId="{DE747715-8FE4-4DC6-A0E2-800DD8275CE9}" destId="{34798D49-5184-4619-8683-23A3DEE3AE7C}" srcOrd="3" destOrd="0" presId="urn:microsoft.com/office/officeart/2008/layout/VerticalAccentList"/>
    <dgm:cxn modelId="{01D019F5-487D-45B3-910D-BC8F6FDDD11A}" type="presParOf" srcId="{DE747715-8FE4-4DC6-A0E2-800DD8275CE9}" destId="{0F62ED23-2CB1-4F99-B726-5285C65AB58B}" srcOrd="4" destOrd="0" presId="urn:microsoft.com/office/officeart/2008/layout/VerticalAccentList"/>
    <dgm:cxn modelId="{7038E2E9-BE57-4E3B-BF4B-550D687C4FC8}" type="presParOf" srcId="{DE747715-8FE4-4DC6-A0E2-800DD8275CE9}" destId="{5EFB10C1-A28E-4AE0-AD6D-7440B82D24E7}" srcOrd="5" destOrd="0" presId="urn:microsoft.com/office/officeart/2008/layout/VerticalAccentList"/>
    <dgm:cxn modelId="{80ADFBC4-1F9A-426E-B53F-EAED3E2B1B1C}" type="presParOf" srcId="{DE747715-8FE4-4DC6-A0E2-800DD8275CE9}" destId="{B779B897-80E4-4DF2-A349-9015CCE06F18}" srcOrd="6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774EF3-A6D5-4771-97B4-D9FC7B4B084C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nl-NL"/>
        </a:p>
      </dgm:t>
    </dgm:pt>
    <dgm:pt modelId="{900F5F52-5E1B-4342-BB29-26044B08BF69}">
      <dgm:prSet/>
      <dgm:spPr/>
      <dgm:t>
        <a:bodyPr/>
        <a:lstStyle/>
        <a:p>
          <a:r>
            <a:rPr lang="en-US" baseline="0"/>
            <a:t>Stap 1: Uitlezen</a:t>
          </a:r>
          <a:endParaRPr lang="nl-NL"/>
        </a:p>
      </dgm:t>
    </dgm:pt>
    <dgm:pt modelId="{B743B4D0-3833-48DE-8922-D83D1C7833FF}" type="parTrans" cxnId="{F24018C6-4DDA-44DE-BE56-A32B9283AA69}">
      <dgm:prSet/>
      <dgm:spPr/>
      <dgm:t>
        <a:bodyPr/>
        <a:lstStyle/>
        <a:p>
          <a:endParaRPr lang="nl-NL"/>
        </a:p>
      </dgm:t>
    </dgm:pt>
    <dgm:pt modelId="{72EFD4EC-D3C6-4F75-A0AF-BCB19EF126D2}" type="sibTrans" cxnId="{F24018C6-4DDA-44DE-BE56-A32B9283AA69}">
      <dgm:prSet/>
      <dgm:spPr/>
      <dgm:t>
        <a:bodyPr/>
        <a:lstStyle/>
        <a:p>
          <a:endParaRPr lang="nl-NL"/>
        </a:p>
      </dgm:t>
    </dgm:pt>
    <dgm:pt modelId="{38E7D280-D994-4952-9F6B-D0E95D10B35E}">
      <dgm:prSet/>
      <dgm:spPr/>
      <dgm:t>
        <a:bodyPr/>
        <a:lstStyle/>
        <a:p>
          <a:r>
            <a:rPr lang="en-US" baseline="0"/>
            <a:t>Stap 2: Aanpassen</a:t>
          </a:r>
          <a:endParaRPr lang="nl-NL"/>
        </a:p>
      </dgm:t>
    </dgm:pt>
    <dgm:pt modelId="{BD0F8BF1-C631-49E3-A564-1D94BD94D375}" type="parTrans" cxnId="{78B59F50-3378-4B93-AF2B-69A7DC47AC8E}">
      <dgm:prSet/>
      <dgm:spPr/>
      <dgm:t>
        <a:bodyPr/>
        <a:lstStyle/>
        <a:p>
          <a:endParaRPr lang="nl-NL"/>
        </a:p>
      </dgm:t>
    </dgm:pt>
    <dgm:pt modelId="{19FA99D9-6E1C-47EA-A827-F497E6D1823A}" type="sibTrans" cxnId="{78B59F50-3378-4B93-AF2B-69A7DC47AC8E}">
      <dgm:prSet/>
      <dgm:spPr/>
      <dgm:t>
        <a:bodyPr/>
        <a:lstStyle/>
        <a:p>
          <a:endParaRPr lang="nl-NL"/>
        </a:p>
      </dgm:t>
    </dgm:pt>
    <dgm:pt modelId="{A07FF3B6-E99B-4958-881B-298F81CC5FFC}">
      <dgm:prSet/>
      <dgm:spPr/>
      <dgm:t>
        <a:bodyPr/>
        <a:lstStyle/>
        <a:p>
          <a:r>
            <a:rPr lang="en-US" baseline="0"/>
            <a:t>Stap 3: Stylen</a:t>
          </a:r>
          <a:endParaRPr lang="nl-NL"/>
        </a:p>
      </dgm:t>
    </dgm:pt>
    <dgm:pt modelId="{63895A8D-AFB5-4282-B917-6F744BACDEA0}" type="parTrans" cxnId="{9AA53358-0160-4487-B4BD-C3B0422376AA}">
      <dgm:prSet/>
      <dgm:spPr/>
      <dgm:t>
        <a:bodyPr/>
        <a:lstStyle/>
        <a:p>
          <a:endParaRPr lang="nl-NL"/>
        </a:p>
      </dgm:t>
    </dgm:pt>
    <dgm:pt modelId="{AC0AF88F-1C1C-46E7-B6D0-1CE833B24269}" type="sibTrans" cxnId="{9AA53358-0160-4487-B4BD-C3B0422376AA}">
      <dgm:prSet/>
      <dgm:spPr/>
      <dgm:t>
        <a:bodyPr/>
        <a:lstStyle/>
        <a:p>
          <a:endParaRPr lang="nl-NL"/>
        </a:p>
      </dgm:t>
    </dgm:pt>
    <dgm:pt modelId="{D63E606A-EB62-419E-A6B0-E2B826487346}">
      <dgm:prSet custT="1"/>
      <dgm:spPr/>
      <dgm:t>
        <a:bodyPr/>
        <a:lstStyle/>
        <a:p>
          <a:r>
            <a:rPr lang="en-US" sz="1400" i="1" baseline="0"/>
            <a:t>Stap 4: Verwijderen?</a:t>
          </a:r>
          <a:endParaRPr lang="nl-NL" sz="1400" i="1"/>
        </a:p>
      </dgm:t>
    </dgm:pt>
    <dgm:pt modelId="{410D5124-FA6C-4D99-BC16-F82FA12B13CF}" type="parTrans" cxnId="{D0F3B8DD-0F15-4CC3-AA44-CB4326A4B0FE}">
      <dgm:prSet/>
      <dgm:spPr/>
      <dgm:t>
        <a:bodyPr/>
        <a:lstStyle/>
        <a:p>
          <a:endParaRPr lang="nl-NL"/>
        </a:p>
      </dgm:t>
    </dgm:pt>
    <dgm:pt modelId="{9EB861BC-D93E-4785-B3E0-EACA275069A6}" type="sibTrans" cxnId="{D0F3B8DD-0F15-4CC3-AA44-CB4326A4B0FE}">
      <dgm:prSet/>
      <dgm:spPr/>
      <dgm:t>
        <a:bodyPr/>
        <a:lstStyle/>
        <a:p>
          <a:endParaRPr lang="nl-NL"/>
        </a:p>
      </dgm:t>
    </dgm:pt>
    <dgm:pt modelId="{B9E2D51E-5309-43FF-B83B-3EB1143F89AF}">
      <dgm:prSet custT="1"/>
      <dgm:spPr/>
      <dgm:t>
        <a:bodyPr/>
        <a:lstStyle/>
        <a:p>
          <a:r>
            <a:rPr lang="en-US" sz="1400" i="1" baseline="0"/>
            <a:t>Stap 5: Dupliceren?</a:t>
          </a:r>
          <a:endParaRPr lang="nl-NL" sz="1400" i="1"/>
        </a:p>
      </dgm:t>
    </dgm:pt>
    <dgm:pt modelId="{6347F378-1BA5-4D74-9932-D47AE25AC995}" type="parTrans" cxnId="{22EDFF8B-B55F-4049-8DD3-74B16DC88E68}">
      <dgm:prSet/>
      <dgm:spPr/>
      <dgm:t>
        <a:bodyPr/>
        <a:lstStyle/>
        <a:p>
          <a:endParaRPr lang="nl-NL"/>
        </a:p>
      </dgm:t>
    </dgm:pt>
    <dgm:pt modelId="{0522861F-950F-4203-8525-EEF7C755A97E}" type="sibTrans" cxnId="{22EDFF8B-B55F-4049-8DD3-74B16DC88E68}">
      <dgm:prSet/>
      <dgm:spPr/>
      <dgm:t>
        <a:bodyPr/>
        <a:lstStyle/>
        <a:p>
          <a:endParaRPr lang="nl-NL"/>
        </a:p>
      </dgm:t>
    </dgm:pt>
    <dgm:pt modelId="{1E25B3E8-4637-4873-8F77-65956EB713F5}" type="pres">
      <dgm:prSet presAssocID="{81774EF3-A6D5-4771-97B4-D9FC7B4B084C}" presName="linear" presStyleCnt="0">
        <dgm:presLayoutVars>
          <dgm:animLvl val="lvl"/>
          <dgm:resizeHandles val="exact"/>
        </dgm:presLayoutVars>
      </dgm:prSet>
      <dgm:spPr/>
    </dgm:pt>
    <dgm:pt modelId="{3C4660F0-A075-4F51-B129-F54BA306FBB7}" type="pres">
      <dgm:prSet presAssocID="{900F5F52-5E1B-4342-BB29-26044B08BF6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7AD7403-AB28-4984-BDBF-3525200BA1C4}" type="pres">
      <dgm:prSet presAssocID="{72EFD4EC-D3C6-4F75-A0AF-BCB19EF126D2}" presName="spacer" presStyleCnt="0"/>
      <dgm:spPr/>
    </dgm:pt>
    <dgm:pt modelId="{A8A30AA2-35FD-4AFB-87F7-DA2D1BB01B3C}" type="pres">
      <dgm:prSet presAssocID="{38E7D280-D994-4952-9F6B-D0E95D10B35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29618FA-35AE-41FB-86A6-31001E3D1AA5}" type="pres">
      <dgm:prSet presAssocID="{19FA99D9-6E1C-47EA-A827-F497E6D1823A}" presName="spacer" presStyleCnt="0"/>
      <dgm:spPr/>
    </dgm:pt>
    <dgm:pt modelId="{B6792FAC-E371-4636-B618-AB83EA0AF60E}" type="pres">
      <dgm:prSet presAssocID="{A07FF3B6-E99B-4958-881B-298F81CC5FF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8BAE260-250E-4C90-AF8A-107F196792EA}" type="pres">
      <dgm:prSet presAssocID="{AC0AF88F-1C1C-46E7-B6D0-1CE833B24269}" presName="spacer" presStyleCnt="0"/>
      <dgm:spPr/>
    </dgm:pt>
    <dgm:pt modelId="{73BB414A-F24B-4A51-8A1D-0FAAC74F3848}" type="pres">
      <dgm:prSet presAssocID="{D63E606A-EB62-419E-A6B0-E2B82648734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1B2E599-0DA2-49ED-8B39-389C9441335D}" type="pres">
      <dgm:prSet presAssocID="{9EB861BC-D93E-4785-B3E0-EACA275069A6}" presName="spacer" presStyleCnt="0"/>
      <dgm:spPr/>
    </dgm:pt>
    <dgm:pt modelId="{8D87F05C-892C-4E06-BE33-3E27B0A9356C}" type="pres">
      <dgm:prSet presAssocID="{B9E2D51E-5309-43FF-B83B-3EB1143F89A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D71B415-76E4-4DF4-9BE8-902AF4F9AC74}" type="presOf" srcId="{A07FF3B6-E99B-4958-881B-298F81CC5FFC}" destId="{B6792FAC-E371-4636-B618-AB83EA0AF60E}" srcOrd="0" destOrd="0" presId="urn:microsoft.com/office/officeart/2005/8/layout/vList2"/>
    <dgm:cxn modelId="{2E939465-E3F2-404E-887C-F7F1AC0A60D6}" type="presOf" srcId="{38E7D280-D994-4952-9F6B-D0E95D10B35E}" destId="{A8A30AA2-35FD-4AFB-87F7-DA2D1BB01B3C}" srcOrd="0" destOrd="0" presId="urn:microsoft.com/office/officeart/2005/8/layout/vList2"/>
    <dgm:cxn modelId="{78B59F50-3378-4B93-AF2B-69A7DC47AC8E}" srcId="{81774EF3-A6D5-4771-97B4-D9FC7B4B084C}" destId="{38E7D280-D994-4952-9F6B-D0E95D10B35E}" srcOrd="1" destOrd="0" parTransId="{BD0F8BF1-C631-49E3-A564-1D94BD94D375}" sibTransId="{19FA99D9-6E1C-47EA-A827-F497E6D1823A}"/>
    <dgm:cxn modelId="{EBF7F671-0B29-4956-8688-19C9E83C6E4D}" type="presOf" srcId="{900F5F52-5E1B-4342-BB29-26044B08BF69}" destId="{3C4660F0-A075-4F51-B129-F54BA306FBB7}" srcOrd="0" destOrd="0" presId="urn:microsoft.com/office/officeart/2005/8/layout/vList2"/>
    <dgm:cxn modelId="{9AA53358-0160-4487-B4BD-C3B0422376AA}" srcId="{81774EF3-A6D5-4771-97B4-D9FC7B4B084C}" destId="{A07FF3B6-E99B-4958-881B-298F81CC5FFC}" srcOrd="2" destOrd="0" parTransId="{63895A8D-AFB5-4282-B917-6F744BACDEA0}" sibTransId="{AC0AF88F-1C1C-46E7-B6D0-1CE833B24269}"/>
    <dgm:cxn modelId="{B4B11685-ACF5-4874-95A7-68760F4798AF}" type="presOf" srcId="{B9E2D51E-5309-43FF-B83B-3EB1143F89AF}" destId="{8D87F05C-892C-4E06-BE33-3E27B0A9356C}" srcOrd="0" destOrd="0" presId="urn:microsoft.com/office/officeart/2005/8/layout/vList2"/>
    <dgm:cxn modelId="{22EDFF8B-B55F-4049-8DD3-74B16DC88E68}" srcId="{81774EF3-A6D5-4771-97B4-D9FC7B4B084C}" destId="{B9E2D51E-5309-43FF-B83B-3EB1143F89AF}" srcOrd="4" destOrd="0" parTransId="{6347F378-1BA5-4D74-9932-D47AE25AC995}" sibTransId="{0522861F-950F-4203-8525-EEF7C755A97E}"/>
    <dgm:cxn modelId="{F24018C6-4DDA-44DE-BE56-A32B9283AA69}" srcId="{81774EF3-A6D5-4771-97B4-D9FC7B4B084C}" destId="{900F5F52-5E1B-4342-BB29-26044B08BF69}" srcOrd="0" destOrd="0" parTransId="{B743B4D0-3833-48DE-8922-D83D1C7833FF}" sibTransId="{72EFD4EC-D3C6-4F75-A0AF-BCB19EF126D2}"/>
    <dgm:cxn modelId="{0720F6DB-7DFF-4ABC-9D9D-0E5B3E408416}" type="presOf" srcId="{81774EF3-A6D5-4771-97B4-D9FC7B4B084C}" destId="{1E25B3E8-4637-4873-8F77-65956EB713F5}" srcOrd="0" destOrd="0" presId="urn:microsoft.com/office/officeart/2005/8/layout/vList2"/>
    <dgm:cxn modelId="{D0F3B8DD-0F15-4CC3-AA44-CB4326A4B0FE}" srcId="{81774EF3-A6D5-4771-97B4-D9FC7B4B084C}" destId="{D63E606A-EB62-419E-A6B0-E2B826487346}" srcOrd="3" destOrd="0" parTransId="{410D5124-FA6C-4D99-BC16-F82FA12B13CF}" sibTransId="{9EB861BC-D93E-4785-B3E0-EACA275069A6}"/>
    <dgm:cxn modelId="{06C50FF5-C0D1-4E5B-8D47-FAFCAB281552}" type="presOf" srcId="{D63E606A-EB62-419E-A6B0-E2B826487346}" destId="{73BB414A-F24B-4A51-8A1D-0FAAC74F3848}" srcOrd="0" destOrd="0" presId="urn:microsoft.com/office/officeart/2005/8/layout/vList2"/>
    <dgm:cxn modelId="{33E1BE2B-E701-4656-914C-8172EE17208D}" type="presParOf" srcId="{1E25B3E8-4637-4873-8F77-65956EB713F5}" destId="{3C4660F0-A075-4F51-B129-F54BA306FBB7}" srcOrd="0" destOrd="0" presId="urn:microsoft.com/office/officeart/2005/8/layout/vList2"/>
    <dgm:cxn modelId="{94A783A1-872F-42CB-9FD0-15147AE6F6AF}" type="presParOf" srcId="{1E25B3E8-4637-4873-8F77-65956EB713F5}" destId="{A7AD7403-AB28-4984-BDBF-3525200BA1C4}" srcOrd="1" destOrd="0" presId="urn:microsoft.com/office/officeart/2005/8/layout/vList2"/>
    <dgm:cxn modelId="{60CF092F-9D8C-42BD-B158-98C78A36F927}" type="presParOf" srcId="{1E25B3E8-4637-4873-8F77-65956EB713F5}" destId="{A8A30AA2-35FD-4AFB-87F7-DA2D1BB01B3C}" srcOrd="2" destOrd="0" presId="urn:microsoft.com/office/officeart/2005/8/layout/vList2"/>
    <dgm:cxn modelId="{67C4DF42-D064-4E3F-A752-E4AAA3F9C452}" type="presParOf" srcId="{1E25B3E8-4637-4873-8F77-65956EB713F5}" destId="{429618FA-35AE-41FB-86A6-31001E3D1AA5}" srcOrd="3" destOrd="0" presId="urn:microsoft.com/office/officeart/2005/8/layout/vList2"/>
    <dgm:cxn modelId="{8DA6A52B-91AA-4634-832F-07D4C7929056}" type="presParOf" srcId="{1E25B3E8-4637-4873-8F77-65956EB713F5}" destId="{B6792FAC-E371-4636-B618-AB83EA0AF60E}" srcOrd="4" destOrd="0" presId="urn:microsoft.com/office/officeart/2005/8/layout/vList2"/>
    <dgm:cxn modelId="{EEABE9DE-E397-4004-BDCE-A0E55718694F}" type="presParOf" srcId="{1E25B3E8-4637-4873-8F77-65956EB713F5}" destId="{C8BAE260-250E-4C90-AF8A-107F196792EA}" srcOrd="5" destOrd="0" presId="urn:microsoft.com/office/officeart/2005/8/layout/vList2"/>
    <dgm:cxn modelId="{FFF50085-17B6-4B01-9D18-8F6650484D72}" type="presParOf" srcId="{1E25B3E8-4637-4873-8F77-65956EB713F5}" destId="{73BB414A-F24B-4A51-8A1D-0FAAC74F3848}" srcOrd="6" destOrd="0" presId="urn:microsoft.com/office/officeart/2005/8/layout/vList2"/>
    <dgm:cxn modelId="{A1CD5403-EF2C-4973-8CB3-A27ECD80824B}" type="presParOf" srcId="{1E25B3E8-4637-4873-8F77-65956EB713F5}" destId="{A1B2E599-0DA2-49ED-8B39-389C9441335D}" srcOrd="7" destOrd="0" presId="urn:microsoft.com/office/officeart/2005/8/layout/vList2"/>
    <dgm:cxn modelId="{384D5367-682A-44A1-BCBE-0C84ED8CFE5A}" type="presParOf" srcId="{1E25B3E8-4637-4873-8F77-65956EB713F5}" destId="{8D87F05C-892C-4E06-BE33-3E27B0A9356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57E114-E1D9-4C4D-9239-96B1C2BCFF1C}">
      <dsp:nvSpPr>
        <dsp:cNvPr id="0" name=""/>
        <dsp:cNvSpPr/>
      </dsp:nvSpPr>
      <dsp:spPr>
        <a:xfrm>
          <a:off x="354579" y="490336"/>
          <a:ext cx="6382426" cy="580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Week 2: </a:t>
          </a:r>
          <a:r>
            <a:rPr lang="en-US" sz="2400" kern="1200" dirty="0" err="1"/>
            <a:t>Installeren</a:t>
          </a:r>
          <a:r>
            <a:rPr lang="en-US" sz="2400" kern="1200" dirty="0"/>
            <a:t>, taal, print </a:t>
          </a:r>
          <a:r>
            <a:rPr lang="en-US" sz="2400" kern="1200" dirty="0" err="1"/>
            <a:t>en</a:t>
          </a:r>
          <a:r>
            <a:rPr lang="en-US" sz="2400" kern="1200" dirty="0"/>
            <a:t> </a:t>
          </a:r>
          <a:r>
            <a:rPr lang="en-US" sz="2400" kern="1200" dirty="0" err="1"/>
            <a:t>rekenen</a:t>
          </a:r>
          <a:endParaRPr lang="nl-NL" sz="2400" kern="1200" dirty="0"/>
        </a:p>
      </dsp:txBody>
      <dsp:txXfrm>
        <a:off x="354579" y="490336"/>
        <a:ext cx="6382426" cy="580220"/>
      </dsp:txXfrm>
    </dsp:sp>
    <dsp:sp modelId="{20867D2B-5FD6-4F1A-9136-1A8BB3C3431D}">
      <dsp:nvSpPr>
        <dsp:cNvPr id="0" name=""/>
        <dsp:cNvSpPr/>
      </dsp:nvSpPr>
      <dsp:spPr>
        <a:xfrm>
          <a:off x="354579" y="1070557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B64B99D-B6EB-4407-A56B-B26E586E4840}">
      <dsp:nvSpPr>
        <dsp:cNvPr id="0" name=""/>
        <dsp:cNvSpPr/>
      </dsp:nvSpPr>
      <dsp:spPr>
        <a:xfrm>
          <a:off x="1255210" y="1070557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7156E09-314E-4355-B13E-F43A7C644B09}">
      <dsp:nvSpPr>
        <dsp:cNvPr id="0" name=""/>
        <dsp:cNvSpPr/>
      </dsp:nvSpPr>
      <dsp:spPr>
        <a:xfrm>
          <a:off x="2155841" y="1070557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0067E1D-F26F-4DF9-9837-FEF2FE1F8C86}">
      <dsp:nvSpPr>
        <dsp:cNvPr id="0" name=""/>
        <dsp:cNvSpPr/>
      </dsp:nvSpPr>
      <dsp:spPr>
        <a:xfrm>
          <a:off x="3056473" y="1070557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DFC166C-1AB9-4126-A2AA-42BB3A34E122}">
      <dsp:nvSpPr>
        <dsp:cNvPr id="0" name=""/>
        <dsp:cNvSpPr/>
      </dsp:nvSpPr>
      <dsp:spPr>
        <a:xfrm>
          <a:off x="3957104" y="1070557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F09BA88-F0C9-469F-91E3-522C94DEA235}">
      <dsp:nvSpPr>
        <dsp:cNvPr id="0" name=""/>
        <dsp:cNvSpPr/>
      </dsp:nvSpPr>
      <dsp:spPr>
        <a:xfrm>
          <a:off x="4857735" y="1070557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4400070-4782-497B-8DB4-18877A179760}">
      <dsp:nvSpPr>
        <dsp:cNvPr id="0" name=""/>
        <dsp:cNvSpPr/>
      </dsp:nvSpPr>
      <dsp:spPr>
        <a:xfrm>
          <a:off x="5758367" y="1070557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A91D6A2-1503-4C75-B819-D0B436F4586F}">
      <dsp:nvSpPr>
        <dsp:cNvPr id="0" name=""/>
        <dsp:cNvSpPr/>
      </dsp:nvSpPr>
      <dsp:spPr>
        <a:xfrm>
          <a:off x="354579" y="1349549"/>
          <a:ext cx="6382426" cy="580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Week 3: If statements</a:t>
          </a:r>
          <a:endParaRPr lang="nl-NL" sz="2400" kern="1200" dirty="0"/>
        </a:p>
      </dsp:txBody>
      <dsp:txXfrm>
        <a:off x="354579" y="1349549"/>
        <a:ext cx="6382426" cy="580220"/>
      </dsp:txXfrm>
    </dsp:sp>
    <dsp:sp modelId="{295ED12C-F7F1-494A-BD78-69317A6A0C0B}">
      <dsp:nvSpPr>
        <dsp:cNvPr id="0" name=""/>
        <dsp:cNvSpPr/>
      </dsp:nvSpPr>
      <dsp:spPr>
        <a:xfrm>
          <a:off x="354579" y="1929769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27261DC-FCEF-4D46-BC9F-9D33CB7B7D01}">
      <dsp:nvSpPr>
        <dsp:cNvPr id="0" name=""/>
        <dsp:cNvSpPr/>
      </dsp:nvSpPr>
      <dsp:spPr>
        <a:xfrm>
          <a:off x="1255210" y="1929769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5D07E6E-C4F9-44BA-AFCA-AE9A19C9B495}">
      <dsp:nvSpPr>
        <dsp:cNvPr id="0" name=""/>
        <dsp:cNvSpPr/>
      </dsp:nvSpPr>
      <dsp:spPr>
        <a:xfrm>
          <a:off x="2155841" y="1929769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991C3B6-A783-4610-BAF8-714E9999D4AF}">
      <dsp:nvSpPr>
        <dsp:cNvPr id="0" name=""/>
        <dsp:cNvSpPr/>
      </dsp:nvSpPr>
      <dsp:spPr>
        <a:xfrm>
          <a:off x="3056473" y="1929769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BCBE4EA-189F-40D3-9E69-20B58AB442D9}">
      <dsp:nvSpPr>
        <dsp:cNvPr id="0" name=""/>
        <dsp:cNvSpPr/>
      </dsp:nvSpPr>
      <dsp:spPr>
        <a:xfrm>
          <a:off x="3957104" y="1929769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3335BCC-E7C3-42B9-87A3-1D39C50C54FB}">
      <dsp:nvSpPr>
        <dsp:cNvPr id="0" name=""/>
        <dsp:cNvSpPr/>
      </dsp:nvSpPr>
      <dsp:spPr>
        <a:xfrm>
          <a:off x="4857735" y="1929769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DF902AF-5C71-4DC3-B236-2A00EC154C5E}">
      <dsp:nvSpPr>
        <dsp:cNvPr id="0" name=""/>
        <dsp:cNvSpPr/>
      </dsp:nvSpPr>
      <dsp:spPr>
        <a:xfrm>
          <a:off x="5758367" y="1929769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A9927DA-D02D-481C-84D3-B9F7C8AB40B4}">
      <dsp:nvSpPr>
        <dsp:cNvPr id="0" name=""/>
        <dsp:cNvSpPr/>
      </dsp:nvSpPr>
      <dsp:spPr>
        <a:xfrm>
          <a:off x="354579" y="2208761"/>
          <a:ext cx="6382426" cy="580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Week 4: DOM</a:t>
          </a:r>
          <a:endParaRPr lang="nl-NL" sz="2400" b="1" kern="1200" dirty="0"/>
        </a:p>
      </dsp:txBody>
      <dsp:txXfrm>
        <a:off x="354579" y="2208761"/>
        <a:ext cx="6382426" cy="580220"/>
      </dsp:txXfrm>
    </dsp:sp>
    <dsp:sp modelId="{637A8861-A6DF-4C4D-9D21-A8CCCFAE08D9}">
      <dsp:nvSpPr>
        <dsp:cNvPr id="0" name=""/>
        <dsp:cNvSpPr/>
      </dsp:nvSpPr>
      <dsp:spPr>
        <a:xfrm>
          <a:off x="354579" y="2788982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F01C0FB-54FD-4C1E-90D3-0D00B0FDEBDD}">
      <dsp:nvSpPr>
        <dsp:cNvPr id="0" name=""/>
        <dsp:cNvSpPr/>
      </dsp:nvSpPr>
      <dsp:spPr>
        <a:xfrm>
          <a:off x="1255210" y="2788982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98704E0-B0D1-44F7-AE2C-E7BE43532627}">
      <dsp:nvSpPr>
        <dsp:cNvPr id="0" name=""/>
        <dsp:cNvSpPr/>
      </dsp:nvSpPr>
      <dsp:spPr>
        <a:xfrm>
          <a:off x="2155841" y="2788982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972860E-22ED-4987-BF7B-6F7F651EEFFA}">
      <dsp:nvSpPr>
        <dsp:cNvPr id="0" name=""/>
        <dsp:cNvSpPr/>
      </dsp:nvSpPr>
      <dsp:spPr>
        <a:xfrm>
          <a:off x="3056473" y="2788982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5400B1A-3D48-4688-A024-0ADCB97019AE}">
      <dsp:nvSpPr>
        <dsp:cNvPr id="0" name=""/>
        <dsp:cNvSpPr/>
      </dsp:nvSpPr>
      <dsp:spPr>
        <a:xfrm>
          <a:off x="3957104" y="2788982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E022EAB-2422-42E7-8ABB-0278A1006DB6}">
      <dsp:nvSpPr>
        <dsp:cNvPr id="0" name=""/>
        <dsp:cNvSpPr/>
      </dsp:nvSpPr>
      <dsp:spPr>
        <a:xfrm>
          <a:off x="4857735" y="2788982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3C98239-BF91-41C8-97D0-8166264D9AF9}">
      <dsp:nvSpPr>
        <dsp:cNvPr id="0" name=""/>
        <dsp:cNvSpPr/>
      </dsp:nvSpPr>
      <dsp:spPr>
        <a:xfrm>
          <a:off x="5758367" y="2788982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C20FB31-2839-40CE-B64B-CB1903969505}">
      <dsp:nvSpPr>
        <dsp:cNvPr id="0" name=""/>
        <dsp:cNvSpPr/>
      </dsp:nvSpPr>
      <dsp:spPr>
        <a:xfrm>
          <a:off x="354579" y="3067973"/>
          <a:ext cx="6382426" cy="580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Week 5: </a:t>
          </a:r>
          <a:r>
            <a:rPr lang="en-US" sz="2400" kern="1200" dirty="0" err="1"/>
            <a:t>Functies</a:t>
          </a:r>
          <a:endParaRPr lang="nl-NL" sz="2400" kern="1200" dirty="0"/>
        </a:p>
      </dsp:txBody>
      <dsp:txXfrm>
        <a:off x="354579" y="3067973"/>
        <a:ext cx="6382426" cy="580220"/>
      </dsp:txXfrm>
    </dsp:sp>
    <dsp:sp modelId="{900C5232-D653-488B-999C-1B0C07FB6C48}">
      <dsp:nvSpPr>
        <dsp:cNvPr id="0" name=""/>
        <dsp:cNvSpPr/>
      </dsp:nvSpPr>
      <dsp:spPr>
        <a:xfrm>
          <a:off x="354579" y="3648194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85C658B-73ED-41DE-B4B1-AED51217A13B}">
      <dsp:nvSpPr>
        <dsp:cNvPr id="0" name=""/>
        <dsp:cNvSpPr/>
      </dsp:nvSpPr>
      <dsp:spPr>
        <a:xfrm>
          <a:off x="1255210" y="3648194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F8075AF-5905-409B-8997-4EA5DB409C1A}">
      <dsp:nvSpPr>
        <dsp:cNvPr id="0" name=""/>
        <dsp:cNvSpPr/>
      </dsp:nvSpPr>
      <dsp:spPr>
        <a:xfrm>
          <a:off x="2155841" y="3648194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38B7A07-BFF3-445D-A0B9-74C6AA77C9C4}">
      <dsp:nvSpPr>
        <dsp:cNvPr id="0" name=""/>
        <dsp:cNvSpPr/>
      </dsp:nvSpPr>
      <dsp:spPr>
        <a:xfrm>
          <a:off x="3056473" y="3648194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39385B2-FE86-4565-AB6C-F88C48765E26}">
      <dsp:nvSpPr>
        <dsp:cNvPr id="0" name=""/>
        <dsp:cNvSpPr/>
      </dsp:nvSpPr>
      <dsp:spPr>
        <a:xfrm>
          <a:off x="3957104" y="3648194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764AAC8-B63C-4B4E-A54A-1728659D5C01}">
      <dsp:nvSpPr>
        <dsp:cNvPr id="0" name=""/>
        <dsp:cNvSpPr/>
      </dsp:nvSpPr>
      <dsp:spPr>
        <a:xfrm>
          <a:off x="4857735" y="3648194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B734326-5460-4C67-912E-A5F250D64E24}">
      <dsp:nvSpPr>
        <dsp:cNvPr id="0" name=""/>
        <dsp:cNvSpPr/>
      </dsp:nvSpPr>
      <dsp:spPr>
        <a:xfrm>
          <a:off x="5758367" y="3648194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EC4037C-32CC-42B0-ABA7-FA49E07435BC}">
      <dsp:nvSpPr>
        <dsp:cNvPr id="0" name=""/>
        <dsp:cNvSpPr/>
      </dsp:nvSpPr>
      <dsp:spPr>
        <a:xfrm>
          <a:off x="354579" y="3927186"/>
          <a:ext cx="6382426" cy="580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Week 6: </a:t>
          </a:r>
          <a:r>
            <a:rPr lang="en-US" sz="2400" kern="1200" dirty="0" err="1"/>
            <a:t>Herhaling</a:t>
          </a:r>
          <a:endParaRPr lang="nl-NL" sz="2400" kern="1200" dirty="0"/>
        </a:p>
      </dsp:txBody>
      <dsp:txXfrm>
        <a:off x="354579" y="3927186"/>
        <a:ext cx="6382426" cy="580220"/>
      </dsp:txXfrm>
    </dsp:sp>
    <dsp:sp modelId="{99F00746-1039-4736-A44B-EBAAD4473FAC}">
      <dsp:nvSpPr>
        <dsp:cNvPr id="0" name=""/>
        <dsp:cNvSpPr/>
      </dsp:nvSpPr>
      <dsp:spPr>
        <a:xfrm>
          <a:off x="354579" y="4507406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052A025-623B-4B4D-A63D-C8300F2365FD}">
      <dsp:nvSpPr>
        <dsp:cNvPr id="0" name=""/>
        <dsp:cNvSpPr/>
      </dsp:nvSpPr>
      <dsp:spPr>
        <a:xfrm>
          <a:off x="1255210" y="4507406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C5147B7-D46C-42C6-ADE8-70346B8984F7}">
      <dsp:nvSpPr>
        <dsp:cNvPr id="0" name=""/>
        <dsp:cNvSpPr/>
      </dsp:nvSpPr>
      <dsp:spPr>
        <a:xfrm>
          <a:off x="2155841" y="4507406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1C3608D-3214-4CD8-AFCF-203BADF81C6C}">
      <dsp:nvSpPr>
        <dsp:cNvPr id="0" name=""/>
        <dsp:cNvSpPr/>
      </dsp:nvSpPr>
      <dsp:spPr>
        <a:xfrm>
          <a:off x="3056473" y="4507406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972E323-1E8D-44F9-886F-9A49346E7800}">
      <dsp:nvSpPr>
        <dsp:cNvPr id="0" name=""/>
        <dsp:cNvSpPr/>
      </dsp:nvSpPr>
      <dsp:spPr>
        <a:xfrm>
          <a:off x="3957104" y="4507406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6BB473E-679B-4EEE-937B-CDBA6FFEBE88}">
      <dsp:nvSpPr>
        <dsp:cNvPr id="0" name=""/>
        <dsp:cNvSpPr/>
      </dsp:nvSpPr>
      <dsp:spPr>
        <a:xfrm>
          <a:off x="4857735" y="4507406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CB0D268-3807-4D79-8294-C5CAA84EE9A8}">
      <dsp:nvSpPr>
        <dsp:cNvPr id="0" name=""/>
        <dsp:cNvSpPr/>
      </dsp:nvSpPr>
      <dsp:spPr>
        <a:xfrm>
          <a:off x="5758367" y="4507406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153A0F5-634A-444B-B563-9E4F846E5CB7}">
      <dsp:nvSpPr>
        <dsp:cNvPr id="0" name=""/>
        <dsp:cNvSpPr/>
      </dsp:nvSpPr>
      <dsp:spPr>
        <a:xfrm>
          <a:off x="354579" y="4786398"/>
          <a:ext cx="6382426" cy="580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Week 7: Loops</a:t>
          </a:r>
          <a:endParaRPr lang="nl-NL" sz="2400" kern="1200" dirty="0"/>
        </a:p>
      </dsp:txBody>
      <dsp:txXfrm>
        <a:off x="354579" y="4786398"/>
        <a:ext cx="6382426" cy="580220"/>
      </dsp:txXfrm>
    </dsp:sp>
    <dsp:sp modelId="{3E348FCE-729C-4992-A246-28855999E665}">
      <dsp:nvSpPr>
        <dsp:cNvPr id="0" name=""/>
        <dsp:cNvSpPr/>
      </dsp:nvSpPr>
      <dsp:spPr>
        <a:xfrm>
          <a:off x="354579" y="5366619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1F1EA8A-D3FB-4A00-A9E3-AAF29C7FA98A}">
      <dsp:nvSpPr>
        <dsp:cNvPr id="0" name=""/>
        <dsp:cNvSpPr/>
      </dsp:nvSpPr>
      <dsp:spPr>
        <a:xfrm>
          <a:off x="1255210" y="5366619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A4BF968-D5FB-4417-B9C5-724E2E1A91E1}">
      <dsp:nvSpPr>
        <dsp:cNvPr id="0" name=""/>
        <dsp:cNvSpPr/>
      </dsp:nvSpPr>
      <dsp:spPr>
        <a:xfrm>
          <a:off x="2155841" y="5366619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B910BCB-1F98-44F5-B214-8620CE3940F1}">
      <dsp:nvSpPr>
        <dsp:cNvPr id="0" name=""/>
        <dsp:cNvSpPr/>
      </dsp:nvSpPr>
      <dsp:spPr>
        <a:xfrm>
          <a:off x="3056473" y="5366619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3BD072C-6C84-44A4-B1D4-55E773CF192A}">
      <dsp:nvSpPr>
        <dsp:cNvPr id="0" name=""/>
        <dsp:cNvSpPr/>
      </dsp:nvSpPr>
      <dsp:spPr>
        <a:xfrm>
          <a:off x="3957104" y="5366619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E62A2C1-D0A9-463A-B47F-5708C6450693}">
      <dsp:nvSpPr>
        <dsp:cNvPr id="0" name=""/>
        <dsp:cNvSpPr/>
      </dsp:nvSpPr>
      <dsp:spPr>
        <a:xfrm>
          <a:off x="4857735" y="5366619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6F031A5-4C52-43B3-B22D-57B82F0768AA}">
      <dsp:nvSpPr>
        <dsp:cNvPr id="0" name=""/>
        <dsp:cNvSpPr/>
      </dsp:nvSpPr>
      <dsp:spPr>
        <a:xfrm>
          <a:off x="5758367" y="5366619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7FCCBC8-C65D-4B63-B898-7D973D434815}">
      <dsp:nvSpPr>
        <dsp:cNvPr id="0" name=""/>
        <dsp:cNvSpPr/>
      </dsp:nvSpPr>
      <dsp:spPr>
        <a:xfrm>
          <a:off x="354579" y="5645610"/>
          <a:ext cx="6382426" cy="580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Week 8: </a:t>
          </a:r>
          <a:r>
            <a:rPr lang="en-US" sz="2400" kern="1200" dirty="0" err="1"/>
            <a:t>Herhaling</a:t>
          </a:r>
          <a:r>
            <a:rPr lang="en-US" sz="2400" kern="1200" dirty="0"/>
            <a:t> + </a:t>
          </a:r>
          <a:r>
            <a:rPr lang="en-US" sz="2400" kern="1200" dirty="0" err="1"/>
            <a:t>aftekenen</a:t>
          </a:r>
          <a:endParaRPr lang="nl-NL" sz="2400" kern="1200" dirty="0"/>
        </a:p>
      </dsp:txBody>
      <dsp:txXfrm>
        <a:off x="354579" y="5645610"/>
        <a:ext cx="6382426" cy="580220"/>
      </dsp:txXfrm>
    </dsp:sp>
    <dsp:sp modelId="{C5ECDC8D-455C-43E1-809D-2B525FE2508C}">
      <dsp:nvSpPr>
        <dsp:cNvPr id="0" name=""/>
        <dsp:cNvSpPr/>
      </dsp:nvSpPr>
      <dsp:spPr>
        <a:xfrm>
          <a:off x="354579" y="6225831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793C225-7795-423D-9959-66A074CC757C}">
      <dsp:nvSpPr>
        <dsp:cNvPr id="0" name=""/>
        <dsp:cNvSpPr/>
      </dsp:nvSpPr>
      <dsp:spPr>
        <a:xfrm>
          <a:off x="1255210" y="6225831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41ACDBD-4E62-438A-90D0-B3836ABFDF50}">
      <dsp:nvSpPr>
        <dsp:cNvPr id="0" name=""/>
        <dsp:cNvSpPr/>
      </dsp:nvSpPr>
      <dsp:spPr>
        <a:xfrm>
          <a:off x="2155841" y="6225831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4798D49-5184-4619-8683-23A3DEE3AE7C}">
      <dsp:nvSpPr>
        <dsp:cNvPr id="0" name=""/>
        <dsp:cNvSpPr/>
      </dsp:nvSpPr>
      <dsp:spPr>
        <a:xfrm>
          <a:off x="3056473" y="6225831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F62ED23-2CB1-4F99-B726-5285C65AB58B}">
      <dsp:nvSpPr>
        <dsp:cNvPr id="0" name=""/>
        <dsp:cNvSpPr/>
      </dsp:nvSpPr>
      <dsp:spPr>
        <a:xfrm>
          <a:off x="3957104" y="6225831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EFB10C1-A28E-4AE0-AD6D-7440B82D24E7}">
      <dsp:nvSpPr>
        <dsp:cNvPr id="0" name=""/>
        <dsp:cNvSpPr/>
      </dsp:nvSpPr>
      <dsp:spPr>
        <a:xfrm>
          <a:off x="4857735" y="6225831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779B897-80E4-4DF2-A349-9015CCE06F18}">
      <dsp:nvSpPr>
        <dsp:cNvPr id="0" name=""/>
        <dsp:cNvSpPr/>
      </dsp:nvSpPr>
      <dsp:spPr>
        <a:xfrm>
          <a:off x="5758367" y="6225831"/>
          <a:ext cx="850990" cy="141831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4660F0-A075-4F51-B129-F54BA306FBB7}">
      <dsp:nvSpPr>
        <dsp:cNvPr id="0" name=""/>
        <dsp:cNvSpPr/>
      </dsp:nvSpPr>
      <dsp:spPr>
        <a:xfrm>
          <a:off x="0" y="6825"/>
          <a:ext cx="8595360" cy="79150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baseline="0"/>
            <a:t>Stap 1: Uitlezen</a:t>
          </a:r>
          <a:endParaRPr lang="nl-NL" sz="3300" kern="1200"/>
        </a:p>
      </dsp:txBody>
      <dsp:txXfrm>
        <a:off x="38638" y="45463"/>
        <a:ext cx="8518084" cy="714229"/>
      </dsp:txXfrm>
    </dsp:sp>
    <dsp:sp modelId="{A8A30AA2-35FD-4AFB-87F7-DA2D1BB01B3C}">
      <dsp:nvSpPr>
        <dsp:cNvPr id="0" name=""/>
        <dsp:cNvSpPr/>
      </dsp:nvSpPr>
      <dsp:spPr>
        <a:xfrm>
          <a:off x="0" y="893370"/>
          <a:ext cx="8595360" cy="791505"/>
        </a:xfrm>
        <a:prstGeom prst="roundRect">
          <a:avLst/>
        </a:prstGeom>
        <a:solidFill>
          <a:schemeClr val="accent4">
            <a:hueOff val="-1124055"/>
            <a:satOff val="-1340"/>
            <a:lumOff val="4117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baseline="0"/>
            <a:t>Stap 2: Aanpassen</a:t>
          </a:r>
          <a:endParaRPr lang="nl-NL" sz="3300" kern="1200"/>
        </a:p>
      </dsp:txBody>
      <dsp:txXfrm>
        <a:off x="38638" y="932008"/>
        <a:ext cx="8518084" cy="714229"/>
      </dsp:txXfrm>
    </dsp:sp>
    <dsp:sp modelId="{B6792FAC-E371-4636-B618-AB83EA0AF60E}">
      <dsp:nvSpPr>
        <dsp:cNvPr id="0" name=""/>
        <dsp:cNvSpPr/>
      </dsp:nvSpPr>
      <dsp:spPr>
        <a:xfrm>
          <a:off x="0" y="1779916"/>
          <a:ext cx="8595360" cy="791505"/>
        </a:xfrm>
        <a:prstGeom prst="roundRect">
          <a:avLst/>
        </a:prstGeom>
        <a:solidFill>
          <a:schemeClr val="accent4">
            <a:hueOff val="-2248111"/>
            <a:satOff val="-2680"/>
            <a:lumOff val="8234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baseline="0"/>
            <a:t>Stap 3: Stylen</a:t>
          </a:r>
          <a:endParaRPr lang="nl-NL" sz="3300" kern="1200"/>
        </a:p>
      </dsp:txBody>
      <dsp:txXfrm>
        <a:off x="38638" y="1818554"/>
        <a:ext cx="8518084" cy="714229"/>
      </dsp:txXfrm>
    </dsp:sp>
    <dsp:sp modelId="{73BB414A-F24B-4A51-8A1D-0FAAC74F3848}">
      <dsp:nvSpPr>
        <dsp:cNvPr id="0" name=""/>
        <dsp:cNvSpPr/>
      </dsp:nvSpPr>
      <dsp:spPr>
        <a:xfrm>
          <a:off x="0" y="2666461"/>
          <a:ext cx="8595360" cy="791505"/>
        </a:xfrm>
        <a:prstGeom prst="roundRect">
          <a:avLst/>
        </a:prstGeom>
        <a:solidFill>
          <a:schemeClr val="accent4">
            <a:hueOff val="-3372166"/>
            <a:satOff val="-4021"/>
            <a:lumOff val="1235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 baseline="0"/>
            <a:t>Stap 4: Verwijderen?</a:t>
          </a:r>
          <a:endParaRPr lang="nl-NL" sz="1400" i="1" kern="1200"/>
        </a:p>
      </dsp:txBody>
      <dsp:txXfrm>
        <a:off x="38638" y="2705099"/>
        <a:ext cx="8518084" cy="714229"/>
      </dsp:txXfrm>
    </dsp:sp>
    <dsp:sp modelId="{8D87F05C-892C-4E06-BE33-3E27B0A9356C}">
      <dsp:nvSpPr>
        <dsp:cNvPr id="0" name=""/>
        <dsp:cNvSpPr/>
      </dsp:nvSpPr>
      <dsp:spPr>
        <a:xfrm>
          <a:off x="0" y="3553006"/>
          <a:ext cx="8595360" cy="791505"/>
        </a:xfrm>
        <a:prstGeom prst="roundRect">
          <a:avLst/>
        </a:prstGeom>
        <a:solidFill>
          <a:schemeClr val="accent4">
            <a:hueOff val="-4496222"/>
            <a:satOff val="-5361"/>
            <a:lumOff val="16467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 baseline="0"/>
            <a:t>Stap 5: Dupliceren?</a:t>
          </a:r>
          <a:endParaRPr lang="nl-NL" sz="1400" i="1" kern="1200"/>
        </a:p>
      </dsp:txBody>
      <dsp:txXfrm>
        <a:off x="38638" y="3591644"/>
        <a:ext cx="8518084" cy="7142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F85B4D-9998-4A37-A06A-AFF01FE15317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DF8EB-6D25-4DF2-8C8D-A67C773065A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4395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DF8EB-6D25-4DF2-8C8D-A67C773065A1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72016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spc="3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860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655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 spc="3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71577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981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21606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21606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009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886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04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989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540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622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93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262393"/>
            <a:ext cx="9692640" cy="1428929"/>
          </a:xfrm>
          <a:prstGeom prst="rect">
            <a:avLst/>
          </a:prstGeo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5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spc="-5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2000" kern="1200" spc="1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Programmeren</a:t>
            </a:r>
            <a:r>
              <a:rPr lang="en-GB" dirty="0"/>
              <a:t> in </a:t>
            </a:r>
            <a:r>
              <a:rPr lang="en-GB" dirty="0" err="1"/>
              <a:t>Javascript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JS 3: DOM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DF6C7-7E79-4B86-B39A-EBF9CAA8B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327" y="2123440"/>
            <a:ext cx="3787648" cy="2611120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Planning </a:t>
            </a:r>
            <a:r>
              <a:rPr lang="en-US" sz="4800" b="1" dirty="0" err="1"/>
              <a:t>deze</a:t>
            </a:r>
            <a:r>
              <a:rPr lang="en-US" sz="4800" b="1" dirty="0"/>
              <a:t> </a:t>
            </a:r>
            <a:r>
              <a:rPr lang="en-US" sz="4800" b="1" dirty="0" err="1"/>
              <a:t>periode</a:t>
            </a:r>
            <a:endParaRPr lang="nl-NL" sz="48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025F99-599A-49C8-8B0C-824ED37DB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7431BD4-7C81-4500-88AC-DD17FDD955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3645758"/>
              </p:ext>
            </p:extLst>
          </p:nvPr>
        </p:nvGraphicFramePr>
        <p:xfrm>
          <a:off x="4500974" y="0"/>
          <a:ext cx="7091585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3E6A9988-320D-D12F-64C3-443B6D848F88}"/>
              </a:ext>
            </a:extLst>
          </p:cNvPr>
          <p:cNvSpPr/>
          <p:nvPr/>
        </p:nvSpPr>
        <p:spPr>
          <a:xfrm>
            <a:off x="3728720" y="2220099"/>
            <a:ext cx="1101514" cy="5332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73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8FFC4-1433-9F06-C542-BC3A99EB6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Vorige</a:t>
            </a:r>
            <a:r>
              <a:rPr lang="en-US" dirty="0"/>
              <a:t> </a:t>
            </a:r>
            <a:r>
              <a:rPr lang="en-US" dirty="0" err="1"/>
              <a:t>weken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9066C-5D57-A279-2071-17C7F8B63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 </a:t>
            </a:r>
            <a:r>
              <a:rPr lang="en-US" dirty="0" err="1"/>
              <a:t>uitvoeren</a:t>
            </a:r>
            <a:endParaRPr lang="en-US" dirty="0"/>
          </a:p>
          <a:p>
            <a:r>
              <a:rPr lang="en-US" dirty="0"/>
              <a:t>Print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rekenen</a:t>
            </a:r>
            <a:endParaRPr lang="en-US" dirty="0"/>
          </a:p>
          <a:p>
            <a:r>
              <a:rPr lang="en-US" dirty="0"/>
              <a:t>If statements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92872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FD1BA-F47F-29BA-F63D-0C93B9F06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F305D-851E-2A10-78C9-1B59DA2E5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</a:t>
            </a:r>
            <a:r>
              <a:rPr lang="en-US" dirty="0"/>
              <a:t>ocument </a:t>
            </a:r>
            <a:r>
              <a:rPr lang="en-US" b="1" dirty="0"/>
              <a:t>O</a:t>
            </a:r>
            <a:r>
              <a:rPr lang="en-US" dirty="0"/>
              <a:t>bject </a:t>
            </a:r>
            <a:r>
              <a:rPr lang="en-US" b="1" dirty="0"/>
              <a:t>M</a:t>
            </a:r>
            <a:r>
              <a:rPr lang="en-US" dirty="0"/>
              <a:t>odel</a:t>
            </a:r>
          </a:p>
          <a:p>
            <a:r>
              <a:rPr lang="en-US" dirty="0" err="1"/>
              <a:t>Representatie</a:t>
            </a:r>
            <a:r>
              <a:rPr lang="en-US" dirty="0"/>
              <a:t> van de </a:t>
            </a:r>
            <a:r>
              <a:rPr lang="en-US" dirty="0" err="1"/>
              <a:t>structuur</a:t>
            </a:r>
            <a:r>
              <a:rPr lang="en-US" dirty="0"/>
              <a:t> van een </a:t>
            </a:r>
            <a:r>
              <a:rPr lang="en-US" dirty="0" err="1"/>
              <a:t>webpagina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een boom.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24411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3D791-5840-8509-90E7-9A08EF260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62394"/>
            <a:ext cx="9692640" cy="882915"/>
          </a:xfrm>
        </p:spPr>
        <p:txBody>
          <a:bodyPr/>
          <a:lstStyle/>
          <a:p>
            <a:r>
              <a:rPr lang="en-US" dirty="0"/>
              <a:t>Hoe </a:t>
            </a:r>
            <a:r>
              <a:rPr lang="en-US" dirty="0" err="1"/>
              <a:t>ziet</a:t>
            </a:r>
            <a:r>
              <a:rPr lang="en-US" dirty="0"/>
              <a:t> het DOM er </a:t>
            </a:r>
            <a:r>
              <a:rPr lang="en-US" dirty="0" err="1"/>
              <a:t>uit</a:t>
            </a:r>
            <a:r>
              <a:rPr lang="en-US" dirty="0"/>
              <a:t>?</a:t>
            </a:r>
            <a:endParaRPr lang="nl-N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13FBB6-BA8E-4E17-5EC1-FF0F66B75B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1872" y="1216838"/>
            <a:ext cx="8925837" cy="5511853"/>
          </a:xfrm>
        </p:spPr>
      </p:pic>
    </p:spTree>
    <p:extLst>
      <p:ext uri="{BB962C8B-B14F-4D97-AF65-F5344CB8AC3E}">
        <p14:creationId xmlns:p14="http://schemas.microsoft.com/office/powerpoint/2010/main" val="1565758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3D791-5840-8509-90E7-9A08EF260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62394"/>
            <a:ext cx="9692640" cy="882915"/>
          </a:xfrm>
        </p:spPr>
        <p:txBody>
          <a:bodyPr/>
          <a:lstStyle/>
          <a:p>
            <a:r>
              <a:rPr lang="en-US" dirty="0"/>
              <a:t>Hoe </a:t>
            </a:r>
            <a:r>
              <a:rPr lang="en-US" dirty="0" err="1"/>
              <a:t>ziet</a:t>
            </a:r>
            <a:r>
              <a:rPr lang="en-US" dirty="0"/>
              <a:t> het DOM er </a:t>
            </a:r>
            <a:r>
              <a:rPr lang="en-US" dirty="0" err="1"/>
              <a:t>uit</a:t>
            </a:r>
            <a:r>
              <a:rPr lang="en-US" dirty="0"/>
              <a:t>?</a:t>
            </a:r>
            <a:endParaRPr lang="nl-N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13FBB6-BA8E-4E17-5EC1-FF0F66B75B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261872" y="1216838"/>
            <a:ext cx="8925837" cy="5511853"/>
          </a:xfr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6F209DDA-A064-28FA-B60D-36B88C2FB423}"/>
              </a:ext>
            </a:extLst>
          </p:cNvPr>
          <p:cNvSpPr/>
          <p:nvPr/>
        </p:nvSpPr>
        <p:spPr>
          <a:xfrm>
            <a:off x="4498109" y="1295453"/>
            <a:ext cx="1754909" cy="812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Body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840CAD9-181B-AD59-B1CF-175931DB650D}"/>
              </a:ext>
            </a:extLst>
          </p:cNvPr>
          <p:cNvSpPr/>
          <p:nvPr/>
        </p:nvSpPr>
        <p:spPr>
          <a:xfrm>
            <a:off x="2193636" y="2108253"/>
            <a:ext cx="1754909" cy="812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h1</a:t>
            </a:r>
            <a:endParaRPr lang="en-US" dirty="0"/>
          </a:p>
          <a:p>
            <a:pPr algn="ctr"/>
            <a:r>
              <a:rPr lang="en-US" sz="900" dirty="0"/>
              <a:t>Id=title</a:t>
            </a:r>
          </a:p>
          <a:p>
            <a:pPr algn="ctr"/>
            <a:r>
              <a:rPr lang="en-US" sz="900" dirty="0" err="1"/>
              <a:t>innerText</a:t>
            </a:r>
            <a:r>
              <a:rPr lang="en-US" sz="900" dirty="0"/>
              <a:t>=</a:t>
            </a:r>
            <a:r>
              <a:rPr lang="en-US" sz="900" dirty="0" err="1"/>
              <a:t>blablaba</a:t>
            </a:r>
            <a:endParaRPr lang="en-US" sz="9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ED77330-7A8C-8673-24CE-1E34C97E408F}"/>
              </a:ext>
            </a:extLst>
          </p:cNvPr>
          <p:cNvSpPr/>
          <p:nvPr/>
        </p:nvSpPr>
        <p:spPr>
          <a:xfrm>
            <a:off x="6802582" y="2108253"/>
            <a:ext cx="1754909" cy="812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article</a:t>
            </a:r>
            <a:endParaRPr lang="en-US" dirty="0"/>
          </a:p>
          <a:p>
            <a:pPr algn="ctr"/>
            <a:r>
              <a:rPr lang="en-US" sz="1050" dirty="0"/>
              <a:t>Class=“main”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31F7157-0441-9E93-979E-ED5E613714B6}"/>
              </a:ext>
            </a:extLst>
          </p:cNvPr>
          <p:cNvSpPr/>
          <p:nvPr/>
        </p:nvSpPr>
        <p:spPr>
          <a:xfrm>
            <a:off x="4847335" y="3429000"/>
            <a:ext cx="1754909" cy="812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h2</a:t>
            </a:r>
            <a:endParaRPr lang="en-US" dirty="0"/>
          </a:p>
          <a:p>
            <a:pPr algn="ctr"/>
            <a:r>
              <a:rPr lang="en-US" sz="1050" dirty="0"/>
              <a:t>Class=“</a:t>
            </a:r>
            <a:r>
              <a:rPr lang="en-US" sz="1050" dirty="0" err="1"/>
              <a:t>articleheader</a:t>
            </a:r>
            <a:r>
              <a:rPr lang="en-US" sz="1050" dirty="0"/>
              <a:t>”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08AD080-4D3D-DB47-5735-6577E8E31AB8}"/>
              </a:ext>
            </a:extLst>
          </p:cNvPr>
          <p:cNvSpPr/>
          <p:nvPr/>
        </p:nvSpPr>
        <p:spPr>
          <a:xfrm>
            <a:off x="6810669" y="3406068"/>
            <a:ext cx="1754909" cy="812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ul</a:t>
            </a:r>
            <a:endParaRPr lang="en-US" sz="2000" dirty="0"/>
          </a:p>
          <a:p>
            <a:pPr algn="ctr"/>
            <a:r>
              <a:rPr lang="en-US" sz="1050" dirty="0"/>
              <a:t>Class=“ingredients”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789EDF0-CFE2-3F12-A903-660898C8E8C8}"/>
              </a:ext>
            </a:extLst>
          </p:cNvPr>
          <p:cNvSpPr/>
          <p:nvPr/>
        </p:nvSpPr>
        <p:spPr>
          <a:xfrm>
            <a:off x="8937940" y="3406068"/>
            <a:ext cx="1754909" cy="812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</a:t>
            </a:r>
            <a:endParaRPr lang="en-US" dirty="0"/>
          </a:p>
          <a:p>
            <a:pPr algn="ctr"/>
            <a:r>
              <a:rPr lang="en-US" sz="1050" dirty="0"/>
              <a:t>Class=“</a:t>
            </a:r>
            <a:r>
              <a:rPr lang="en-US" sz="1050" dirty="0" err="1"/>
              <a:t>articleText</a:t>
            </a:r>
            <a:r>
              <a:rPr lang="en-US" sz="1050" dirty="0"/>
              <a:t>”</a:t>
            </a:r>
          </a:p>
          <a:p>
            <a:pPr algn="ctr"/>
            <a:r>
              <a:rPr lang="en-US" sz="1050" dirty="0" err="1"/>
              <a:t>innerText</a:t>
            </a:r>
            <a:r>
              <a:rPr lang="en-US" sz="1050" dirty="0"/>
              <a:t>=“lorem ipsum”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32673AF-09F8-648F-F522-EF8A3BE732D3}"/>
              </a:ext>
            </a:extLst>
          </p:cNvPr>
          <p:cNvSpPr/>
          <p:nvPr/>
        </p:nvSpPr>
        <p:spPr>
          <a:xfrm>
            <a:off x="5218545" y="4749747"/>
            <a:ext cx="1754909" cy="812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li</a:t>
            </a:r>
          </a:p>
          <a:p>
            <a:pPr algn="ctr"/>
            <a:r>
              <a:rPr lang="en-US" sz="1050" dirty="0" err="1"/>
              <a:t>innerText</a:t>
            </a:r>
            <a:r>
              <a:rPr lang="en-US" sz="1050" dirty="0"/>
              <a:t>=“[…]”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AF54275-B62B-0A1D-8D93-BBA229D65C01}"/>
              </a:ext>
            </a:extLst>
          </p:cNvPr>
          <p:cNvSpPr/>
          <p:nvPr/>
        </p:nvSpPr>
        <p:spPr>
          <a:xfrm>
            <a:off x="8677562" y="4828362"/>
            <a:ext cx="1754909" cy="812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li</a:t>
            </a:r>
          </a:p>
          <a:p>
            <a:pPr algn="ctr"/>
            <a:r>
              <a:rPr lang="en-US" sz="1050" dirty="0" err="1"/>
              <a:t>innerText</a:t>
            </a:r>
            <a:r>
              <a:rPr lang="en-US" sz="1050" dirty="0"/>
              <a:t>=“[…]”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D45D395-3494-6764-1A41-177D6D8D2B53}"/>
              </a:ext>
            </a:extLst>
          </p:cNvPr>
          <p:cNvSpPr/>
          <p:nvPr/>
        </p:nvSpPr>
        <p:spPr>
          <a:xfrm>
            <a:off x="6922653" y="4821276"/>
            <a:ext cx="1754909" cy="812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li</a:t>
            </a:r>
          </a:p>
          <a:p>
            <a:pPr algn="ctr"/>
            <a:r>
              <a:rPr lang="en-US" sz="1050" dirty="0" err="1"/>
              <a:t>innerText</a:t>
            </a:r>
            <a:r>
              <a:rPr lang="en-US" sz="1050" dirty="0"/>
              <a:t>=“[…]”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339C0A-9A96-C156-6354-7D6D694D0E72}"/>
              </a:ext>
            </a:extLst>
          </p:cNvPr>
          <p:cNvCxnSpPr>
            <a:cxnSpLocks/>
            <a:stCxn id="4" idx="7"/>
            <a:endCxn id="3" idx="3"/>
          </p:cNvCxnSpPr>
          <p:nvPr/>
        </p:nvCxnSpPr>
        <p:spPr>
          <a:xfrm flipV="1">
            <a:off x="3691545" y="1989221"/>
            <a:ext cx="1063564" cy="23806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EF0AC52-B52A-19DC-A78A-D59F5DDAA511}"/>
              </a:ext>
            </a:extLst>
          </p:cNvPr>
          <p:cNvCxnSpPr>
            <a:stCxn id="6" idx="1"/>
            <a:endCxn id="3" idx="5"/>
          </p:cNvCxnSpPr>
          <p:nvPr/>
        </p:nvCxnSpPr>
        <p:spPr>
          <a:xfrm flipH="1" flipV="1">
            <a:off x="5996018" y="1989221"/>
            <a:ext cx="1063564" cy="23806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74ACEAF-D71D-B160-368E-64EF5801D3E2}"/>
              </a:ext>
            </a:extLst>
          </p:cNvPr>
          <p:cNvCxnSpPr>
            <a:stCxn id="7" idx="7"/>
            <a:endCxn id="6" idx="3"/>
          </p:cNvCxnSpPr>
          <p:nvPr/>
        </p:nvCxnSpPr>
        <p:spPr>
          <a:xfrm flipV="1">
            <a:off x="6345244" y="2802021"/>
            <a:ext cx="714338" cy="74601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044AF77-E574-2D9A-97DC-76462C02D569}"/>
              </a:ext>
            </a:extLst>
          </p:cNvPr>
          <p:cNvCxnSpPr>
            <a:cxnSpLocks/>
            <a:stCxn id="10" idx="7"/>
            <a:endCxn id="8" idx="3"/>
          </p:cNvCxnSpPr>
          <p:nvPr/>
        </p:nvCxnSpPr>
        <p:spPr>
          <a:xfrm flipV="1">
            <a:off x="6716454" y="4099836"/>
            <a:ext cx="351215" cy="768943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382B998-ACD6-B1A9-5C87-E81F4D7DE8B2}"/>
              </a:ext>
            </a:extLst>
          </p:cNvPr>
          <p:cNvCxnSpPr>
            <a:cxnSpLocks/>
            <a:stCxn id="9" idx="1"/>
            <a:endCxn id="6" idx="5"/>
          </p:cNvCxnSpPr>
          <p:nvPr/>
        </p:nvCxnSpPr>
        <p:spPr>
          <a:xfrm flipH="1" flipV="1">
            <a:off x="8300491" y="2802021"/>
            <a:ext cx="894449" cy="72307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05E2C13-5E69-824F-2C59-624C0A077BB7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7680037" y="2921053"/>
            <a:ext cx="8087" cy="48501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B6E1F47-A1BE-1C36-73AC-B0C6C9CF015F}"/>
              </a:ext>
            </a:extLst>
          </p:cNvPr>
          <p:cNvCxnSpPr>
            <a:cxnSpLocks/>
            <a:stCxn id="13" idx="1"/>
            <a:endCxn id="8" idx="5"/>
          </p:cNvCxnSpPr>
          <p:nvPr/>
        </p:nvCxnSpPr>
        <p:spPr>
          <a:xfrm flipH="1" flipV="1">
            <a:off x="8308578" y="4099836"/>
            <a:ext cx="625984" cy="84755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40F7544-5369-3A74-2944-9617087C772A}"/>
              </a:ext>
            </a:extLst>
          </p:cNvPr>
          <p:cNvCxnSpPr>
            <a:cxnSpLocks/>
            <a:endCxn id="8" idx="4"/>
          </p:cNvCxnSpPr>
          <p:nvPr/>
        </p:nvCxnSpPr>
        <p:spPr>
          <a:xfrm flipV="1">
            <a:off x="7688123" y="4218868"/>
            <a:ext cx="1" cy="56904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968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56916-450A-C5C2-7865-C2EE53199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2A00C-183D-9822-2C85-7BD63C2B8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Gebruiken</a:t>
            </a:r>
            <a:r>
              <a:rPr lang="en-US" sz="3200" dirty="0"/>
              <a:t> om</a:t>
            </a:r>
          </a:p>
          <a:p>
            <a:pPr lvl="1"/>
            <a:r>
              <a:rPr lang="en-US" sz="2800" dirty="0"/>
              <a:t>HTML </a:t>
            </a:r>
            <a:r>
              <a:rPr lang="en-US" sz="2800" dirty="0" err="1"/>
              <a:t>pagina</a:t>
            </a:r>
            <a:r>
              <a:rPr lang="en-US" sz="2800" dirty="0"/>
              <a:t> te </a:t>
            </a:r>
            <a:r>
              <a:rPr lang="en-US" sz="2800" dirty="0" err="1"/>
              <a:t>lezen</a:t>
            </a:r>
            <a:endParaRPr lang="en-US" sz="2800" dirty="0"/>
          </a:p>
          <a:p>
            <a:pPr lvl="1"/>
            <a:r>
              <a:rPr lang="en-US" sz="2800" dirty="0"/>
              <a:t>HTML </a:t>
            </a:r>
            <a:r>
              <a:rPr lang="en-US" sz="2800" dirty="0" err="1"/>
              <a:t>pagina</a:t>
            </a:r>
            <a:r>
              <a:rPr lang="en-US" sz="2800" dirty="0"/>
              <a:t> </a:t>
            </a:r>
            <a:r>
              <a:rPr lang="en-US" sz="2800" dirty="0" err="1"/>
              <a:t>aan</a:t>
            </a:r>
            <a:r>
              <a:rPr lang="en-US" sz="2800" dirty="0"/>
              <a:t> te </a:t>
            </a:r>
            <a:r>
              <a:rPr lang="en-US" sz="2800" dirty="0" err="1"/>
              <a:t>passen</a:t>
            </a:r>
            <a:endParaRPr lang="en-US" sz="2800" dirty="0"/>
          </a:p>
          <a:p>
            <a:pPr lvl="1"/>
            <a:r>
              <a:rPr lang="en-US" sz="2800" dirty="0" err="1"/>
              <a:t>Dingen</a:t>
            </a:r>
            <a:r>
              <a:rPr lang="en-US" sz="2800" dirty="0"/>
              <a:t> toe </a:t>
            </a:r>
            <a:r>
              <a:rPr lang="en-US" sz="2800" dirty="0" err="1"/>
              <a:t>voegen</a:t>
            </a:r>
            <a:r>
              <a:rPr lang="en-US" sz="2800" dirty="0"/>
              <a:t> </a:t>
            </a:r>
            <a:r>
              <a:rPr lang="en-US" sz="2800" dirty="0" err="1"/>
              <a:t>aan</a:t>
            </a:r>
            <a:r>
              <a:rPr lang="en-US" sz="2800" dirty="0"/>
              <a:t> HTML</a:t>
            </a:r>
          </a:p>
          <a:p>
            <a:pPr lvl="1"/>
            <a:r>
              <a:rPr lang="en-US" sz="2800" dirty="0"/>
              <a:t>CSS </a:t>
            </a:r>
            <a:r>
              <a:rPr lang="en-US" sz="2800" dirty="0" err="1"/>
              <a:t>veranderen</a:t>
            </a:r>
            <a:endParaRPr lang="en-US" sz="2800" dirty="0"/>
          </a:p>
          <a:p>
            <a:pPr lvl="1"/>
            <a:r>
              <a:rPr lang="en-US" sz="2800" dirty="0"/>
              <a:t>Events </a:t>
            </a:r>
            <a:r>
              <a:rPr lang="en-US" sz="2800" dirty="0" err="1"/>
              <a:t>afvangen</a:t>
            </a:r>
            <a:endParaRPr lang="en-US" sz="2800" dirty="0"/>
          </a:p>
          <a:p>
            <a:pPr lvl="2"/>
            <a:r>
              <a:rPr lang="en-US" sz="2400" dirty="0" err="1"/>
              <a:t>Muisclick</a:t>
            </a:r>
            <a:endParaRPr lang="en-US" sz="2400" dirty="0"/>
          </a:p>
          <a:p>
            <a:pPr lvl="2"/>
            <a:r>
              <a:rPr lang="en-US" sz="2400" dirty="0" err="1"/>
              <a:t>Toetsenbord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78672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24BEC-BAA5-C9C0-A9DF-12B1AB8D4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8445"/>
            <a:ext cx="10515600" cy="984520"/>
          </a:xfrm>
        </p:spPr>
        <p:txBody>
          <a:bodyPr>
            <a:normAutofit/>
          </a:bodyPr>
          <a:lstStyle/>
          <a:p>
            <a:r>
              <a:rPr lang="en-US" sz="4800" b="1" err="1"/>
              <a:t>Elementen</a:t>
            </a:r>
            <a:r>
              <a:rPr lang="en-US" sz="4800" b="1"/>
              <a:t> </a:t>
            </a:r>
            <a:r>
              <a:rPr lang="en-US" sz="4800" b="1" err="1"/>
              <a:t>opzoeken</a:t>
            </a:r>
            <a:endParaRPr lang="nl-NL" sz="48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D282C-1940-B6DF-41E3-34FC018A7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94711"/>
            <a:ext cx="11991231" cy="4984780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/>
              <a:t>4 </a:t>
            </a:r>
            <a:r>
              <a:rPr lang="en-US" err="1"/>
              <a:t>manieren</a:t>
            </a:r>
            <a:r>
              <a:rPr lang="en-US"/>
              <a:t> om </a:t>
            </a:r>
            <a:r>
              <a:rPr lang="en-US" err="1"/>
              <a:t>objecten</a:t>
            </a:r>
            <a:r>
              <a:rPr lang="en-US"/>
              <a:t> op te </a:t>
            </a:r>
            <a:r>
              <a:rPr lang="en-US" err="1"/>
              <a:t>zoeken</a:t>
            </a:r>
            <a:r>
              <a:rPr lang="en-US"/>
              <a:t>.</a:t>
            </a:r>
          </a:p>
          <a:p>
            <a:pPr>
              <a:spcBef>
                <a:spcPts val="300"/>
              </a:spcBef>
            </a:pPr>
            <a:r>
              <a:rPr lang="en-US"/>
              <a:t>Id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/>
              <a:t>		</a:t>
            </a:r>
            <a:r>
              <a:rPr lang="en-US" err="1"/>
              <a:t>Meest</a:t>
            </a:r>
            <a:r>
              <a:rPr lang="en-US"/>
              <a:t> gebruikt. Eerste element met ID wordt opgevraagd</a:t>
            </a:r>
          </a:p>
          <a:p>
            <a:pPr marL="0" indent="0">
              <a:spcBef>
                <a:spcPts val="300"/>
              </a:spcBef>
              <a:buNone/>
            </a:pPr>
            <a:endParaRPr lang="en-US" sz="1200"/>
          </a:p>
          <a:p>
            <a:pPr>
              <a:spcBef>
                <a:spcPts val="300"/>
              </a:spcBef>
            </a:pPr>
            <a:r>
              <a:rPr lang="en-US"/>
              <a:t>Tag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/>
              <a:t>		Alle </a:t>
            </a:r>
            <a:r>
              <a:rPr lang="en-US" err="1"/>
              <a:t>elementen</a:t>
            </a:r>
            <a:r>
              <a:rPr lang="en-US"/>
              <a:t> met tag </a:t>
            </a:r>
            <a:r>
              <a:rPr lang="en-US" err="1"/>
              <a:t>worden</a:t>
            </a:r>
            <a:r>
              <a:rPr lang="en-US"/>
              <a:t> </a:t>
            </a:r>
            <a:r>
              <a:rPr lang="en-US" err="1"/>
              <a:t>opgevraagd</a:t>
            </a:r>
            <a:r>
              <a:rPr lang="en-US"/>
              <a:t>.</a:t>
            </a:r>
          </a:p>
          <a:p>
            <a:pPr>
              <a:spcBef>
                <a:spcPts val="300"/>
              </a:spcBef>
            </a:pPr>
            <a:endParaRPr lang="en-US" sz="1200"/>
          </a:p>
          <a:p>
            <a:pPr>
              <a:spcBef>
                <a:spcPts val="300"/>
              </a:spcBef>
            </a:pPr>
            <a:r>
              <a:rPr lang="en-US"/>
              <a:t>Class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/>
              <a:t>		Alle </a:t>
            </a:r>
            <a:r>
              <a:rPr lang="en-US" err="1"/>
              <a:t>elementen</a:t>
            </a:r>
            <a:r>
              <a:rPr lang="en-US"/>
              <a:t> met class </a:t>
            </a:r>
            <a:r>
              <a:rPr lang="en-US" err="1"/>
              <a:t>worden</a:t>
            </a:r>
            <a:r>
              <a:rPr lang="en-US"/>
              <a:t> </a:t>
            </a:r>
            <a:r>
              <a:rPr lang="en-US" err="1"/>
              <a:t>opgevraagd</a:t>
            </a:r>
            <a:r>
              <a:rPr lang="en-US"/>
              <a:t>.</a:t>
            </a:r>
          </a:p>
          <a:p>
            <a:pPr marL="0" indent="0">
              <a:spcBef>
                <a:spcPts val="300"/>
              </a:spcBef>
              <a:buNone/>
            </a:pPr>
            <a:endParaRPr lang="en-US" sz="1200"/>
          </a:p>
          <a:p>
            <a:pPr>
              <a:spcBef>
                <a:spcPts val="300"/>
              </a:spcBef>
            </a:pPr>
            <a:r>
              <a:rPr lang="en-US"/>
              <a:t>Query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/>
              <a:t>		Het eerste element met css selector worden opgevraagd.</a:t>
            </a:r>
          </a:p>
          <a:p>
            <a:pPr marL="0" indent="0">
              <a:spcBef>
                <a:spcPts val="300"/>
              </a:spcBef>
              <a:buNone/>
            </a:pPr>
            <a:endParaRPr lang="en-US"/>
          </a:p>
          <a:p>
            <a:pPr>
              <a:spcBef>
                <a:spcPts val="300"/>
              </a:spcBef>
            </a:pPr>
            <a:endParaRPr lang="nl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7A8B54-CA2B-CF85-803D-A427AD25F9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7711" b="67553"/>
          <a:stretch/>
        </p:blipFill>
        <p:spPr>
          <a:xfrm>
            <a:off x="1931249" y="2112268"/>
            <a:ext cx="7734143" cy="4546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B9703A-E9A2-D257-E0FA-6BED8F8309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1387" r="14460" b="36167"/>
          <a:stretch/>
        </p:blipFill>
        <p:spPr>
          <a:xfrm>
            <a:off x="1931249" y="2949418"/>
            <a:ext cx="9151924" cy="4546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D6611F-D8DC-7AFA-B0DD-601CAD995C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0962"/>
          <a:stretch/>
        </p:blipFill>
        <p:spPr>
          <a:xfrm>
            <a:off x="1931249" y="3863535"/>
            <a:ext cx="10699016" cy="54704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63FD126-771D-190F-5D39-43FB68E5530A}"/>
              </a:ext>
            </a:extLst>
          </p:cNvPr>
          <p:cNvSpPr/>
          <p:nvPr/>
        </p:nvSpPr>
        <p:spPr>
          <a:xfrm>
            <a:off x="6170063" y="2951796"/>
            <a:ext cx="3743058" cy="4546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E51856-970F-F743-1B92-60C05DB02926}"/>
              </a:ext>
            </a:extLst>
          </p:cNvPr>
          <p:cNvSpPr/>
          <p:nvPr/>
        </p:nvSpPr>
        <p:spPr>
          <a:xfrm>
            <a:off x="8041592" y="2916960"/>
            <a:ext cx="196553" cy="454681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945160-5615-EF23-684E-6DC9F4AAB4BD}"/>
              </a:ext>
            </a:extLst>
          </p:cNvPr>
          <p:cNvSpPr/>
          <p:nvPr/>
        </p:nvSpPr>
        <p:spPr>
          <a:xfrm>
            <a:off x="6011253" y="3874632"/>
            <a:ext cx="4060677" cy="5498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851BD0-E23F-E470-E301-9A6FBD4B88A1}"/>
              </a:ext>
            </a:extLst>
          </p:cNvPr>
          <p:cNvSpPr/>
          <p:nvPr/>
        </p:nvSpPr>
        <p:spPr>
          <a:xfrm>
            <a:off x="7819088" y="3873685"/>
            <a:ext cx="222503" cy="526742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C17B03-4F1F-51E2-DFD9-2AAB94A4F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249" y="4846867"/>
            <a:ext cx="9730852" cy="52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496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7EAEC-A16E-DA7D-C1A5-42E2AFB55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Element</a:t>
            </a:r>
            <a:endParaRPr lang="nl-NL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C68A5BB-1291-B3E2-EDD2-806938ECB8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1552148"/>
              </p:ext>
            </p:extLst>
          </p:nvPr>
        </p:nvGraphicFramePr>
        <p:xfrm>
          <a:off x="1261872" y="1828800"/>
          <a:ext cx="85953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3153020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D70D5E"/>
      </a:accent2>
      <a:accent3>
        <a:srgbClr val="98037E"/>
      </a:accent3>
      <a:accent4>
        <a:srgbClr val="68027D"/>
      </a:accent4>
      <a:accent5>
        <a:srgbClr val="095ACA"/>
      </a:accent5>
      <a:accent6>
        <a:srgbClr val="063597"/>
      </a:accent6>
      <a:hlink>
        <a:srgbClr val="17BBFD"/>
      </a:hlink>
      <a:folHlink>
        <a:srgbClr val="FF79C2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23C5FE65-18CC-4A65-9EBC-B05E331504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BEB3F5297377408F1AF4305B0B6034" ma:contentTypeVersion="5" ma:contentTypeDescription="Een nieuw document maken." ma:contentTypeScope="" ma:versionID="79aacb58e2323ce08ae0304cc56f0380">
  <xsd:schema xmlns:xsd="http://www.w3.org/2001/XMLSchema" xmlns:xs="http://www.w3.org/2001/XMLSchema" xmlns:p="http://schemas.microsoft.com/office/2006/metadata/properties" xmlns:ns2="98cacdd3-4659-48a2-9cbd-4c38739bc4aa" xmlns:ns3="b0981e22-d4ff-4f3a-b20b-4cc0a0f6d54d" targetNamespace="http://schemas.microsoft.com/office/2006/metadata/properties" ma:root="true" ma:fieldsID="4830b14cf27f75263c41d7316116107c" ns2:_="" ns3:_="">
    <xsd:import namespace="98cacdd3-4659-48a2-9cbd-4c38739bc4aa"/>
    <xsd:import namespace="b0981e22-d4ff-4f3a-b20b-4cc0a0f6d5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cacdd3-4659-48a2-9cbd-4c38739bc4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981e22-d4ff-4f3a-b20b-4cc0a0f6d54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7451350-5866-4899-91E6-5AC3CC4116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9DD5EE9-B806-4901-9607-53D277BC4C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cacdd3-4659-48a2-9cbd-4c38739bc4aa"/>
    <ds:schemaRef ds:uri="b0981e22-d4ff-4f3a-b20b-4cc0a0f6d5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720F18E-0A4B-4055-8A9A-217AF83695FF}">
  <ds:schemaRefs>
    <ds:schemaRef ds:uri="http://schemas.openxmlformats.org/package/2006/metadata/core-properties"/>
    <ds:schemaRef ds:uri="http://purl.org/dc/terms/"/>
    <ds:schemaRef ds:uri="http://purl.org/dc/elements/1.1/"/>
    <ds:schemaRef ds:uri="http://purl.org/dc/dcmitype/"/>
    <ds:schemaRef ds:uri="http://schemas.microsoft.com/office/2006/metadata/properties"/>
    <ds:schemaRef ds:uri="http://schemas.microsoft.com/office/2006/documentManagement/types"/>
    <ds:schemaRef ds:uri="98cacdd3-4659-48a2-9cbd-4c38739bc4aa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4992</TotalTime>
  <Words>228</Words>
  <Application>Microsoft Office PowerPoint</Application>
  <PresentationFormat>Widescreen</PresentationFormat>
  <Paragraphs>67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Schoolbook</vt:lpstr>
      <vt:lpstr>Wingdings 2</vt:lpstr>
      <vt:lpstr>View</vt:lpstr>
      <vt:lpstr>Programmeren in Javascript</vt:lpstr>
      <vt:lpstr>Planning deze periode</vt:lpstr>
      <vt:lpstr>Vorige weken</vt:lpstr>
      <vt:lpstr>DOM</vt:lpstr>
      <vt:lpstr>Hoe ziet het DOM er uit?</vt:lpstr>
      <vt:lpstr>Hoe ziet het DOM er uit?</vt:lpstr>
      <vt:lpstr>DOM</vt:lpstr>
      <vt:lpstr>Elementen opzoeken</vt:lpstr>
      <vt:lpstr>Element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Silvan Herrema</cp:lastModifiedBy>
  <cp:revision>13</cp:revision>
  <dcterms:created xsi:type="dcterms:W3CDTF">2021-09-03T11:19:22Z</dcterms:created>
  <dcterms:modified xsi:type="dcterms:W3CDTF">2025-09-23T06:56:54Z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0x010100BFBEB3F5297377408F1AF4305B0B6034</vt:lpwstr>
  </property>
</Properties>
</file>