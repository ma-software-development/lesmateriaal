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302" r:id="rId6"/>
    <p:sldId id="301" r:id="rId7"/>
    <p:sldId id="293" r:id="rId8"/>
    <p:sldId id="288" r:id="rId9"/>
    <p:sldId id="297" r:id="rId10"/>
    <p:sldId id="296" r:id="rId11"/>
    <p:sldId id="298" r:id="rId12"/>
    <p:sldId id="299" r:id="rId13"/>
    <p:sldId id="260" r:id="rId14"/>
    <p:sldId id="300" r:id="rId15"/>
    <p:sldId id="275" r:id="rId16"/>
    <p:sldId id="265" r:id="rId17"/>
    <p:sldId id="294" r:id="rId18"/>
    <p:sldId id="295" r:id="rId19"/>
    <p:sldId id="292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7T06:04:05.597" v="410"/>
      <pc:docMkLst>
        <pc:docMk/>
      </pc:docMkLst>
      <pc:sldChg chg="modSp mod">
        <pc:chgData name="Dragan Javorac" userId="913c2858-fb97-4c6e-a42c-b1f1a16b225e" providerId="ADAL" clId="{1835FD76-FCBF-4520-A6FF-50336F6D295E}" dt="2023-02-13T11:39:56.623" v="409" actId="20577"/>
        <pc:sldMkLst>
          <pc:docMk/>
          <pc:sldMk cId="3862747346" sldId="275"/>
        </pc:sldMkLst>
      </pc:sldChg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</pc:sldChg>
      <pc:sldChg chg="modNotesTx">
        <pc:chgData name="Dragan Javorac" userId="913c2858-fb97-4c6e-a42c-b1f1a16b225e" providerId="ADAL" clId="{1835FD76-FCBF-4520-A6FF-50336F6D295E}" dt="2023-02-10T13:15:35.370" v="357" actId="20577"/>
        <pc:sldMkLst>
          <pc:docMk/>
          <pc:sldMk cId="221967776" sldId="288"/>
        </pc:sldMkLst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</pc:sldChg>
      <pc:sldChg chg="add">
        <pc:chgData name="Dragan Javorac" userId="913c2858-fb97-4c6e-a42c-b1f1a16b225e" providerId="ADAL" clId="{1835FD76-FCBF-4520-A6FF-50336F6D295E}" dt="2023-02-17T06:04:05.597" v="410"/>
        <pc:sldMkLst>
          <pc:docMk/>
          <pc:sldMk cId="577928019" sldId="292"/>
        </pc:sldMkLst>
      </pc:sldChg>
    </pc:docChg>
  </pc:docChgLst>
  <pc:docChgLst>
    <pc:chgData name="Dragan Javorac" userId="913c2858-fb97-4c6e-a42c-b1f1a16b225e" providerId="ADAL" clId="{4EB12D43-ED3E-44FF-AE5D-160E62E96D27}"/>
    <pc:docChg chg="custSel addSld modSld">
      <pc:chgData name="Dragan Javorac" userId="913c2858-fb97-4c6e-a42c-b1f1a16b225e" providerId="ADAL" clId="{4EB12D43-ED3E-44FF-AE5D-160E62E96D27}" dt="2024-09-09T06:37:35.930" v="109" actId="20577"/>
      <pc:docMkLst>
        <pc:docMk/>
      </pc:docMkLst>
      <pc:sldChg chg="addSp delSp modSp add mod">
        <pc:chgData name="Dragan Javorac" userId="913c2858-fb97-4c6e-a42c-b1f1a16b225e" providerId="ADAL" clId="{4EB12D43-ED3E-44FF-AE5D-160E62E96D27}" dt="2024-09-09T06:37:35.930" v="109" actId="20577"/>
        <pc:sldMkLst>
          <pc:docMk/>
          <pc:sldMk cId="3594476183" sldId="294"/>
        </pc:sldMkLst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  <pc:docChgLst>
    <pc:chgData name="Dragan Javorac" userId="913c2858-fb97-4c6e-a42c-b1f1a16b225e" providerId="ADAL" clId="{BC00D9DF-F858-4149-8B7B-F211D448CEDA}"/>
    <pc:docChg chg="modSld">
      <pc:chgData name="Dragan Javorac" userId="913c2858-fb97-4c6e-a42c-b1f1a16b225e" providerId="ADAL" clId="{BC00D9DF-F858-4149-8B7B-F211D448CEDA}" dt="2025-09-12T07:57:52.259" v="0" actId="20577"/>
      <pc:docMkLst>
        <pc:docMk/>
      </pc:docMkLst>
      <pc:sldChg chg="modSp mod">
        <pc:chgData name="Dragan Javorac" userId="913c2858-fb97-4c6e-a42c-b1f1a16b225e" providerId="ADAL" clId="{BC00D9DF-F858-4149-8B7B-F211D448CEDA}" dt="2025-09-12T07:57:52.259" v="0" actId="20577"/>
        <pc:sldMkLst>
          <pc:docMk/>
          <pc:sldMk cId="2384304655" sldId="302"/>
        </pc:sldMkLst>
        <pc:spChg chg="mod">
          <ac:chgData name="Dragan Javorac" userId="913c2858-fb97-4c6e-a42c-b1f1a16b225e" providerId="ADAL" clId="{BC00D9DF-F858-4149-8B7B-F211D448CEDA}" dt="2025-09-12T07:57:52.259" v="0" actId="20577"/>
          <ac:spMkLst>
            <pc:docMk/>
            <pc:sldMk cId="2384304655" sldId="302"/>
            <ac:spMk id="3" creationId="{2FD1C016-E16C-ED2B-8652-E737061F60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B0C8-8B92-D10C-EF71-FC38D322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209B6-7445-7CEE-DD55-39AB6BEB5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78166-ABAB-5C68-C293-B09250DAE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C7B30-F64C-1DD6-0B37-F7034823F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0788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8722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F3F5-D71E-DBFE-1373-D78125A52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767E0-E094-AD58-B2B4-C0375A1E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E0458-99EC-0641-A36F-0981C50CD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E11E7-5EF8-9CFB-DBB3-2F02C1193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4490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EF80-81E1-9F51-4491-AE4C9C4D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A8B93-AAE3-AC7B-EB9B-9EF6623DD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E9BFD-0F6D-6AB1-9453-A3B54EB7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3B588-6C26-3C2C-34E4-0CF7C6F22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4085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B4E2-104F-4792-1644-275AB204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ADCA8-ECDD-2600-7743-88378A62E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78E48-7C52-46D4-4BB8-496A16AE9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52E30-141C-F736-C164-FF2B13C54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2928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C9B8-F28B-4288-DD09-F418A562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B60B4-9EC7-5496-02BE-FF8DCE891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FD3CC-A598-C357-812C-73688D6CC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8B1DE-C9CC-4935-7A89-A7A80040E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822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2FD0-2CDC-525D-6E42-A6A886D6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3DEE4-4F45-8FC5-9A46-7EE16F761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AF328-8246-951A-765C-17C8C8898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Laat de teams zien!</a:t>
            </a:r>
          </a:p>
          <a:p>
            <a:endParaRPr lang="nl-NL"/>
          </a:p>
          <a:p>
            <a:r>
              <a:rPr lang="nl-NL"/>
              <a:t>Even voordoen in </a:t>
            </a:r>
            <a:r>
              <a:rPr lang="nl-NL" err="1"/>
              <a:t>visual</a:t>
            </a:r>
            <a:r>
              <a:rPr lang="nl-NL"/>
              <a:t>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AE8F5-54BC-33D5-5A17-D0572E055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1196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12-9-2025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ma.simulis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progsen/M1Prog_cs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progsen/cs1_opdrachten_md/tree/main/extr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>
                <a:solidFill>
                  <a:schemeClr val="bg1"/>
                </a:solidFill>
              </a:rPr>
              <a:t>C# Les 1: Introductie</a:t>
            </a:r>
            <a:br>
              <a:rPr lang="nl-NL" noProof="0">
                <a:solidFill>
                  <a:schemeClr val="bg1"/>
                </a:solidFill>
              </a:rPr>
            </a:br>
            <a:endParaRPr lang="nl-NL" noProof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EFA8A4C-9D2E-08D9-6603-64D098FBB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DD1C-6900-ACD8-5346-520B43083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701E-A93C-DAEF-E3A2-E4D9AD69B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1C016-E16C-ED2B-8652-E737061F6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2" y="490537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Programmeer taal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Wordt </a:t>
            </a:r>
            <a:r>
              <a:rPr lang="nl-NL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voor van alles 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gebruikt: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Websites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Backend programma’s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Windows programma’s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Game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Mobile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We beginnen met de basis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Ook toepasbaar op andere talen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080A3D-C0DB-F7B8-EEBD-5E255139B93A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304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37A7-1869-9FB8-890C-AC8B4B41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60D8-CA70-EC84-16ED-628C5ACE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>
                <a:solidFill>
                  <a:schemeClr val="bg1"/>
                </a:solidFill>
              </a:rPr>
              <a:t>Schema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664C2E-5321-62B4-A27B-8CF806941F4F}"/>
              </a:ext>
            </a:extLst>
          </p:cNvPr>
          <p:cNvSpPr txBox="1">
            <a:spLocks/>
          </p:cNvSpPr>
          <p:nvPr/>
        </p:nvSpPr>
        <p:spPr>
          <a:xfrm>
            <a:off x="6422750" y="1468251"/>
            <a:ext cx="5632999" cy="3935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Onder voorbehoudt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Week 5 tussen beoordeling</a:t>
            </a:r>
          </a:p>
          <a:p>
            <a:r>
              <a:rPr lang="nl-NL" dirty="0">
                <a:solidFill>
                  <a:schemeClr val="bg1"/>
                </a:solidFill>
              </a:rPr>
              <a:t>Week 9 eindbeoordeling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Via </a:t>
            </a:r>
            <a:r>
              <a:rPr lang="nl-NL" dirty="0" err="1">
                <a:solidFill>
                  <a:schemeClr val="bg1"/>
                </a:solidFill>
              </a:rPr>
              <a:t>simulise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0BF1A-F1FD-2AD4-3FD1-AF194D78F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2647"/>
            <a:ext cx="12192000" cy="159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8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 err="1">
                <a:solidFill>
                  <a:schemeClr val="bg1"/>
                </a:solidFill>
              </a:rPr>
              <a:t>Simulise</a:t>
            </a:r>
            <a:r>
              <a:rPr lang="nl-NL" noProof="0" dirty="0">
                <a:solidFill>
                  <a:schemeClr val="bg1"/>
                </a:solidFill>
              </a:rPr>
              <a:t> </a:t>
            </a:r>
            <a:r>
              <a:rPr lang="nl-NL" noProof="0" dirty="0" err="1">
                <a:solidFill>
                  <a:schemeClr val="bg1"/>
                </a:solidFill>
              </a:rPr>
              <a:t>opdracten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6FE365-B339-4A26-9C24-531D4C46EBCE}"/>
              </a:ext>
            </a:extLst>
          </p:cNvPr>
          <p:cNvSpPr txBox="1">
            <a:spLocks/>
          </p:cNvSpPr>
          <p:nvPr/>
        </p:nvSpPr>
        <p:spPr>
          <a:xfrm>
            <a:off x="6422750" y="1468251"/>
            <a:ext cx="5632999" cy="3935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  <a:hlinkClick r:id="rId2"/>
              </a:rPr>
              <a:t>https://ma.simulise.com/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Als het goed is zie je: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SD –M1Prog C# </a:t>
            </a:r>
            <a:r>
              <a:rPr lang="nl-NL" dirty="0" err="1">
                <a:solidFill>
                  <a:schemeClr val="bg1"/>
                </a:solidFill>
              </a:rPr>
              <a:t>github</a:t>
            </a:r>
            <a:r>
              <a:rPr lang="nl-NL" dirty="0">
                <a:solidFill>
                  <a:schemeClr val="bg1"/>
                </a:solidFill>
              </a:rPr>
              <a:t> opdrachten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6ADA7-CB83-18B8-BD7E-3CF1CA043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4" y="3559285"/>
            <a:ext cx="5200650" cy="771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B4DB1-2358-AC35-4AC3-281BB2D1D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1" y="2138362"/>
            <a:ext cx="52768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6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 fontScale="90000"/>
          </a:bodyPr>
          <a:lstStyle/>
          <a:p>
            <a:r>
              <a:rPr lang="nl-NL" noProof="0">
                <a:solidFill>
                  <a:schemeClr val="bg1"/>
                </a:solidFill>
              </a:rPr>
              <a:t>Nieuw project maken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5ECF5-4DF5-4FDA-ADD4-24091C8E8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2" y="490537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Maak een nieuwe map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Deze geef je de naam van je project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indent="-457200" algn="l">
              <a:buAutoNum type="arabicParenR"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C3D64A-9008-4DA9-8922-F5FB3E26E364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8E026-032D-F048-3C42-5AC85CFD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8" y="1361216"/>
            <a:ext cx="3239115" cy="17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966FB-5C59-15B4-3CAB-28BA208C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B8D2-4F75-2298-1128-EC6F4517F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 fontScale="90000"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Nieuw project maken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C90F2-86DC-3155-FF26-706BB45E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2" y="490537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Open een terminal/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cmd</a:t>
            </a: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Zorg dat je in de nieuwe directory zit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TIP: rechter muis op de directory in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vs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 code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dotnet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 new console –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use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-program-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main</a:t>
            </a: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indent="-457200" algn="l">
              <a:buAutoNum type="arabicParenR"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696120-2796-05C0-98CA-DCF0646764AA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572F06-30AB-697D-54F2-4BBED2B93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885" y="1922183"/>
            <a:ext cx="3239115" cy="1756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D0B276-35F9-E3DD-8D76-87501D284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76" y="5110637"/>
            <a:ext cx="8203131" cy="140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4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996B-296A-58A0-111B-313CF023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704A-821D-EE9E-41D7-63F34BEF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 fontScale="90000"/>
          </a:bodyPr>
          <a:lstStyle/>
          <a:p>
            <a:r>
              <a:rPr lang="nl-NL" noProof="0">
                <a:solidFill>
                  <a:schemeClr val="bg1"/>
                </a:solidFill>
              </a:rPr>
              <a:t>Nieuw project maken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98113-549B-670E-55EE-8D584BF4E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2" y="490537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Dan krijg je nieuwe files: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Program.cs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Waar je code schrijft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Rekenmachine.csproj</a:t>
            </a: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 project file, heeft de compiler nodig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624936-F89A-6841-BECE-4C3B49BCA744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0DEC0B-980F-6E8F-A086-DB121C0A4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89" y="1038225"/>
            <a:ext cx="2863788" cy="142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7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4B26F-9141-020A-9CD8-0530E2B3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4001-4CF9-E86F-3F35-0C5F1DEC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Compiler?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3072C-A30E-2FE3-430C-97F0444D8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2" y="490537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Maak van code een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binary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Een programma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Diablo4.exe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Signal.exe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Outlook.exe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dotnet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build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dll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Dynamic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 link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library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A02948-BD17-AFAE-9F1D-AE3F95CCB146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FF0FD-5734-C006-621E-F91EDA0F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5" y="2601541"/>
            <a:ext cx="4876800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2D9026-069A-9269-8079-936BE4349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340" y="2459525"/>
            <a:ext cx="4898744" cy="397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B918-08AC-0205-4B0B-8E8FDBB6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CF61-B283-8DAD-1790-FFBE56FCB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run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618D0-03D0-85CB-E82A-A21DBEDBE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2" y="490537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Programma draaien?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Dotnet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 run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Developer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Of dubbelclick de .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exe</a:t>
            </a:r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07A634-3200-BB41-51D2-D8F205760ACE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50FA6-B840-05DB-801A-7F0869F15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43" y="2601541"/>
            <a:ext cx="4502938" cy="131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33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algn="l"/>
            <a:r>
              <a:rPr lang="nl-NL" noProof="0">
                <a:solidFill>
                  <a:schemeClr val="bg1"/>
                </a:solidFill>
              </a:rPr>
              <a:t>Eerste c# file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err="1">
                <a:solidFill>
                  <a:schemeClr val="bg1"/>
                </a:solidFill>
              </a:rPr>
              <a:t>static</a:t>
            </a:r>
            <a:r>
              <a:rPr lang="nl-NL">
                <a:solidFill>
                  <a:schemeClr val="bg1"/>
                </a:solidFill>
              </a:rPr>
              <a:t> </a:t>
            </a:r>
            <a:r>
              <a:rPr lang="nl-NL" err="1">
                <a:solidFill>
                  <a:schemeClr val="bg1"/>
                </a:solidFill>
              </a:rPr>
              <a:t>void</a:t>
            </a:r>
            <a:r>
              <a:rPr lang="nl-NL">
                <a:solidFill>
                  <a:schemeClr val="bg1"/>
                </a:solidFill>
              </a:rPr>
              <a:t> </a:t>
            </a:r>
            <a:r>
              <a:rPr lang="nl-NL" err="1">
                <a:solidFill>
                  <a:schemeClr val="bg1"/>
                </a:solidFill>
              </a:rPr>
              <a:t>Main</a:t>
            </a:r>
            <a:r>
              <a:rPr lang="nl-NL">
                <a:solidFill>
                  <a:schemeClr val="bg1"/>
                </a:solidFill>
              </a:rPr>
              <a:t> </a:t>
            </a:r>
            <a:r>
              <a:rPr lang="nl-NL" err="1">
                <a:solidFill>
                  <a:schemeClr val="bg1"/>
                </a:solidFill>
              </a:rPr>
              <a:t>function</a:t>
            </a:r>
            <a:endParaRPr lang="nl-NL">
              <a:solidFill>
                <a:schemeClr val="bg1"/>
              </a:solidFill>
            </a:endParaRPr>
          </a:p>
          <a:p>
            <a:pPr lvl="1"/>
            <a:r>
              <a:rPr lang="nl-NL">
                <a:solidFill>
                  <a:schemeClr val="bg1"/>
                </a:solidFill>
              </a:rPr>
              <a:t>Is waar je code start</a:t>
            </a:r>
          </a:p>
          <a:p>
            <a:pPr lvl="1"/>
            <a:r>
              <a:rPr lang="nl-NL">
                <a:solidFill>
                  <a:schemeClr val="bg1"/>
                </a:solidFill>
              </a:rPr>
              <a:t>noemen we vaak </a:t>
            </a:r>
            <a:r>
              <a:rPr lang="nl-NL" err="1">
                <a:solidFill>
                  <a:schemeClr val="bg1"/>
                </a:solidFill>
              </a:rPr>
              <a:t>the</a:t>
            </a:r>
            <a:r>
              <a:rPr lang="nl-NL">
                <a:solidFill>
                  <a:schemeClr val="bg1"/>
                </a:solidFill>
              </a:rPr>
              <a:t> entrypoint</a:t>
            </a:r>
          </a:p>
          <a:p>
            <a:r>
              <a:rPr lang="nl-NL" err="1">
                <a:solidFill>
                  <a:schemeClr val="bg1"/>
                </a:solidFill>
              </a:rPr>
              <a:t>Namespace</a:t>
            </a:r>
            <a:r>
              <a:rPr lang="nl-NL">
                <a:solidFill>
                  <a:schemeClr val="bg1"/>
                </a:solidFill>
              </a:rPr>
              <a:t>? </a:t>
            </a:r>
          </a:p>
          <a:p>
            <a:pPr lvl="1"/>
            <a:r>
              <a:rPr lang="nl-NL">
                <a:solidFill>
                  <a:schemeClr val="bg1"/>
                </a:solidFill>
              </a:rPr>
              <a:t>opberg doos voor code</a:t>
            </a:r>
          </a:p>
          <a:p>
            <a:pPr lvl="1"/>
            <a:r>
              <a:rPr lang="nl-NL">
                <a:solidFill>
                  <a:schemeClr val="bg1"/>
                </a:solidFill>
              </a:rPr>
              <a:t>voorkomt dubbele namen</a:t>
            </a:r>
          </a:p>
          <a:p>
            <a:r>
              <a:rPr lang="nl-NL">
                <a:solidFill>
                  <a:schemeClr val="bg1"/>
                </a:solidFill>
              </a:rPr>
              <a:t>Class</a:t>
            </a:r>
          </a:p>
          <a:p>
            <a:pPr lvl="1"/>
            <a:r>
              <a:rPr lang="nl-NL">
                <a:solidFill>
                  <a:schemeClr val="bg1"/>
                </a:solidFill>
              </a:rPr>
              <a:t>opberg doos voor functionaliteit</a:t>
            </a:r>
          </a:p>
          <a:p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E2D9F-89E7-4FCB-B9CE-9FC559C6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62" y="535695"/>
            <a:ext cx="53625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42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8936-7226-30E9-4758-9749C2BF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B72D-1B3B-000F-22B5-0C0ED7F0C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004178"/>
          </a:xfrm>
        </p:spPr>
        <p:txBody>
          <a:bodyPr anchor="t">
            <a:normAutofit/>
          </a:bodyPr>
          <a:lstStyle/>
          <a:p>
            <a:r>
              <a:rPr lang="nl-NL" noProof="0" dirty="0" err="1">
                <a:solidFill>
                  <a:schemeClr val="bg1"/>
                </a:solidFill>
              </a:rPr>
              <a:t>Main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FFFB9-0511-97C2-BCF4-6A0BF7DFA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264" y="490535"/>
            <a:ext cx="6067427" cy="58769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Main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(String[]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args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Startpunt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NOOIT de naam aanpassen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Er mag maar 1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Main</a:t>
            </a: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 in je hele project zijn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Is een function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D4D4D4"/>
                </a:solidFill>
                <a:latin typeface="Consolas" panose="020B0609020204030204" pitchFamily="49" charset="0"/>
              </a:rPr>
              <a:t>String[] </a:t>
            </a:r>
            <a:r>
              <a:rPr lang="nl-NL" dirty="0" err="1">
                <a:solidFill>
                  <a:srgbClr val="D4D4D4"/>
                </a:solidFill>
                <a:latin typeface="Consolas" panose="020B0609020204030204" pitchFamily="49" charset="0"/>
              </a:rPr>
              <a:t>args</a:t>
            </a:r>
            <a:endParaRPr lang="nl-NL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l"/>
            <a:endParaRPr lang="nl-NL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989512-529F-FE26-CDED-7F5BA023175B}"/>
              </a:ext>
            </a:extLst>
          </p:cNvPr>
          <p:cNvSpPr txBox="1">
            <a:spLocks/>
          </p:cNvSpPr>
          <p:nvPr/>
        </p:nvSpPr>
        <p:spPr>
          <a:xfrm>
            <a:off x="6396037" y="2601541"/>
            <a:ext cx="5686425" cy="3147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nl-NL" sz="36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99B2A-A199-B526-3189-6492FAEE0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855247"/>
            <a:ext cx="5686425" cy="3024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49D595-BADD-B1B2-59A2-EF04C166A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048" y="4759481"/>
            <a:ext cx="1704975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0BAE2D-EB7A-2CAE-75C8-C248275F2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48" y="3945424"/>
            <a:ext cx="47148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29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>
                <a:solidFill>
                  <a:schemeClr val="bg1"/>
                </a:solidFill>
              </a:rPr>
              <a:t>Vak halen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4E584F-A887-400A-A271-957170FEA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84" y="148680"/>
            <a:ext cx="2931616" cy="125395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437934-60C4-5AFB-2100-9921624C85EC}"/>
              </a:ext>
            </a:extLst>
          </p:cNvPr>
          <p:cNvSpPr/>
          <p:nvPr/>
        </p:nvSpPr>
        <p:spPr>
          <a:xfrm>
            <a:off x="977900" y="5727700"/>
            <a:ext cx="10561371" cy="99837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nl-NL" altLang="nl-NL" dirty="0">
                <a:solidFill>
                  <a:schemeClr val="bg1"/>
                </a:solidFill>
                <a:latin typeface="Arial" panose="020B0604020202020204" pitchFamily="34" charset="0"/>
              </a:rPr>
              <a:t>Maak de opdrachten in de les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nl-NL" altLang="nl-NL" dirty="0">
                <a:solidFill>
                  <a:schemeClr val="bg1"/>
                </a:solidFill>
                <a:latin typeface="Arial" panose="020B0604020202020204" pitchFamily="34" charset="0"/>
              </a:rPr>
              <a:t>Tijdens de week dat je ze gekregen hebt</a:t>
            </a:r>
            <a:endParaRPr kumimoji="0" lang="nl-NL" altLang="nl-NL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nl-NL" altLang="nl-NL" dirty="0">
                <a:solidFill>
                  <a:schemeClr val="bg1"/>
                </a:solidFill>
                <a:latin typeface="Arial" panose="020B0604020202020204" pitchFamily="34" charset="0"/>
              </a:rPr>
              <a:t>B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ij vermoeden van kopiëren krijg je nieuwe opdrachten, voorkom dit aub!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63EC8-AA24-FF9C-1FBB-0D262260BEC4}"/>
              </a:ext>
            </a:extLst>
          </p:cNvPr>
          <p:cNvSpPr txBox="1"/>
          <p:nvPr/>
        </p:nvSpPr>
        <p:spPr>
          <a:xfrm>
            <a:off x="419501" y="1604796"/>
            <a:ext cx="5588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Let op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 je opdrachten moeten wel </a:t>
            </a:r>
            <a:r>
              <a:rPr lang="nl-NL" dirty="0" err="1">
                <a:solidFill>
                  <a:schemeClr val="bg1"/>
                </a:solidFill>
              </a:rPr>
              <a:t>compilen</a:t>
            </a:r>
            <a:r>
              <a:rPr lang="nl-NL" dirty="0">
                <a:solidFill>
                  <a:schemeClr val="bg1"/>
                </a:solidFill>
              </a:rPr>
              <a:t> en werken!</a:t>
            </a:r>
          </a:p>
          <a:p>
            <a:r>
              <a:rPr lang="nl-NL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C679B-AC56-0BD8-C69D-C4FD9671E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246"/>
          <a:stretch>
            <a:fillRect/>
          </a:stretch>
        </p:blipFill>
        <p:spPr>
          <a:xfrm>
            <a:off x="6957541" y="640579"/>
            <a:ext cx="3001272" cy="485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747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Opdrachten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  <a:hlinkClick r:id="rId2"/>
              </a:rPr>
              <a:t>https://github.com/progsen/M1Prog_cs1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Bookmark deze site!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C34A8-C271-B744-32CB-4B323BEE3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292" y="1183929"/>
            <a:ext cx="4242016" cy="384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22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Presentaties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In teams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Als ik wat te melden heb staat het daar!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 err="1">
                <a:solidFill>
                  <a:schemeClr val="bg1"/>
                </a:solidFill>
              </a:rPr>
              <a:t>Hidden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channel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1B44A-2521-EE3F-544A-BB6B44430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921" y="3106188"/>
            <a:ext cx="4533900" cy="2800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9B4DA5-14F1-752C-BFC8-125304BD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262" y="659629"/>
            <a:ext cx="248602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7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F6FB-F8B4-00DC-5E9E-6B2C6C2F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3E03-1BBB-9325-1FC8-0104A528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59DCEA-9792-A2BA-370B-85AD38D2D7B2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Visual studio code</a:t>
            </a:r>
          </a:p>
          <a:p>
            <a:r>
              <a:rPr lang="nl-NL" dirty="0" err="1">
                <a:solidFill>
                  <a:schemeClr val="bg1"/>
                </a:solidFill>
              </a:rPr>
              <a:t>Dotnet</a:t>
            </a:r>
            <a:r>
              <a:rPr lang="nl-NL" dirty="0">
                <a:solidFill>
                  <a:schemeClr val="bg1"/>
                </a:solidFill>
              </a:rPr>
              <a:t> run</a:t>
            </a:r>
          </a:p>
          <a:p>
            <a:r>
              <a:rPr lang="nl-NL" dirty="0" err="1">
                <a:solidFill>
                  <a:schemeClr val="bg1"/>
                </a:solidFill>
              </a:rPr>
              <a:t>Dotnet</a:t>
            </a:r>
            <a:r>
              <a:rPr lang="nl-NL" dirty="0">
                <a:solidFill>
                  <a:schemeClr val="bg1"/>
                </a:solidFill>
              </a:rPr>
              <a:t> new console –</a:t>
            </a:r>
            <a:r>
              <a:rPr lang="nl-NL" dirty="0" err="1">
                <a:solidFill>
                  <a:schemeClr val="bg1"/>
                </a:solidFill>
              </a:rPr>
              <a:t>use</a:t>
            </a:r>
            <a:r>
              <a:rPr lang="nl-NL" dirty="0">
                <a:solidFill>
                  <a:schemeClr val="bg1"/>
                </a:solidFill>
              </a:rPr>
              <a:t>-program-</a:t>
            </a:r>
            <a:r>
              <a:rPr lang="nl-NL" dirty="0" err="1">
                <a:solidFill>
                  <a:schemeClr val="bg1"/>
                </a:solidFill>
              </a:rPr>
              <a:t>main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fouten</a:t>
            </a:r>
          </a:p>
        </p:txBody>
      </p:sp>
    </p:spTree>
    <p:extLst>
      <p:ext uri="{BB962C8B-B14F-4D97-AF65-F5344CB8AC3E}">
        <p14:creationId xmlns:p14="http://schemas.microsoft.com/office/powerpoint/2010/main" val="3682147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Extra als je klaar bent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  <a:hlinkClick r:id="rId2"/>
              </a:rPr>
              <a:t>https://github.com/progsen/cs1_opdrachten_md/tree/main/extra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25A07-D348-64A9-7C5A-3EC326485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784" y="1880307"/>
            <a:ext cx="5291869" cy="155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28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Create a new document." ma:contentTypeScope="" ma:versionID="d9582f3fdd3fa1894c99d2e39c29e8b4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460f85de64c16f6f8d8d05a4f0bd9a1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D7508-10BE-4D2A-880F-CAB173FDF0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29BF2C-6A79-4AA0-8BD6-9C1F3616C6B4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49d84152-0706-4d6e-be72-eb152f539130"/>
    <ds:schemaRef ds:uri="http://schemas.microsoft.com/office/2006/metadata/properties"/>
    <ds:schemaRef ds:uri="92411348-3950-478e-aa07-b25ef9e2ab6a"/>
  </ds:schemaRefs>
</ds:datastoreItem>
</file>

<file path=customXml/itemProps3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173</TotalTime>
  <Words>430</Words>
  <Application>Microsoft Office PowerPoint</Application>
  <PresentationFormat>Widescreen</PresentationFormat>
  <Paragraphs>144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C# Les 1: Introductie </vt:lpstr>
      <vt:lpstr>C#</vt:lpstr>
      <vt:lpstr>Schema</vt:lpstr>
      <vt:lpstr>Simulise opdracten</vt:lpstr>
      <vt:lpstr>Nieuw project maken</vt:lpstr>
      <vt:lpstr>Nieuw project maken</vt:lpstr>
      <vt:lpstr>Nieuw project maken</vt:lpstr>
      <vt:lpstr>Compiler?</vt:lpstr>
      <vt:lpstr>run</vt:lpstr>
      <vt:lpstr>Eerste c# file</vt:lpstr>
      <vt:lpstr>Main</vt:lpstr>
      <vt:lpstr>Vak halen</vt:lpstr>
      <vt:lpstr>Opdrachten</vt:lpstr>
      <vt:lpstr>Presentaties</vt:lpstr>
      <vt:lpstr>Demo</vt:lpstr>
      <vt:lpstr>Extra als je klaar bent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26</cp:revision>
  <dcterms:created xsi:type="dcterms:W3CDTF">2021-12-21T06:53:17Z</dcterms:created>
  <dcterms:modified xsi:type="dcterms:W3CDTF">2025-09-12T07:58:01Z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