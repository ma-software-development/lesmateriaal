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301" r:id="rId6"/>
    <p:sldId id="308" r:id="rId7"/>
    <p:sldId id="298" r:id="rId8"/>
    <p:sldId id="299" r:id="rId9"/>
    <p:sldId id="304" r:id="rId10"/>
    <p:sldId id="305" r:id="rId11"/>
    <p:sldId id="306" r:id="rId12"/>
    <p:sldId id="307" r:id="rId13"/>
    <p:sldId id="300" r:id="rId14"/>
    <p:sldId id="303" r:id="rId15"/>
    <p:sldId id="302" r:id="rId16"/>
    <p:sldId id="309" r:id="rId17"/>
    <p:sldId id="279" r:id="rId1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D4C33-83B8-49D9-92E6-FDEFA67E7DA4}" v="6" dt="2025-10-09T06:15:44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86" autoAdjust="0"/>
  </p:normalViewPr>
  <p:slideViewPr>
    <p:cSldViewPr snapToGrid="0">
      <p:cViewPr varScale="1">
        <p:scale>
          <a:sx n="49" d="100"/>
          <a:sy n="49" d="100"/>
        </p:scale>
        <p:origin x="60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C1E6804D-DF4F-4656-BAD5-1DD031EF3504}"/>
    <pc:docChg chg="undo custSel addSld delSld modSld">
      <pc:chgData name="Dragan Javorac" userId="913c2858-fb97-4c6e-a42c-b1f1a16b225e" providerId="ADAL" clId="{C1E6804D-DF4F-4656-BAD5-1DD031EF3504}" dt="2023-03-16T10:22:11.158" v="617" actId="1076"/>
      <pc:docMkLst>
        <pc:docMk/>
      </pc:docMkLst>
      <pc:sldChg chg="addSp delSp modSp add del mod">
        <pc:chgData name="Dragan Javorac" userId="913c2858-fb97-4c6e-a42c-b1f1a16b225e" providerId="ADAL" clId="{C1E6804D-DF4F-4656-BAD5-1DD031EF3504}" dt="2023-03-16T10:21:01.865" v="535" actId="14100"/>
        <pc:sldMkLst>
          <pc:docMk/>
          <pc:sldMk cId="2608997507" sldId="300"/>
        </pc:sldMkLst>
      </pc:sldChg>
      <pc:sldChg chg="addSp modSp mod">
        <pc:chgData name="Dragan Javorac" userId="913c2858-fb97-4c6e-a42c-b1f1a16b225e" providerId="ADAL" clId="{C1E6804D-DF4F-4656-BAD5-1DD031EF3504}" dt="2023-03-16T10:22:11.158" v="617" actId="1076"/>
        <pc:sldMkLst>
          <pc:docMk/>
          <pc:sldMk cId="3178634869" sldId="302"/>
        </pc:sldMkLst>
      </pc:sldChg>
      <pc:sldChg chg="addSp delSp modSp add mod">
        <pc:chgData name="Dragan Javorac" userId="913c2858-fb97-4c6e-a42c-b1f1a16b225e" providerId="ADAL" clId="{C1E6804D-DF4F-4656-BAD5-1DD031EF3504}" dt="2023-03-16T10:15:36.666" v="185" actId="478"/>
        <pc:sldMkLst>
          <pc:docMk/>
          <pc:sldMk cId="2246955678" sldId="306"/>
        </pc:sldMkLst>
      </pc:sldChg>
      <pc:sldChg chg="addSp delSp modSp add mod">
        <pc:chgData name="Dragan Javorac" userId="913c2858-fb97-4c6e-a42c-b1f1a16b225e" providerId="ADAL" clId="{C1E6804D-DF4F-4656-BAD5-1DD031EF3504}" dt="2023-03-16T10:17:30.582" v="275" actId="20577"/>
        <pc:sldMkLst>
          <pc:docMk/>
          <pc:sldMk cId="4067666429" sldId="307"/>
        </pc:sldMkLst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</pc:sldChg>
    </pc:docChg>
  </pc:docChgLst>
  <pc:docChgLst>
    <pc:chgData name="Dragan Javorac" userId="913c2858-fb97-4c6e-a42c-b1f1a16b225e" providerId="ADAL" clId="{A0EBCC61-D47A-4171-A17D-DA5B674FB8F1}"/>
    <pc:docChg chg="undo custSel modSld">
      <pc:chgData name="Dragan Javorac" userId="913c2858-fb97-4c6e-a42c-b1f1a16b225e" providerId="ADAL" clId="{A0EBCC61-D47A-4171-A17D-DA5B674FB8F1}" dt="2023-02-23T09:48:59.264" v="69" actId="478"/>
      <pc:docMkLst>
        <pc:docMk/>
      </pc:docMkLst>
      <pc:sldChg chg="addSp delSp modSp mod">
        <pc:chgData name="Dragan Javorac" userId="913c2858-fb97-4c6e-a42c-b1f1a16b225e" providerId="ADAL" clId="{A0EBCC61-D47A-4171-A17D-DA5B674FB8F1}" dt="2023-02-23T09:48:59.264" v="69" actId="478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96CFCC79-9A71-49C4-81AF-DAF2D38933F6}"/>
    <pc:docChg chg="undo custSel addSld delSld modSld sldOrd">
      <pc:chgData name="Dragan Javorac" userId="913c2858-fb97-4c6e-a42c-b1f1a16b225e" providerId="ADAL" clId="{96CFCC79-9A71-49C4-81AF-DAF2D38933F6}" dt="2023-03-09T11:04:07.178" v="653" actId="313"/>
      <pc:docMkLst>
        <pc:docMk/>
      </pc:docMkLst>
      <pc:sldChg chg="del">
        <pc:chgData name="Dragan Javorac" userId="913c2858-fb97-4c6e-a42c-b1f1a16b225e" providerId="ADAL" clId="{96CFCC79-9A71-49C4-81AF-DAF2D38933F6}" dt="2023-03-09T09:05:50.859" v="40" actId="47"/>
        <pc:sldMkLst>
          <pc:docMk/>
          <pc:sldMk cId="2663455734" sldId="272"/>
        </pc:sldMkLst>
      </pc:sldChg>
      <pc:sldChg chg="modSp mod">
        <pc:chgData name="Dragan Javorac" userId="913c2858-fb97-4c6e-a42c-b1f1a16b225e" providerId="ADAL" clId="{96CFCC79-9A71-49C4-81AF-DAF2D38933F6}" dt="2023-03-07T12:35:12.451" v="39" actId="20577"/>
        <pc:sldMkLst>
          <pc:docMk/>
          <pc:sldMk cId="698492982" sldId="279"/>
        </pc:sldMkLst>
      </pc:sldChg>
      <pc:sldChg chg="modSp mod ord">
        <pc:chgData name="Dragan Javorac" userId="913c2858-fb97-4c6e-a42c-b1f1a16b225e" providerId="ADAL" clId="{96CFCC79-9A71-49C4-81AF-DAF2D38933F6}" dt="2023-03-09T11:01:16.744" v="652" actId="20577"/>
        <pc:sldMkLst>
          <pc:docMk/>
          <pc:sldMk cId="3410521601" sldId="291"/>
        </pc:sldMkLst>
      </pc:sldChg>
      <pc:sldChg chg="ord">
        <pc:chgData name="Dragan Javorac" userId="913c2858-fb97-4c6e-a42c-b1f1a16b225e" providerId="ADAL" clId="{96CFCC79-9A71-49C4-81AF-DAF2D38933F6}" dt="2023-03-09T09:13:58.902" v="632"/>
        <pc:sldMkLst>
          <pc:docMk/>
          <pc:sldMk cId="3163139156" sldId="293"/>
        </pc:sldMkLst>
      </pc:sldChg>
      <pc:sldChg chg="addSp delSp modSp mod ord">
        <pc:chgData name="Dragan Javorac" userId="913c2858-fb97-4c6e-a42c-b1f1a16b225e" providerId="ADAL" clId="{96CFCC79-9A71-49C4-81AF-DAF2D38933F6}" dt="2023-03-09T09:14:47.240" v="646"/>
        <pc:sldMkLst>
          <pc:docMk/>
          <pc:sldMk cId="2807849242" sldId="294"/>
        </pc:sldMkLst>
      </pc:sldChg>
      <pc:sldChg chg="ord">
        <pc:chgData name="Dragan Javorac" userId="913c2858-fb97-4c6e-a42c-b1f1a16b225e" providerId="ADAL" clId="{96CFCC79-9A71-49C4-81AF-DAF2D38933F6}" dt="2023-03-09T09:14:31.742" v="640"/>
        <pc:sldMkLst>
          <pc:docMk/>
          <pc:sldMk cId="4267432575" sldId="295"/>
        </pc:sldMkLst>
      </pc:sldChg>
      <pc:sldChg chg="ord">
        <pc:chgData name="Dragan Javorac" userId="913c2858-fb97-4c6e-a42c-b1f1a16b225e" providerId="ADAL" clId="{96CFCC79-9A71-49C4-81AF-DAF2D38933F6}" dt="2023-03-09T09:15:06.186" v="648"/>
        <pc:sldMkLst>
          <pc:docMk/>
          <pc:sldMk cId="1262163514" sldId="296"/>
        </pc:sldMkLst>
      </pc:sldChg>
      <pc:sldChg chg="ord">
        <pc:chgData name="Dragan Javorac" userId="913c2858-fb97-4c6e-a42c-b1f1a16b225e" providerId="ADAL" clId="{96CFCC79-9A71-49C4-81AF-DAF2D38933F6}" dt="2023-03-09T09:15:07.864" v="650"/>
        <pc:sldMkLst>
          <pc:docMk/>
          <pc:sldMk cId="2390689232" sldId="297"/>
        </pc:sldMkLst>
      </pc:sldChg>
      <pc:sldChg chg="ord modNotesTx">
        <pc:chgData name="Dragan Javorac" userId="913c2858-fb97-4c6e-a42c-b1f1a16b225e" providerId="ADAL" clId="{96CFCC79-9A71-49C4-81AF-DAF2D38933F6}" dt="2023-03-09T11:00:41.114" v="651" actId="6549"/>
        <pc:sldMkLst>
          <pc:docMk/>
          <pc:sldMk cId="1943057012" sldId="298"/>
        </pc:sldMkLst>
      </pc:sldChg>
      <pc:sldChg chg="modSp mod">
        <pc:chgData name="Dragan Javorac" userId="913c2858-fb97-4c6e-a42c-b1f1a16b225e" providerId="ADAL" clId="{96CFCC79-9A71-49C4-81AF-DAF2D38933F6}" dt="2023-03-09T09:13:38.500" v="630" actId="20577"/>
        <pc:sldMkLst>
          <pc:docMk/>
          <pc:sldMk cId="3638888294" sldId="299"/>
        </pc:sldMkLst>
      </pc:sldChg>
      <pc:sldChg chg="modSp mod">
        <pc:chgData name="Dragan Javorac" userId="913c2858-fb97-4c6e-a42c-b1f1a16b225e" providerId="ADAL" clId="{96CFCC79-9A71-49C4-81AF-DAF2D38933F6}" dt="2023-03-09T11:04:07.178" v="653" actId="313"/>
        <pc:sldMkLst>
          <pc:docMk/>
          <pc:sldMk cId="1217233077" sldId="300"/>
        </pc:sldMkLst>
      </pc:sldChg>
      <pc:sldChg chg="ord">
        <pc:chgData name="Dragan Javorac" userId="913c2858-fb97-4c6e-a42c-b1f1a16b225e" providerId="ADAL" clId="{96CFCC79-9A71-49C4-81AF-DAF2D38933F6}" dt="2023-03-09T09:14:35.599" v="642"/>
        <pc:sldMkLst>
          <pc:docMk/>
          <pc:sldMk cId="434305020" sldId="301"/>
        </pc:sldMkLst>
      </pc:sldChg>
      <pc:sldChg chg="addSp delSp modSp add mod ord">
        <pc:chgData name="Dragan Javorac" userId="913c2858-fb97-4c6e-a42c-b1f1a16b225e" providerId="ADAL" clId="{96CFCC79-9A71-49C4-81AF-DAF2D38933F6}" dt="2023-03-09T09:14:03.387" v="634"/>
        <pc:sldMkLst>
          <pc:docMk/>
          <pc:sldMk cId="1171581969" sldId="302"/>
        </pc:sldMkLst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5EB17B11-ECF6-4BDB-B0F7-1BADD7C7C79C}"/>
    <pc:docChg chg="undo custSel addSld delSld modSld sldOrd">
      <pc:chgData name="Dragan Javorac" userId="913c2858-fb97-4c6e-a42c-b1f1a16b225e" providerId="ADAL" clId="{5EB17B11-ECF6-4BDB-B0F7-1BADD7C7C79C}" dt="2023-02-23T09:22:40.713" v="1346" actId="20577"/>
      <pc:docMkLst>
        <pc:docMk/>
      </pc:docMkLst>
      <pc:sldChg chg="addSp delSp modSp mod">
        <pc:chgData name="Dragan Javorac" userId="913c2858-fb97-4c6e-a42c-b1f1a16b225e" providerId="ADAL" clId="{5EB17B11-ECF6-4BDB-B0F7-1BADD7C7C79C}" dt="2023-02-10T11:55:55.521" v="30" actId="20577"/>
        <pc:sldMkLst>
          <pc:docMk/>
          <pc:sldMk cId="1190764141" sldId="256"/>
        </pc:sldMkLst>
      </pc:sldChg>
      <pc:sldChg chg="del">
        <pc:chgData name="Dragan Javorac" userId="913c2858-fb97-4c6e-a42c-b1f1a16b225e" providerId="ADAL" clId="{5EB17B11-ECF6-4BDB-B0F7-1BADD7C7C79C}" dt="2023-02-10T11:59:12.876" v="130" actId="47"/>
        <pc:sldMkLst>
          <pc:docMk/>
          <pc:sldMk cId="1786342002" sldId="260"/>
        </pc:sldMkLst>
      </pc:sldChg>
      <pc:sldChg chg="del">
        <pc:chgData name="Dragan Javorac" userId="913c2858-fb97-4c6e-a42c-b1f1a16b225e" providerId="ADAL" clId="{5EB17B11-ECF6-4BDB-B0F7-1BADD7C7C79C}" dt="2023-02-10T11:59:19.110" v="132" actId="47"/>
        <pc:sldMkLst>
          <pc:docMk/>
          <pc:sldMk cId="4175419852" sldId="263"/>
        </pc:sldMkLst>
      </pc:sldChg>
      <pc:sldChg chg="del">
        <pc:chgData name="Dragan Javorac" userId="913c2858-fb97-4c6e-a42c-b1f1a16b225e" providerId="ADAL" clId="{5EB17B11-ECF6-4BDB-B0F7-1BADD7C7C79C}" dt="2023-02-10T12:01:20.820" v="165" actId="4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5EB17B11-ECF6-4BDB-B0F7-1BADD7C7C79C}" dt="2023-02-10T11:56:01.450" v="32" actId="47"/>
        <pc:sldMkLst>
          <pc:docMk/>
          <pc:sldMk cId="4085815419" sldId="271"/>
        </pc:sldMkLst>
      </pc:sldChg>
      <pc:sldChg chg="addSp delSp modSp mod">
        <pc:chgData name="Dragan Javorac" userId="913c2858-fb97-4c6e-a42c-b1f1a16b225e" providerId="ADAL" clId="{5EB17B11-ECF6-4BDB-B0F7-1BADD7C7C79C}" dt="2023-02-10T11:59:03.031" v="128" actId="14100"/>
        <pc:sldMkLst>
          <pc:docMk/>
          <pc:sldMk cId="2663455734" sldId="272"/>
        </pc:sldMkLst>
      </pc:sldChg>
      <pc:sldChg chg="del">
        <pc:chgData name="Dragan Javorac" userId="913c2858-fb97-4c6e-a42c-b1f1a16b225e" providerId="ADAL" clId="{5EB17B11-ECF6-4BDB-B0F7-1BADD7C7C79C}" dt="2023-02-10T11:56:03.671" v="34" actId="47"/>
        <pc:sldMkLst>
          <pc:docMk/>
          <pc:sldMk cId="3094283307" sldId="274"/>
        </pc:sldMkLst>
      </pc:sldChg>
      <pc:sldChg chg="del">
        <pc:chgData name="Dragan Javorac" userId="913c2858-fb97-4c6e-a42c-b1f1a16b225e" providerId="ADAL" clId="{5EB17B11-ECF6-4BDB-B0F7-1BADD7C7C79C}" dt="2023-02-10T11:59:16.421" v="131" actId="4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5EB17B11-ECF6-4BDB-B0F7-1BADD7C7C79C}" dt="2023-02-10T12:33:24.009" v="585" actId="313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717095900" sldId="280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22342155" sldId="281"/>
        </pc:sldMkLst>
      </pc:sldChg>
      <pc:sldChg chg="del">
        <pc:chgData name="Dragan Javorac" userId="913c2858-fb97-4c6e-a42c-b1f1a16b225e" providerId="ADAL" clId="{5EB17B11-ECF6-4BDB-B0F7-1BADD7C7C79C}" dt="2023-02-10T11:56:02.740" v="33" actId="47"/>
        <pc:sldMkLst>
          <pc:docMk/>
          <pc:sldMk cId="917348279" sldId="282"/>
        </pc:sldMkLst>
      </pc:sldChg>
      <pc:sldChg chg="del">
        <pc:chgData name="Dragan Javorac" userId="913c2858-fb97-4c6e-a42c-b1f1a16b225e" providerId="ADAL" clId="{5EB17B11-ECF6-4BDB-B0F7-1BADD7C7C79C}" dt="2023-02-10T11:58:26.631" v="84" actId="47"/>
        <pc:sldMkLst>
          <pc:docMk/>
          <pc:sldMk cId="3918559090" sldId="286"/>
        </pc:sldMkLst>
      </pc:sldChg>
      <pc:sldChg chg="del">
        <pc:chgData name="Dragan Javorac" userId="913c2858-fb97-4c6e-a42c-b1f1a16b225e" providerId="ADAL" clId="{5EB17B11-ECF6-4BDB-B0F7-1BADD7C7C79C}" dt="2023-02-10T11:58:28.752" v="85" actId="47"/>
        <pc:sldMkLst>
          <pc:docMk/>
          <pc:sldMk cId="553292120" sldId="287"/>
        </pc:sldMkLst>
      </pc:sldChg>
      <pc:sldChg chg="add del">
        <pc:chgData name="Dragan Javorac" userId="913c2858-fb97-4c6e-a42c-b1f1a16b225e" providerId="ADAL" clId="{5EB17B11-ECF6-4BDB-B0F7-1BADD7C7C79C}" dt="2023-02-10T11:59:09.500" v="129" actId="47"/>
        <pc:sldMkLst>
          <pc:docMk/>
          <pc:sldMk cId="221967776" sldId="288"/>
        </pc:sldMkLst>
      </pc:sldChg>
      <pc:sldChg chg="modSp mod">
        <pc:chgData name="Dragan Javorac" userId="913c2858-fb97-4c6e-a42c-b1f1a16b225e" providerId="ADAL" clId="{5EB17B11-ECF6-4BDB-B0F7-1BADD7C7C79C}" dt="2023-02-23T09:22:31.291" v="1343" actId="403"/>
        <pc:sldMkLst>
          <pc:docMk/>
          <pc:sldMk cId="71935414" sldId="289"/>
        </pc:sldMkLst>
      </pc:sldChg>
      <pc:sldChg chg="addSp modSp add del mod">
        <pc:chgData name="Dragan Javorac" userId="913c2858-fb97-4c6e-a42c-b1f1a16b225e" providerId="ADAL" clId="{5EB17B11-ECF6-4BDB-B0F7-1BADD7C7C79C}" dt="2023-02-23T09:22:40.713" v="1346" actId="20577"/>
        <pc:sldMkLst>
          <pc:docMk/>
          <pc:sldMk cId="2780461342" sldId="290"/>
        </pc:sldMkLst>
      </pc:sldChg>
      <pc:sldChg chg="addSp delSp modSp add mod">
        <pc:chgData name="Dragan Javorac" userId="913c2858-fb97-4c6e-a42c-b1f1a16b225e" providerId="ADAL" clId="{5EB17B11-ECF6-4BDB-B0F7-1BADD7C7C79C}" dt="2023-02-10T12:19:15.879" v="266" actId="20577"/>
        <pc:sldMkLst>
          <pc:docMk/>
          <pc:sldMk cId="2792180233" sldId="291"/>
        </pc:sldMkLst>
      </pc:sldChg>
      <pc:sldChg chg="addSp delSp modSp add mod">
        <pc:chgData name="Dragan Javorac" userId="913c2858-fb97-4c6e-a42c-b1f1a16b225e" providerId="ADAL" clId="{5EB17B11-ECF6-4BDB-B0F7-1BADD7C7C79C}" dt="2023-02-10T12:24:39.425" v="355" actId="1076"/>
        <pc:sldMkLst>
          <pc:docMk/>
          <pc:sldMk cId="3255955701" sldId="292"/>
        </pc:sldMkLst>
      </pc:sldChg>
      <pc:sldChg chg="addSp delSp modSp add mod">
        <pc:chgData name="Dragan Javorac" userId="913c2858-fb97-4c6e-a42c-b1f1a16b225e" providerId="ADAL" clId="{5EB17B11-ECF6-4BDB-B0F7-1BADD7C7C79C}" dt="2023-02-10T12:33:07.588" v="584" actId="790"/>
        <pc:sldMkLst>
          <pc:docMk/>
          <pc:sldMk cId="3488254828" sldId="293"/>
        </pc:sldMkLst>
      </pc:sldChg>
      <pc:sldChg chg="addSp delSp modSp add mod modNotesTx">
        <pc:chgData name="Dragan Javorac" userId="913c2858-fb97-4c6e-a42c-b1f1a16b225e" providerId="ADAL" clId="{5EB17B11-ECF6-4BDB-B0F7-1BADD7C7C79C}" dt="2023-02-10T14:04:02.070" v="966" actId="20577"/>
        <pc:sldMkLst>
          <pc:docMk/>
          <pc:sldMk cId="3911019876" sldId="294"/>
        </pc:sldMkLst>
      </pc:sldChg>
      <pc:sldChg chg="delSp modSp add del mod">
        <pc:chgData name="Dragan Javorac" userId="913c2858-fb97-4c6e-a42c-b1f1a16b225e" providerId="ADAL" clId="{5EB17B11-ECF6-4BDB-B0F7-1BADD7C7C79C}" dt="2023-02-10T14:03:10.005" v="874" actId="47"/>
        <pc:sldMkLst>
          <pc:docMk/>
          <pc:sldMk cId="3001409730" sldId="295"/>
        </pc:sldMkLst>
      </pc:sldChg>
      <pc:sldChg chg="addSp modSp add del mod ord">
        <pc:chgData name="Dragan Javorac" userId="913c2858-fb97-4c6e-a42c-b1f1a16b225e" providerId="ADAL" clId="{5EB17B11-ECF6-4BDB-B0F7-1BADD7C7C79C}" dt="2023-02-10T14:03:32.960" v="881" actId="47"/>
        <pc:sldMkLst>
          <pc:docMk/>
          <pc:sldMk cId="700047610" sldId="296"/>
        </pc:sldMkLst>
      </pc:sldChg>
      <pc:sldChg chg="addSp delSp modSp add mod">
        <pc:chgData name="Dragan Javorac" userId="913c2858-fb97-4c6e-a42c-b1f1a16b225e" providerId="ADAL" clId="{5EB17B11-ECF6-4BDB-B0F7-1BADD7C7C79C}" dt="2023-02-10T14:03:23.266" v="880" actId="1076"/>
        <pc:sldMkLst>
          <pc:docMk/>
          <pc:sldMk cId="3009797541" sldId="297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8.237" v="1332" actId="47"/>
        <pc:sldMkLst>
          <pc:docMk/>
          <pc:sldMk cId="2271208691" sldId="298"/>
        </pc:sldMkLst>
      </pc:sldChg>
      <pc:sldChg chg="addSp delSp modSp add del mod modNotesTx">
        <pc:chgData name="Dragan Javorac" userId="913c2858-fb97-4c6e-a42c-b1f1a16b225e" providerId="ADAL" clId="{5EB17B11-ECF6-4BDB-B0F7-1BADD7C7C79C}" dt="2023-02-13T13:12:09.355" v="1333" actId="47"/>
        <pc:sldMkLst>
          <pc:docMk/>
          <pc:sldMk cId="3472728903" sldId="299"/>
        </pc:sldMkLst>
      </pc:sldChg>
    </pc:docChg>
  </pc:docChgLst>
  <pc:docChgLst>
    <pc:chgData name="Dragan Javorac" userId="913c2858-fb97-4c6e-a42c-b1f1a16b225e" providerId="ADAL" clId="{C947D2EC-FF5C-4839-A9A2-72973C4E2A18}"/>
    <pc:docChg chg="custSel modSld">
      <pc:chgData name="Dragan Javorac" userId="913c2858-fb97-4c6e-a42c-b1f1a16b225e" providerId="ADAL" clId="{C947D2EC-FF5C-4839-A9A2-72973C4E2A18}" dt="2024-10-10T11:06:05.365" v="10" actId="20577"/>
      <pc:docMkLst>
        <pc:docMk/>
      </pc:docMkLst>
      <pc:sldChg chg="addSp delSp modSp mod">
        <pc:chgData name="Dragan Javorac" userId="913c2858-fb97-4c6e-a42c-b1f1a16b225e" providerId="ADAL" clId="{C947D2EC-FF5C-4839-A9A2-72973C4E2A18}" dt="2024-10-10T11:06:05.365" v="10" actId="20577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0T08:33:29.304" v="324" actId="20577"/>
      <pc:docMkLst>
        <pc:docMk/>
      </pc:docMkLst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</pc:sldChg>
    </pc:docChg>
  </pc:docChgLst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5-10-09T07:33:01.286" v="292" actId="5793"/>
      <pc:docMkLst>
        <pc:docMk/>
      </pc:docMkLst>
      <pc:sldChg chg="modSp mod">
        <pc:chgData name="Dragan Javorac" userId="913c2858-fb97-4c6e-a42c-b1f1a16b225e" providerId="ADAL" clId="{BC00D9DF-F858-4149-8B7B-F211D448CEDA}" dt="2025-10-09T06:29:37.215" v="285" actId="403"/>
        <pc:sldMkLst>
          <pc:docMk/>
          <pc:sldMk cId="1190764141" sldId="256"/>
        </pc:sldMkLst>
        <pc:spChg chg="mod">
          <ac:chgData name="Dragan Javorac" userId="913c2858-fb97-4c6e-a42c-b1f1a16b225e" providerId="ADAL" clId="{BC00D9DF-F858-4149-8B7B-F211D448CEDA}" dt="2025-10-09T06:29:37.215" v="285" actId="403"/>
          <ac:spMkLst>
            <pc:docMk/>
            <pc:sldMk cId="1190764141" sldId="256"/>
            <ac:spMk id="5" creationId="{C6E2D055-41C1-EEED-5719-9C096EC55E2A}"/>
          </ac:spMkLst>
        </pc:spChg>
      </pc:sldChg>
      <pc:sldChg chg="addSp delSp modSp mod">
        <pc:chgData name="Dragan Javorac" userId="913c2858-fb97-4c6e-a42c-b1f1a16b225e" providerId="ADAL" clId="{BC00D9DF-F858-4149-8B7B-F211D448CEDA}" dt="2025-10-09T07:33:01.286" v="292" actId="5793"/>
        <pc:sldMkLst>
          <pc:docMk/>
          <pc:sldMk cId="698492982" sldId="279"/>
        </pc:sldMkLst>
        <pc:spChg chg="mod">
          <ac:chgData name="Dragan Javorac" userId="913c2858-fb97-4c6e-a42c-b1f1a16b225e" providerId="ADAL" clId="{BC00D9DF-F858-4149-8B7B-F211D448CEDA}" dt="2025-10-09T07:33:01.286" v="292" actId="5793"/>
          <ac:spMkLst>
            <pc:docMk/>
            <pc:sldMk cId="698492982" sldId="279"/>
            <ac:spMk id="8" creationId="{29D1AE08-4CFC-4D37-A07F-A71AE2EA570E}"/>
          </ac:spMkLst>
        </pc:spChg>
        <pc:picChg chg="add del mod">
          <ac:chgData name="Dragan Javorac" userId="913c2858-fb97-4c6e-a42c-b1f1a16b225e" providerId="ADAL" clId="{BC00D9DF-F858-4149-8B7B-F211D448CEDA}" dt="2025-10-09T07:32:55.701" v="286" actId="478"/>
          <ac:picMkLst>
            <pc:docMk/>
            <pc:sldMk cId="698492982" sldId="279"/>
            <ac:picMk id="5" creationId="{B0568C63-A15D-8D44-6D90-51B99F62BA21}"/>
          </ac:picMkLst>
        </pc:picChg>
        <pc:picChg chg="del">
          <ac:chgData name="Dragan Javorac" userId="913c2858-fb97-4c6e-a42c-b1f1a16b225e" providerId="ADAL" clId="{BC00D9DF-F858-4149-8B7B-F211D448CEDA}" dt="2025-10-09T06:13:48.656" v="6" actId="478"/>
          <ac:picMkLst>
            <pc:docMk/>
            <pc:sldMk cId="698492982" sldId="279"/>
            <ac:picMk id="6" creationId="{08912ECA-B223-D038-36CB-8925EA34B80D}"/>
          </ac:picMkLst>
        </pc:picChg>
        <pc:picChg chg="add mod">
          <ac:chgData name="Dragan Javorac" userId="913c2858-fb97-4c6e-a42c-b1f1a16b225e" providerId="ADAL" clId="{BC00D9DF-F858-4149-8B7B-F211D448CEDA}" dt="2025-10-09T07:32:57.934" v="289" actId="14100"/>
          <ac:picMkLst>
            <pc:docMk/>
            <pc:sldMk cId="698492982" sldId="279"/>
            <ac:picMk id="9" creationId="{7F38C448-DE18-0ABA-0961-E38A32B227EA}"/>
          </ac:picMkLst>
        </pc:picChg>
      </pc:sldChg>
      <pc:sldChg chg="mod modShow">
        <pc:chgData name="Dragan Javorac" userId="913c2858-fb97-4c6e-a42c-b1f1a16b225e" providerId="ADAL" clId="{BC00D9DF-F858-4149-8B7B-F211D448CEDA}" dt="2025-10-09T06:29:19.114" v="264" actId="729"/>
        <pc:sldMkLst>
          <pc:docMk/>
          <pc:sldMk cId="3178634869" sldId="302"/>
        </pc:sldMkLst>
      </pc:sldChg>
      <pc:sldChg chg="mod modShow">
        <pc:chgData name="Dragan Javorac" userId="913c2858-fb97-4c6e-a42c-b1f1a16b225e" providerId="ADAL" clId="{BC00D9DF-F858-4149-8B7B-F211D448CEDA}" dt="2025-10-09T06:29:19.114" v="264" actId="729"/>
        <pc:sldMkLst>
          <pc:docMk/>
          <pc:sldMk cId="2964331705" sldId="303"/>
        </pc:sldMkLst>
      </pc:sldChg>
      <pc:sldChg chg="addSp delSp modSp add mod">
        <pc:chgData name="Dragan Javorac" userId="913c2858-fb97-4c6e-a42c-b1f1a16b225e" providerId="ADAL" clId="{BC00D9DF-F858-4149-8B7B-F211D448CEDA}" dt="2025-10-09T06:20:07.939" v="263" actId="1076"/>
        <pc:sldMkLst>
          <pc:docMk/>
          <pc:sldMk cId="392303004" sldId="308"/>
        </pc:sldMkLst>
        <pc:spChg chg="mod">
          <ac:chgData name="Dragan Javorac" userId="913c2858-fb97-4c6e-a42c-b1f1a16b225e" providerId="ADAL" clId="{BC00D9DF-F858-4149-8B7B-F211D448CEDA}" dt="2025-10-09T06:12:19.410" v="3" actId="20577"/>
          <ac:spMkLst>
            <pc:docMk/>
            <pc:sldMk cId="392303004" sldId="308"/>
            <ac:spMk id="2" creationId="{02044D0F-1C7A-D0A3-A587-D82C41283880}"/>
          </ac:spMkLst>
        </pc:spChg>
        <pc:spChg chg="mod">
          <ac:chgData name="Dragan Javorac" userId="913c2858-fb97-4c6e-a42c-b1f1a16b225e" providerId="ADAL" clId="{BC00D9DF-F858-4149-8B7B-F211D448CEDA}" dt="2025-10-09T06:17:47.445" v="254" actId="20577"/>
          <ac:spMkLst>
            <pc:docMk/>
            <pc:sldMk cId="392303004" sldId="308"/>
            <ac:spMk id="4" creationId="{66AA3BF1-80EA-0936-AA1C-0885A5C28142}"/>
          </ac:spMkLst>
        </pc:spChg>
        <pc:picChg chg="add mod modCrop">
          <ac:chgData name="Dragan Javorac" userId="913c2858-fb97-4c6e-a42c-b1f1a16b225e" providerId="ADAL" clId="{BC00D9DF-F858-4149-8B7B-F211D448CEDA}" dt="2025-10-09T06:19:11.212" v="257" actId="732"/>
          <ac:picMkLst>
            <pc:docMk/>
            <pc:sldMk cId="392303004" sldId="308"/>
            <ac:picMk id="5" creationId="{B575421F-F271-0D0F-D701-2C4C835C20FA}"/>
          </ac:picMkLst>
        </pc:picChg>
        <pc:picChg chg="del">
          <ac:chgData name="Dragan Javorac" userId="913c2858-fb97-4c6e-a42c-b1f1a16b225e" providerId="ADAL" clId="{BC00D9DF-F858-4149-8B7B-F211D448CEDA}" dt="2025-10-09T06:13:12.779" v="4" actId="478"/>
          <ac:picMkLst>
            <pc:docMk/>
            <pc:sldMk cId="392303004" sldId="308"/>
            <ac:picMk id="6" creationId="{1A44742F-71AC-4127-D1A5-D8AA6C032C42}"/>
          </ac:picMkLst>
        </pc:picChg>
        <pc:picChg chg="add mod">
          <ac:chgData name="Dragan Javorac" userId="913c2858-fb97-4c6e-a42c-b1f1a16b225e" providerId="ADAL" clId="{BC00D9DF-F858-4149-8B7B-F211D448CEDA}" dt="2025-10-09T06:20:07.939" v="263" actId="1076"/>
          <ac:picMkLst>
            <pc:docMk/>
            <pc:sldMk cId="392303004" sldId="308"/>
            <ac:picMk id="8" creationId="{F6C98FEA-B04A-8ECC-AB83-1D07FAF545F4}"/>
          </ac:picMkLst>
        </pc:picChg>
        <pc:picChg chg="del">
          <ac:chgData name="Dragan Javorac" userId="913c2858-fb97-4c6e-a42c-b1f1a16b225e" providerId="ADAL" clId="{BC00D9DF-F858-4149-8B7B-F211D448CEDA}" dt="2025-10-09T06:13:13.337" v="5" actId="478"/>
          <ac:picMkLst>
            <pc:docMk/>
            <pc:sldMk cId="392303004" sldId="308"/>
            <ac:picMk id="9" creationId="{43B5C103-A92D-1721-A6E5-8716D6B14B13}"/>
          </ac:picMkLst>
        </pc:picChg>
      </pc:sldChg>
      <pc:sldChg chg="delSp modSp add mod">
        <pc:chgData name="Dragan Javorac" userId="913c2858-fb97-4c6e-a42c-b1f1a16b225e" providerId="ADAL" clId="{BC00D9DF-F858-4149-8B7B-F211D448CEDA}" dt="2025-10-09T06:15:59.166" v="143" actId="20577"/>
        <pc:sldMkLst>
          <pc:docMk/>
          <pc:sldMk cId="27544778" sldId="309"/>
        </pc:sldMkLst>
        <pc:spChg chg="mod">
          <ac:chgData name="Dragan Javorac" userId="913c2858-fb97-4c6e-a42c-b1f1a16b225e" providerId="ADAL" clId="{BC00D9DF-F858-4149-8B7B-F211D448CEDA}" dt="2025-10-09T06:15:46.210" v="95" actId="20577"/>
          <ac:spMkLst>
            <pc:docMk/>
            <pc:sldMk cId="27544778" sldId="309"/>
            <ac:spMk id="2" creationId="{320FF8BB-B95D-E5E4-8ED2-382E9F05B290}"/>
          </ac:spMkLst>
        </pc:spChg>
        <pc:spChg chg="mod">
          <ac:chgData name="Dragan Javorac" userId="913c2858-fb97-4c6e-a42c-b1f1a16b225e" providerId="ADAL" clId="{BC00D9DF-F858-4149-8B7B-F211D448CEDA}" dt="2025-10-09T06:15:59.166" v="143" actId="20577"/>
          <ac:spMkLst>
            <pc:docMk/>
            <pc:sldMk cId="27544778" sldId="309"/>
            <ac:spMk id="3" creationId="{7B263DE7-95F7-6F30-AFA9-09FDD6636783}"/>
          </ac:spMkLst>
        </pc:spChg>
        <pc:picChg chg="del">
          <ac:chgData name="Dragan Javorac" userId="913c2858-fb97-4c6e-a42c-b1f1a16b225e" providerId="ADAL" clId="{BC00D9DF-F858-4149-8B7B-F211D448CEDA}" dt="2025-10-09T06:15:49.670" v="97" actId="478"/>
          <ac:picMkLst>
            <pc:docMk/>
            <pc:sldMk cId="27544778" sldId="309"/>
            <ac:picMk id="8" creationId="{A8363D11-21CC-FF1F-2145-211574A2B84B}"/>
          </ac:picMkLst>
        </pc:picChg>
        <pc:picChg chg="del">
          <ac:chgData name="Dragan Javorac" userId="913c2858-fb97-4c6e-a42c-b1f1a16b225e" providerId="ADAL" clId="{BC00D9DF-F858-4149-8B7B-F211D448CEDA}" dt="2025-10-09T06:15:48.348" v="96" actId="478"/>
          <ac:picMkLst>
            <pc:docMk/>
            <pc:sldMk cId="27544778" sldId="309"/>
            <ac:picMk id="9" creationId="{99DA7D17-E034-AAEA-2FE4-BC1CFEB32946}"/>
          </ac:picMkLst>
        </pc:picChg>
      </pc:sldChg>
      <pc:sldChg chg="modSp new del mod">
        <pc:chgData name="Dragan Javorac" userId="913c2858-fb97-4c6e-a42c-b1f1a16b225e" providerId="ADAL" clId="{BC00D9DF-F858-4149-8B7B-F211D448CEDA}" dt="2025-10-09T06:15:43.144" v="90" actId="47"/>
        <pc:sldMkLst>
          <pc:docMk/>
          <pc:sldMk cId="3348639699" sldId="309"/>
        </pc:sldMkLst>
        <pc:spChg chg="mod">
          <ac:chgData name="Dragan Javorac" userId="913c2858-fb97-4c6e-a42c-b1f1a16b225e" providerId="ADAL" clId="{BC00D9DF-F858-4149-8B7B-F211D448CEDA}" dt="2025-10-09T06:15:41.572" v="89" actId="20577"/>
          <ac:spMkLst>
            <pc:docMk/>
            <pc:sldMk cId="3348639699" sldId="309"/>
            <ac:spMk id="2" creationId="{67355973-FCFA-7B40-E6AC-99564BADA020}"/>
          </ac:spMkLst>
        </pc:spChg>
      </pc:sldChg>
    </pc:docChg>
  </pc:docChgLst>
  <pc:docChgLst>
    <pc:chgData name="Dragan Javorac" userId="913c2858-fb97-4c6e-a42c-b1f1a16b225e" providerId="ADAL" clId="{ADD7E50D-BF72-4F61-9B2F-DCE431737050}"/>
    <pc:docChg chg="custSel modSld">
      <pc:chgData name="Dragan Javorac" userId="913c2858-fb97-4c6e-a42c-b1f1a16b225e" providerId="ADAL" clId="{ADD7E50D-BF72-4F61-9B2F-DCE431737050}" dt="2024-03-26T08:05:41.420" v="6" actId="6549"/>
      <pc:docMkLst>
        <pc:docMk/>
      </pc:docMkLst>
      <pc:sldChg chg="addSp delSp modSp mod">
        <pc:chgData name="Dragan Javorac" userId="913c2858-fb97-4c6e-a42c-b1f1a16b225e" providerId="ADAL" clId="{ADD7E50D-BF72-4F61-9B2F-DCE431737050}" dt="2024-03-26T08:05:41.420" v="6" actId="6549"/>
        <pc:sldMkLst>
          <pc:docMk/>
          <pc:sldMk cId="698492982" sldId="279"/>
        </pc:sldMkLst>
      </pc:sldChg>
    </pc:docChg>
  </pc:docChgLst>
  <pc:docChgLst>
    <pc:chgData name="Dragan Javorac" userId="913c2858-fb97-4c6e-a42c-b1f1a16b225e" providerId="ADAL" clId="{7D4F4E1E-D66D-47BF-BBC3-794CB1405628}"/>
    <pc:docChg chg="undo custSel addSld delSld modSld sldOrd">
      <pc:chgData name="Dragan Javorac" userId="913c2858-fb97-4c6e-a42c-b1f1a16b225e" providerId="ADAL" clId="{7D4F4E1E-D66D-47BF-BBC3-794CB1405628}" dt="2023-03-13T15:47:29.855" v="1188" actId="1076"/>
      <pc:docMkLst>
        <pc:docMk/>
      </pc:docMkLst>
      <pc:sldChg chg="modSp mod">
        <pc:chgData name="Dragan Javorac" userId="913c2858-fb97-4c6e-a42c-b1f1a16b225e" providerId="ADAL" clId="{7D4F4E1E-D66D-47BF-BBC3-794CB1405628}" dt="2023-03-13T13:20:18.199" v="34" actId="20577"/>
        <pc:sldMkLst>
          <pc:docMk/>
          <pc:sldMk cId="1190764141" sldId="256"/>
        </pc:sldMkLst>
      </pc:sldChg>
      <pc:sldChg chg="addSp delSp modSp mod">
        <pc:chgData name="Dragan Javorac" userId="913c2858-fb97-4c6e-a42c-b1f1a16b225e" providerId="ADAL" clId="{7D4F4E1E-D66D-47BF-BBC3-794CB1405628}" dt="2023-03-13T13:20:41.173" v="36" actId="732"/>
        <pc:sldMkLst>
          <pc:docMk/>
          <pc:sldMk cId="698492982" sldId="279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3410521601" sldId="291"/>
        </pc:sldMkLst>
      </pc:sldChg>
      <pc:sldChg chg="del">
        <pc:chgData name="Dragan Javorac" userId="913c2858-fb97-4c6e-a42c-b1f1a16b225e" providerId="ADAL" clId="{7D4F4E1E-D66D-47BF-BBC3-794CB1405628}" dt="2023-03-13T13:20:15.022" v="28" actId="47"/>
        <pc:sldMkLst>
          <pc:docMk/>
          <pc:sldMk cId="3148633127" sldId="292"/>
        </pc:sldMkLst>
      </pc:sldChg>
      <pc:sldChg chg="del">
        <pc:chgData name="Dragan Javorac" userId="913c2858-fb97-4c6e-a42c-b1f1a16b225e" providerId="ADAL" clId="{7D4F4E1E-D66D-47BF-BBC3-794CB1405628}" dt="2023-03-13T13:20:15.022" v="28" actId="47"/>
        <pc:sldMkLst>
          <pc:docMk/>
          <pc:sldMk cId="3163139156" sldId="293"/>
        </pc:sldMkLst>
      </pc:sldChg>
      <pc:sldChg chg="del">
        <pc:chgData name="Dragan Javorac" userId="913c2858-fb97-4c6e-a42c-b1f1a16b225e" providerId="ADAL" clId="{7D4F4E1E-D66D-47BF-BBC3-794CB1405628}" dt="2023-03-13T13:20:15.022" v="28" actId="47"/>
        <pc:sldMkLst>
          <pc:docMk/>
          <pc:sldMk cId="2807849242" sldId="294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4267432575" sldId="295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1262163514" sldId="296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2390689232" sldId="297"/>
        </pc:sldMkLst>
      </pc:sldChg>
      <pc:sldChg chg="addSp delSp modSp mod">
        <pc:chgData name="Dragan Javorac" userId="913c2858-fb97-4c6e-a42c-b1f1a16b225e" providerId="ADAL" clId="{7D4F4E1E-D66D-47BF-BBC3-794CB1405628}" dt="2023-03-13T15:40:31.946" v="726" actId="20577"/>
        <pc:sldMkLst>
          <pc:docMk/>
          <pc:sldMk cId="1943057012" sldId="298"/>
        </pc:sldMkLst>
      </pc:sldChg>
      <pc:sldChg chg="addSp delSp modSp add mod">
        <pc:chgData name="Dragan Javorac" userId="913c2858-fb97-4c6e-a42c-b1f1a16b225e" providerId="ADAL" clId="{7D4F4E1E-D66D-47BF-BBC3-794CB1405628}" dt="2023-03-13T15:43:50.391" v="870" actId="20577"/>
        <pc:sldMkLst>
          <pc:docMk/>
          <pc:sldMk cId="490436547" sldId="299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3638888294" sldId="299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1217233077" sldId="300"/>
        </pc:sldMkLst>
      </pc:sldChg>
      <pc:sldChg chg="modSp add mod">
        <pc:chgData name="Dragan Javorac" userId="913c2858-fb97-4c6e-a42c-b1f1a16b225e" providerId="ADAL" clId="{7D4F4E1E-D66D-47BF-BBC3-794CB1405628}" dt="2023-03-13T15:05:21.542" v="234" actId="20577"/>
        <pc:sldMkLst>
          <pc:docMk/>
          <pc:sldMk cId="2608997507" sldId="300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434305020" sldId="301"/>
        </pc:sldMkLst>
      </pc:sldChg>
      <pc:sldChg chg="addSp delSp modSp add mod ord modNotesTx">
        <pc:chgData name="Dragan Javorac" userId="913c2858-fb97-4c6e-a42c-b1f1a16b225e" providerId="ADAL" clId="{7D4F4E1E-D66D-47BF-BBC3-794CB1405628}" dt="2023-03-13T15:40:49.773" v="728"/>
        <pc:sldMkLst>
          <pc:docMk/>
          <pc:sldMk cId="886250800" sldId="301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1171581969" sldId="302"/>
        </pc:sldMkLst>
      </pc:sldChg>
      <pc:sldChg chg="addSp delSp modSp add mod ord">
        <pc:chgData name="Dragan Javorac" userId="913c2858-fb97-4c6e-a42c-b1f1a16b225e" providerId="ADAL" clId="{7D4F4E1E-D66D-47BF-BBC3-794CB1405628}" dt="2023-03-13T15:19:04.368" v="668" actId="20577"/>
        <pc:sldMkLst>
          <pc:docMk/>
          <pc:sldMk cId="3178634869" sldId="302"/>
        </pc:sldMkLst>
      </pc:sldChg>
      <pc:sldChg chg="addSp delSp modSp add mod">
        <pc:chgData name="Dragan Javorac" userId="913c2858-fb97-4c6e-a42c-b1f1a16b225e" providerId="ADAL" clId="{7D4F4E1E-D66D-47BF-BBC3-794CB1405628}" dt="2023-03-13T15:17:35.986" v="653" actId="1076"/>
        <pc:sldMkLst>
          <pc:docMk/>
          <pc:sldMk cId="2964331705" sldId="303"/>
        </pc:sldMkLst>
      </pc:sldChg>
      <pc:sldChg chg="addSp delSp modSp add mod">
        <pc:chgData name="Dragan Javorac" userId="913c2858-fb97-4c6e-a42c-b1f1a16b225e" providerId="ADAL" clId="{7D4F4E1E-D66D-47BF-BBC3-794CB1405628}" dt="2023-03-13T15:45:43.329" v="1033" actId="20577"/>
        <pc:sldMkLst>
          <pc:docMk/>
          <pc:sldMk cId="240605915" sldId="304"/>
        </pc:sldMkLst>
      </pc:sldChg>
      <pc:sldChg chg="addSp delSp modSp add mod">
        <pc:chgData name="Dragan Javorac" userId="913c2858-fb97-4c6e-a42c-b1f1a16b225e" providerId="ADAL" clId="{7D4F4E1E-D66D-47BF-BBC3-794CB1405628}" dt="2023-03-13T15:47:29.855" v="1188" actId="1076"/>
        <pc:sldMkLst>
          <pc:docMk/>
          <pc:sldMk cId="189354176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Waarom komen soms </a:t>
            </a:r>
            <a:r>
              <a:rPr lang="nl-NL" dirty="0" err="1"/>
              <a:t>enemies</a:t>
            </a:r>
            <a:r>
              <a:rPr lang="nl-NL" dirty="0"/>
              <a:t> niet op het scherm?</a:t>
            </a:r>
          </a:p>
          <a:p>
            <a:endParaRPr lang="nl-NL" dirty="0"/>
          </a:p>
          <a:p>
            <a:r>
              <a:rPr lang="nl-NL" dirty="0"/>
              <a:t>Array al in vol/in gebruik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0377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E712-9702-0EAC-7E2A-B8E44755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3B4E8-4203-EAFF-49B1-A391BD2DF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37197-70F1-1BD7-614B-38EA98FDC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Waarom komen soms </a:t>
            </a:r>
            <a:r>
              <a:rPr lang="nl-NL" dirty="0" err="1"/>
              <a:t>enemies</a:t>
            </a:r>
            <a:r>
              <a:rPr lang="nl-NL" dirty="0"/>
              <a:t> niet op het scherm?</a:t>
            </a:r>
          </a:p>
          <a:p>
            <a:endParaRPr lang="nl-NL" dirty="0"/>
          </a:p>
          <a:p>
            <a:r>
              <a:rPr lang="nl-NL" dirty="0"/>
              <a:t>Array al in vol/in gebruik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810E1-E668-1870-EA6C-607FEDD46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8957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920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2948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1520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255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0803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6363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1222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9927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9012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15C2-A678-A262-20F8-059EE026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66C6-1B5D-AE49-919D-11B9E35EB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DFA5C-2F78-1E74-3A2E-CD9F83F4F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4D15A-59C6-BBDD-8F48-3624FF04D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8036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9-10-2025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1_advanced_prog" TargetMode="External"/><Relationship Id="rId2" Type="http://schemas.openxmlformats.org/officeDocument/2006/relationships/hyperlink" Target="https://github.com/progsen/cs1_opdrachten_md/blob/main/arrays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>
                <a:solidFill>
                  <a:schemeClr val="bg1"/>
                </a:solidFill>
              </a:rPr>
              <a:t>Arrays</a:t>
            </a: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nl-NL" sz="3200" dirty="0">
                <a:solidFill>
                  <a:schemeClr val="bg1"/>
                </a:solidFill>
              </a:rPr>
              <a:t>Lijsten van dingen</a:t>
            </a:r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Voor games?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 err="1">
                <a:solidFill>
                  <a:schemeClr val="bg1"/>
                </a:solidFill>
              </a:rPr>
              <a:t>Tiles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 err="1">
                <a:solidFill>
                  <a:schemeClr val="bg1"/>
                </a:solidFill>
              </a:rPr>
              <a:t>Enemies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Tekst &amp; font =&gt;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array van welk plaatje van een </a:t>
            </a:r>
            <a:r>
              <a:rPr lang="nl-NL" dirty="0" err="1">
                <a:solidFill>
                  <a:schemeClr val="bg1"/>
                </a:solidFill>
              </a:rPr>
              <a:t>character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2E2490-1193-9F01-365C-7A4DFA7C1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0" y="145016"/>
            <a:ext cx="5162550" cy="3171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7C441B-190B-F336-EBDF-81435E8E3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06" y="3541160"/>
            <a:ext cx="4872037" cy="327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5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3A68-FAFA-CB2D-6502-F36CAAB9E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4D0F-1C7A-D0A3-A587-D82C4128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Voor web?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AA3BF1-80EA-0936-AA1C-0885A5C28142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Product lijsten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Backend</a:t>
            </a:r>
          </a:p>
          <a:p>
            <a:r>
              <a:rPr lang="nl-NL" dirty="0">
                <a:solidFill>
                  <a:schemeClr val="bg1"/>
                </a:solidFill>
              </a:rPr>
              <a:t>Categorie lijsten</a:t>
            </a:r>
          </a:p>
          <a:p>
            <a:r>
              <a:rPr lang="nl-NL" dirty="0">
                <a:solidFill>
                  <a:schemeClr val="bg1"/>
                </a:solidFill>
              </a:rPr>
              <a:t>Input velden lijsten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Lijsten aan html elementen</a:t>
            </a:r>
          </a:p>
          <a:p>
            <a:pPr lvl="1"/>
            <a:r>
              <a:rPr lang="nl-NL" dirty="0" err="1">
                <a:solidFill>
                  <a:schemeClr val="bg1"/>
                </a:solidFill>
              </a:rPr>
              <a:t>Frontend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js</a:t>
            </a:r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5421F-F271-0D0F-D701-2C4C835C20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965"/>
          <a:stretch>
            <a:fillRect/>
          </a:stretch>
        </p:blipFill>
        <p:spPr>
          <a:xfrm>
            <a:off x="765721" y="121596"/>
            <a:ext cx="3072984" cy="3088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C98FEA-B04A-8ECC-AB83-1D07FAF54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21" y="3429000"/>
            <a:ext cx="3886881" cy="323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 fontScale="90000"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Lijstjes &amp; 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>
                <a:solidFill>
                  <a:schemeClr val="bg1"/>
                </a:solidFill>
              </a:rPr>
              <a:t>collecties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Als je meer dan 1 van iets moet bewaren: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Array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List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4322337" y="2126576"/>
            <a:ext cx="1964163" cy="704623"/>
          </a:xfrm>
          <a:prstGeom prst="wedgeRoundRectCallout">
            <a:avLst>
              <a:gd name="adj1" fmla="val -130340"/>
              <a:gd name="adj2" fmla="val -14690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Een 2d game heeft </a:t>
            </a:r>
            <a:r>
              <a:rPr lang="nl-NL" dirty="0" err="1"/>
              <a:t>tiles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BED48-B6A5-2BD2-9B69-FDE8C88B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15" y="823810"/>
            <a:ext cx="2352675" cy="1190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080DD5-0540-CDEB-2ABB-4A2BEE24F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75" y="3507791"/>
            <a:ext cx="5267325" cy="523875"/>
          </a:xfrm>
          <a:prstGeom prst="rect">
            <a:avLst/>
          </a:prstGeom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490EC75-7108-DD9C-107A-A4E5CF5DB886}"/>
              </a:ext>
            </a:extLst>
          </p:cNvPr>
          <p:cNvSpPr/>
          <p:nvPr/>
        </p:nvSpPr>
        <p:spPr>
          <a:xfrm>
            <a:off x="2894890" y="5343189"/>
            <a:ext cx="1964163" cy="704623"/>
          </a:xfrm>
          <a:prstGeom prst="wedgeRoundRectCallout">
            <a:avLst>
              <a:gd name="adj1" fmla="val -92205"/>
              <a:gd name="adj2" fmla="val -23940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Een rijtje tegels</a:t>
            </a:r>
          </a:p>
        </p:txBody>
      </p:sp>
    </p:spTree>
    <p:extLst>
      <p:ext uri="{BB962C8B-B14F-4D97-AF65-F5344CB8AC3E}">
        <p14:creationId xmlns:p14="http://schemas.microsoft.com/office/powerpoint/2010/main" val="194305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 fontScale="90000"/>
          </a:bodyPr>
          <a:lstStyle/>
          <a:p>
            <a:r>
              <a:rPr lang="nl-NL" dirty="0">
                <a:solidFill>
                  <a:schemeClr val="bg1"/>
                </a:solidFill>
              </a:rPr>
              <a:t>1 uit de array pakken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Gebruik een index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[hier je nummer]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Begint vanaf 0!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Nummer 1 zit op 0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2592739" y="2826967"/>
            <a:ext cx="1964163" cy="704623"/>
          </a:xfrm>
          <a:prstGeom prst="wedgeRoundRectCallout">
            <a:avLst>
              <a:gd name="adj1" fmla="val -11974"/>
              <a:gd name="adj2" fmla="val 137488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Pak de eerste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C8460-0FA9-3BBA-9866-B811685B1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5" y="4134054"/>
            <a:ext cx="3400425" cy="447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08CF8A-860B-0EC3-2643-748AF75DD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30" y="1752397"/>
            <a:ext cx="5267325" cy="523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EF4FF4-3C8D-08ED-CA9B-F6A206521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66" y="5389372"/>
            <a:ext cx="3086100" cy="409575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D38A8D7E-F8C7-A9DA-098C-380AD32DE4C5}"/>
              </a:ext>
            </a:extLst>
          </p:cNvPr>
          <p:cNvSpPr/>
          <p:nvPr/>
        </p:nvSpPr>
        <p:spPr>
          <a:xfrm>
            <a:off x="2809084" y="6087199"/>
            <a:ext cx="1964163" cy="704623"/>
          </a:xfrm>
          <a:prstGeom prst="wedgeRoundRectCallout">
            <a:avLst>
              <a:gd name="adj1" fmla="val -22375"/>
              <a:gd name="adj2" fmla="val -8754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Pak de derde</a:t>
            </a:r>
          </a:p>
        </p:txBody>
      </p:sp>
    </p:spTree>
    <p:extLst>
      <p:ext uri="{BB962C8B-B14F-4D97-AF65-F5344CB8AC3E}">
        <p14:creationId xmlns:p14="http://schemas.microsoft.com/office/powerpoint/2010/main" val="490436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Default waarde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Een nieuwe array wordt gevuld met default waardes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Bv: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Int =&gt; 0</a:t>
            </a:r>
          </a:p>
          <a:p>
            <a:pPr lvl="1"/>
            <a:r>
              <a:rPr lang="nl-NL" dirty="0" err="1">
                <a:solidFill>
                  <a:schemeClr val="bg1"/>
                </a:solidFill>
              </a:rPr>
              <a:t>Bool</a:t>
            </a:r>
            <a:r>
              <a:rPr lang="nl-NL" dirty="0">
                <a:solidFill>
                  <a:schemeClr val="bg1"/>
                </a:solidFill>
              </a:rPr>
              <a:t> =&gt; </a:t>
            </a:r>
            <a:r>
              <a:rPr lang="nl-NL" dirty="0" err="1">
                <a:solidFill>
                  <a:schemeClr val="bg1"/>
                </a:solidFill>
              </a:rPr>
              <a:t>false</a:t>
            </a:r>
            <a:endParaRPr lang="nl-NL" dirty="0">
              <a:solidFill>
                <a:schemeClr val="bg1"/>
              </a:solidFill>
            </a:endParaRPr>
          </a:p>
          <a:p>
            <a:pPr lvl="1"/>
            <a:r>
              <a:rPr lang="nl-NL" dirty="0">
                <a:solidFill>
                  <a:schemeClr val="bg1"/>
                </a:solidFill>
              </a:rPr>
              <a:t>Class =&gt; </a:t>
            </a:r>
            <a:r>
              <a:rPr lang="nl-NL" dirty="0" err="1">
                <a:solidFill>
                  <a:schemeClr val="bg1"/>
                </a:solidFill>
              </a:rPr>
              <a:t>null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3190673" y="2816752"/>
            <a:ext cx="2905328" cy="821393"/>
          </a:xfrm>
          <a:prstGeom prst="wedgeRoundRectCallout">
            <a:avLst>
              <a:gd name="adj1" fmla="val -62748"/>
              <a:gd name="adj2" fmla="val -12284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Default waarde van een class type is </a:t>
            </a:r>
            <a:r>
              <a:rPr lang="nl-NL" dirty="0" err="1"/>
              <a:t>null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C8460-0FA9-3BBA-9866-B811685B1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1" y="4134054"/>
            <a:ext cx="3400425" cy="447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08CF8A-860B-0EC3-2643-748AF75DD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630" y="1752397"/>
            <a:ext cx="5267325" cy="523875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E298D045-DFF2-B4BF-26D1-4A9413192607}"/>
              </a:ext>
            </a:extLst>
          </p:cNvPr>
          <p:cNvSpPr/>
          <p:nvPr/>
        </p:nvSpPr>
        <p:spPr>
          <a:xfrm>
            <a:off x="1397541" y="5077638"/>
            <a:ext cx="2905328" cy="821393"/>
          </a:xfrm>
          <a:prstGeom prst="wedgeRoundRectCallout">
            <a:avLst>
              <a:gd name="adj1" fmla="val -43998"/>
              <a:gd name="adj2" fmla="val -11811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Deze is dus nu </a:t>
            </a:r>
            <a:r>
              <a:rPr lang="nl-NL" dirty="0" err="1"/>
              <a:t>null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060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Meteen vullen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Je kan een array meteen vullen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Staan deze waardes nu vast?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Je kan ze later overschrijven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3000173" y="1542762"/>
            <a:ext cx="2905328" cy="821393"/>
          </a:xfrm>
          <a:prstGeom prst="wedgeRoundRectCallout">
            <a:avLst>
              <a:gd name="adj1" fmla="val 11917"/>
              <a:gd name="adj2" fmla="val 17085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Waardes tussen {}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C8460-0FA9-3BBA-9866-B811685B1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73" y="5599701"/>
            <a:ext cx="3400425" cy="447675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E298D045-DFF2-B4BF-26D1-4A9413192607}"/>
              </a:ext>
            </a:extLst>
          </p:cNvPr>
          <p:cNvSpPr/>
          <p:nvPr/>
        </p:nvSpPr>
        <p:spPr>
          <a:xfrm>
            <a:off x="1738009" y="4307871"/>
            <a:ext cx="2905328" cy="821393"/>
          </a:xfrm>
          <a:prstGeom prst="wedgeRoundRectCallout">
            <a:avLst>
              <a:gd name="adj1" fmla="val 4551"/>
              <a:gd name="adj2" fmla="val -132321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Geen grote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2D731C-F1A3-824D-A678-A771CFB25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3" y="3379246"/>
            <a:ext cx="62865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4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B8E133-BA8D-2301-A43D-61F028C12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3" y="2303884"/>
            <a:ext cx="5267325" cy="5238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Vaste grote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Toevoegen?</a:t>
            </a:r>
          </a:p>
          <a:p>
            <a:r>
              <a:rPr lang="nl-NL" dirty="0">
                <a:solidFill>
                  <a:schemeClr val="bg1"/>
                </a:solidFill>
              </a:rPr>
              <a:t>Verwijderen?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Niet echt daar is de list voor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Anders dan python + javascript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Zelfde als c, c++, </a:t>
            </a:r>
            <a:r>
              <a:rPr lang="nl-NL" dirty="0" err="1">
                <a:solidFill>
                  <a:schemeClr val="bg1"/>
                </a:solidFill>
              </a:rPr>
              <a:t>java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2952595" y="689823"/>
            <a:ext cx="2905328" cy="821393"/>
          </a:xfrm>
          <a:prstGeom prst="wedgeRoundRectCallout">
            <a:avLst>
              <a:gd name="adj1" fmla="val -41874"/>
              <a:gd name="adj2" fmla="val 13847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Altijd 10</a:t>
            </a:r>
          </a:p>
        </p:txBody>
      </p:sp>
    </p:spTree>
    <p:extLst>
      <p:ext uri="{BB962C8B-B14F-4D97-AF65-F5344CB8AC3E}">
        <p14:creationId xmlns:p14="http://schemas.microsoft.com/office/powerpoint/2010/main" val="224695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B8E133-BA8D-2301-A43D-61F028C12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3" y="2303884"/>
            <a:ext cx="5267325" cy="5238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Groter maken?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Kopiëren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Bestaan hulp functions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Performance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2952595" y="689823"/>
            <a:ext cx="2905328" cy="821393"/>
          </a:xfrm>
          <a:prstGeom prst="wedgeRoundRectCallout">
            <a:avLst>
              <a:gd name="adj1" fmla="val -41874"/>
              <a:gd name="adj2" fmla="val 13847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Altijd 10</a:t>
            </a:r>
          </a:p>
        </p:txBody>
      </p:sp>
    </p:spTree>
    <p:extLst>
      <p:ext uri="{BB962C8B-B14F-4D97-AF65-F5344CB8AC3E}">
        <p14:creationId xmlns:p14="http://schemas.microsoft.com/office/powerpoint/2010/main" val="406766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362850-9996-C81E-A331-6B04196A1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2" y="1724025"/>
            <a:ext cx="4118274" cy="30973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Welke type?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Type staat voor de [];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Wat je dan hebt is een </a:t>
            </a:r>
            <a:r>
              <a:rPr lang="nl-NL" dirty="0" err="1">
                <a:solidFill>
                  <a:schemeClr val="bg1"/>
                </a:solidFill>
              </a:rPr>
              <a:t>variable</a:t>
            </a:r>
            <a:r>
              <a:rPr lang="nl-NL" dirty="0">
                <a:solidFill>
                  <a:schemeClr val="bg1"/>
                </a:solidFill>
              </a:rPr>
              <a:t> met het type Array van X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Bv int[]</a:t>
            </a:r>
          </a:p>
          <a:p>
            <a:pPr lvl="1"/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Met daarin objecten van het type int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2591824" y="209663"/>
            <a:ext cx="2445523" cy="1038864"/>
          </a:xfrm>
          <a:prstGeom prst="wedgeRoundRectCallout">
            <a:avLst>
              <a:gd name="adj1" fmla="val -86636"/>
              <a:gd name="adj2" fmla="val 9561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Array met een aantal int objecten erin 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0149FEC8-C239-16F1-D7A6-BB681F8E9664}"/>
              </a:ext>
            </a:extLst>
          </p:cNvPr>
          <p:cNvSpPr/>
          <p:nvPr/>
        </p:nvSpPr>
        <p:spPr>
          <a:xfrm>
            <a:off x="2344113" y="5609473"/>
            <a:ext cx="2445523" cy="1038864"/>
          </a:xfrm>
          <a:prstGeom prst="wedgeRoundRectCallout">
            <a:avLst>
              <a:gd name="adj1" fmla="val -73733"/>
              <a:gd name="adj2" fmla="val -13641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Array met een aantal Program objecten erin </a:t>
            </a:r>
          </a:p>
        </p:txBody>
      </p:sp>
    </p:spTree>
    <p:extLst>
      <p:ext uri="{BB962C8B-B14F-4D97-AF65-F5344CB8AC3E}">
        <p14:creationId xmlns:p14="http://schemas.microsoft.com/office/powerpoint/2010/main" val="260899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Array in Array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2d arrays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Een array waarin arrays zitten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41BAA7-33DE-98A3-9345-DBDF8E499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19" y="3072345"/>
            <a:ext cx="5332581" cy="3618928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533DC6A-3131-1322-E4AF-A2877843F137}"/>
              </a:ext>
            </a:extLst>
          </p:cNvPr>
          <p:cNvSpPr/>
          <p:nvPr/>
        </p:nvSpPr>
        <p:spPr>
          <a:xfrm>
            <a:off x="4358403" y="1334533"/>
            <a:ext cx="1964163" cy="704623"/>
          </a:xfrm>
          <a:prstGeom prst="wedgeRoundRectCallout">
            <a:avLst>
              <a:gd name="adj1" fmla="val -25840"/>
              <a:gd name="adj2" fmla="val 221702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 err="1"/>
              <a:t>Tile</a:t>
            </a:r>
            <a:r>
              <a:rPr lang="nl-NL" dirty="0"/>
              <a:t> rij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6FCCAD-4288-5171-2E8E-5A7D80737719}"/>
              </a:ext>
            </a:extLst>
          </p:cNvPr>
          <p:cNvCxnSpPr/>
          <p:nvPr/>
        </p:nvCxnSpPr>
        <p:spPr>
          <a:xfrm>
            <a:off x="481620" y="3287949"/>
            <a:ext cx="48588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8C2E15E0-CC3B-F7FF-5E88-BFF81207E903}"/>
              </a:ext>
            </a:extLst>
          </p:cNvPr>
          <p:cNvSpPr/>
          <p:nvPr/>
        </p:nvSpPr>
        <p:spPr>
          <a:xfrm>
            <a:off x="189105" y="2905618"/>
            <a:ext cx="190274" cy="3864831"/>
          </a:xfrm>
          <a:prstGeom prst="leftBracket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424AB30F-4196-6FAC-4413-9DF546EE3A5D}"/>
              </a:ext>
            </a:extLst>
          </p:cNvPr>
          <p:cNvSpPr/>
          <p:nvPr/>
        </p:nvSpPr>
        <p:spPr>
          <a:xfrm>
            <a:off x="1274051" y="1571649"/>
            <a:ext cx="1964163" cy="704623"/>
          </a:xfrm>
          <a:prstGeom prst="wedgeRoundRectCallout">
            <a:avLst>
              <a:gd name="adj1" fmla="val -95671"/>
              <a:gd name="adj2" fmla="val 13887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Array van </a:t>
            </a:r>
            <a:r>
              <a:rPr lang="nl-NL" dirty="0" err="1"/>
              <a:t>Tile</a:t>
            </a:r>
            <a:r>
              <a:rPr lang="nl-NL" dirty="0"/>
              <a:t> rijen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25A144-338E-EA91-5D6F-B4E2B59BE474}"/>
              </a:ext>
            </a:extLst>
          </p:cNvPr>
          <p:cNvCxnSpPr/>
          <p:nvPr/>
        </p:nvCxnSpPr>
        <p:spPr>
          <a:xfrm>
            <a:off x="481620" y="3683540"/>
            <a:ext cx="48588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514DEB-3A29-EABE-D725-B0739155CC2C}"/>
              </a:ext>
            </a:extLst>
          </p:cNvPr>
          <p:cNvCxnSpPr/>
          <p:nvPr/>
        </p:nvCxnSpPr>
        <p:spPr>
          <a:xfrm>
            <a:off x="481619" y="3994826"/>
            <a:ext cx="485886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331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2d Arrays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D8F252-1440-3448-BBD8-621D214D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7218"/>
            <a:ext cx="6321418" cy="2295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D3FC71-A139-0095-24CF-5A564CBDA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23" y="3169621"/>
            <a:ext cx="5332581" cy="36189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47DA-5C72-E2AB-8B2D-72BEA71BC874}"/>
              </a:ext>
            </a:extLst>
          </p:cNvPr>
          <p:cNvSpPr txBox="1">
            <a:spLocks/>
          </p:cNvSpPr>
          <p:nvPr/>
        </p:nvSpPr>
        <p:spPr>
          <a:xfrm>
            <a:off x="6451998" y="233367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Kan ook in een 1d array, maar dan is het lastiger rekenen met x, y </a:t>
            </a:r>
            <a:r>
              <a:rPr lang="nl-NL" dirty="0" err="1">
                <a:solidFill>
                  <a:schemeClr val="bg1"/>
                </a:solidFill>
              </a:rPr>
              <a:t>coordinaten</a:t>
            </a:r>
            <a:endParaRPr lang="nl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63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8C88E-E97D-510B-36D1-123B6AA1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F8BB-B95D-E5E4-8ED2-382E9F05B2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demo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8BB7B1-D5FE-A7E0-E45E-9BDBD8B02B9D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3DE7-95F7-6F30-AFA9-09FDD6636783}"/>
              </a:ext>
            </a:extLst>
          </p:cNvPr>
          <p:cNvSpPr txBox="1">
            <a:spLocks/>
          </p:cNvSpPr>
          <p:nvPr/>
        </p:nvSpPr>
        <p:spPr>
          <a:xfrm>
            <a:off x="6451998" y="233367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Array maken</a:t>
            </a:r>
          </a:p>
          <a:p>
            <a:r>
              <a:rPr lang="nl-NL" dirty="0">
                <a:solidFill>
                  <a:schemeClr val="bg1"/>
                </a:solidFill>
              </a:rPr>
              <a:t>Tonen</a:t>
            </a:r>
          </a:p>
          <a:p>
            <a:r>
              <a:rPr lang="nl-NL" dirty="0">
                <a:solidFill>
                  <a:schemeClr val="bg1"/>
                </a:solidFill>
              </a:rPr>
              <a:t>1 pakken</a:t>
            </a:r>
          </a:p>
        </p:txBody>
      </p:sp>
    </p:spTree>
    <p:extLst>
      <p:ext uri="{BB962C8B-B14F-4D97-AF65-F5344CB8AC3E}">
        <p14:creationId xmlns:p14="http://schemas.microsoft.com/office/powerpoint/2010/main" val="27544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Arrays opdrachten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Extra opdrachten:</a:t>
            </a:r>
          </a:p>
          <a:p>
            <a:r>
              <a:rPr lang="nl-NL" sz="1200" dirty="0">
                <a:solidFill>
                  <a:schemeClr val="bg1"/>
                </a:solidFill>
                <a:hlinkClick r:id="rId2"/>
              </a:rPr>
              <a:t>https://github.com/progsen/cs1_opdrachten_md/blob/main/arrays.MD</a:t>
            </a:r>
            <a:endParaRPr lang="nl-NL" sz="1200" dirty="0">
              <a:solidFill>
                <a:schemeClr val="bg1"/>
              </a:solidFill>
            </a:endParaRPr>
          </a:p>
          <a:p>
            <a:endParaRPr lang="nl-NL" sz="1200" dirty="0">
              <a:solidFill>
                <a:schemeClr val="bg1"/>
              </a:solidFill>
            </a:endParaRPr>
          </a:p>
          <a:p>
            <a:r>
              <a:rPr lang="nl-NL" sz="2000" dirty="0">
                <a:solidFill>
                  <a:schemeClr val="bg1"/>
                </a:solidFill>
              </a:rPr>
              <a:t>Extra uitdagingen (te makkelijk):</a:t>
            </a:r>
          </a:p>
          <a:p>
            <a:pPr lvl="1"/>
            <a:r>
              <a:rPr lang="nl-NL" sz="1100" dirty="0">
                <a:solidFill>
                  <a:schemeClr val="bg1"/>
                </a:solidFill>
              </a:rPr>
              <a:t>Bespreek even met mij</a:t>
            </a:r>
            <a:endParaRPr lang="nl-NL" sz="2000" dirty="0">
              <a:solidFill>
                <a:schemeClr val="bg1"/>
              </a:solidFill>
              <a:hlinkClick r:id="rId3"/>
            </a:endParaRPr>
          </a:p>
          <a:p>
            <a:r>
              <a:rPr lang="nl-NL" sz="1200" dirty="0">
                <a:solidFill>
                  <a:schemeClr val="bg1"/>
                </a:solidFill>
                <a:hlinkClick r:id="rId3"/>
              </a:rPr>
              <a:t>https://github.com/progsen/M1_advanced_prog</a:t>
            </a:r>
            <a:endParaRPr lang="nl-NL" sz="1200" dirty="0">
              <a:solidFill>
                <a:schemeClr val="bg1"/>
              </a:solidFill>
            </a:endParaRPr>
          </a:p>
          <a:p>
            <a:endParaRPr lang="nl-NL" sz="1200" dirty="0">
              <a:solidFill>
                <a:schemeClr val="bg1"/>
              </a:solidFill>
            </a:endParaRPr>
          </a:p>
          <a:p>
            <a:endParaRPr lang="nl-NL" sz="12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4E84FB-8E3C-2FEE-37BC-1A941659F10D}"/>
              </a:ext>
            </a:extLst>
          </p:cNvPr>
          <p:cNvSpPr/>
          <p:nvPr/>
        </p:nvSpPr>
        <p:spPr>
          <a:xfrm>
            <a:off x="3762171" y="6001501"/>
            <a:ext cx="5048656" cy="66148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https://github.com/progsen/M1Prog_cs1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38C448-DE18-0ABA-0961-E38A32B22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377" y="821994"/>
            <a:ext cx="4909542" cy="45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Een nieuw document maken." ma:contentTypeScope="" ma:versionID="3d0061fecda426af0c63257c117972de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a1c3229eba3970e43164a8226b8f4ea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Props1.xml><?xml version="1.0" encoding="utf-8"?>
<ds:datastoreItem xmlns:ds="http://schemas.openxmlformats.org/officeDocument/2006/customXml" ds:itemID="{6E4850F1-1B0F-4426-ADAE-451BFFC2E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29BF2C-6A79-4AA0-8BD6-9C1F3616C6B4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21a472d8-78c9-45f4-9082-168fbe4ab418"/>
    <ds:schemaRef ds:uri="2780dc34-1d7f-463b-804b-51e41c5c48a8"/>
    <ds:schemaRef ds:uri="23f2e982-2831-4f7d-9473-a432dcec5614"/>
    <ds:schemaRef ds:uri="49d84152-0706-4d6e-be72-eb152f539130"/>
    <ds:schemaRef ds:uri="92411348-3950-478e-aa07-b25ef9e2ab6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2137</TotalTime>
  <Words>381</Words>
  <Application>Microsoft Office PowerPoint</Application>
  <PresentationFormat>Widescreen</PresentationFormat>
  <Paragraphs>117</Paragraphs>
  <Slides>14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C#: Arrays </vt:lpstr>
      <vt:lpstr>Voor games?</vt:lpstr>
      <vt:lpstr>Voor web?</vt:lpstr>
      <vt:lpstr>Lijstjes &amp;  collecties</vt:lpstr>
      <vt:lpstr>1 uit de array pakken</vt:lpstr>
      <vt:lpstr>Default waarde</vt:lpstr>
      <vt:lpstr>Meteen vullen</vt:lpstr>
      <vt:lpstr>Vaste grote</vt:lpstr>
      <vt:lpstr>Groter maken?</vt:lpstr>
      <vt:lpstr>Welke type?</vt:lpstr>
      <vt:lpstr>Array in Array</vt:lpstr>
      <vt:lpstr>2d Arrays</vt:lpstr>
      <vt:lpstr>demo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40</cp:revision>
  <dcterms:created xsi:type="dcterms:W3CDTF">2021-12-21T06:53:17Z</dcterms:created>
  <dcterms:modified xsi:type="dcterms:W3CDTF">2025-10-09T07:33:01Z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