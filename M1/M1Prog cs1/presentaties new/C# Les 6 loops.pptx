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12"/>
  </p:notesMasterIdLst>
  <p:sldIdLst>
    <p:sldId id="256" r:id="rId5"/>
    <p:sldId id="303" r:id="rId6"/>
    <p:sldId id="302" r:id="rId7"/>
    <p:sldId id="304" r:id="rId8"/>
    <p:sldId id="306" r:id="rId9"/>
    <p:sldId id="305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6FD946-7317-48B8-9BB5-9FAED75EAF99}" v="1" dt="2024-10-14T06:39:11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86" autoAdjust="0"/>
  </p:normalViewPr>
  <p:slideViewPr>
    <p:cSldViewPr snapToGrid="0">
      <p:cViewPr varScale="1">
        <p:scale>
          <a:sx n="81" d="100"/>
          <a:sy n="81" d="100"/>
        </p:scale>
        <p:origin x="96" y="4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C1E6804D-DF4F-4656-BAD5-1DD031EF3504}"/>
    <pc:docChg chg="undo custSel addSld delSld modSld">
      <pc:chgData name="Dragan Javorac" userId="913c2858-fb97-4c6e-a42c-b1f1a16b225e" providerId="ADAL" clId="{C1E6804D-DF4F-4656-BAD5-1DD031EF3504}" dt="2023-03-16T10:22:11.158" v="617" actId="1076"/>
      <pc:docMkLst>
        <pc:docMk/>
      </pc:docMkLst>
      <pc:sldChg chg="addSp delSp modSp add del mod">
        <pc:chgData name="Dragan Javorac" userId="913c2858-fb97-4c6e-a42c-b1f1a16b225e" providerId="ADAL" clId="{C1E6804D-DF4F-4656-BAD5-1DD031EF3504}" dt="2023-03-16T10:21:01.865" v="535" actId="14100"/>
        <pc:sldMkLst>
          <pc:docMk/>
          <pc:sldMk cId="2608997507" sldId="300"/>
        </pc:sldMkLst>
        <pc:spChg chg="mod">
          <ac:chgData name="Dragan Javorac" userId="913c2858-fb97-4c6e-a42c-b1f1a16b225e" providerId="ADAL" clId="{C1E6804D-DF4F-4656-BAD5-1DD031EF3504}" dt="2023-03-16T10:19:59.446" v="451" actId="20577"/>
          <ac:spMkLst>
            <pc:docMk/>
            <pc:sldMk cId="2608997507" sldId="300"/>
            <ac:spMk id="4" creationId="{02F6EA06-1376-2EBC-EDBD-6F27D35F4138}"/>
          </ac:spMkLst>
        </pc:spChg>
        <pc:spChg chg="mod">
          <ac:chgData name="Dragan Javorac" userId="913c2858-fb97-4c6e-a42c-b1f1a16b225e" providerId="ADAL" clId="{C1E6804D-DF4F-4656-BAD5-1DD031EF3504}" dt="2023-03-16T10:21:01.865" v="535" actId="14100"/>
          <ac:spMkLst>
            <pc:docMk/>
            <pc:sldMk cId="2608997507" sldId="300"/>
            <ac:spMk id="7" creationId="{964A6B93-7E44-33FD-C945-BFC0DFE923E7}"/>
          </ac:spMkLst>
        </pc:spChg>
        <pc:spChg chg="add mod">
          <ac:chgData name="Dragan Javorac" userId="913c2858-fb97-4c6e-a42c-b1f1a16b225e" providerId="ADAL" clId="{C1E6804D-DF4F-4656-BAD5-1DD031EF3504}" dt="2023-03-16T10:20:52.539" v="518" actId="20577"/>
          <ac:spMkLst>
            <pc:docMk/>
            <pc:sldMk cId="2608997507" sldId="300"/>
            <ac:spMk id="10" creationId="{0149FEC8-C239-16F1-D7A6-BB681F8E9664}"/>
          </ac:spMkLst>
        </pc:spChg>
        <pc:picChg chg="del">
          <ac:chgData name="Dragan Javorac" userId="913c2858-fb97-4c6e-a42c-b1f1a16b225e" providerId="ADAL" clId="{C1E6804D-DF4F-4656-BAD5-1DD031EF3504}" dt="2023-03-16T10:18:21.986" v="276" actId="478"/>
          <ac:picMkLst>
            <pc:docMk/>
            <pc:sldMk cId="2608997507" sldId="300"/>
            <ac:picMk id="5" creationId="{3A126408-8365-876E-081A-D46E6E3B3E09}"/>
          </ac:picMkLst>
        </pc:picChg>
        <pc:picChg chg="add mod ord">
          <ac:chgData name="Dragan Javorac" userId="913c2858-fb97-4c6e-a42c-b1f1a16b225e" providerId="ADAL" clId="{C1E6804D-DF4F-4656-BAD5-1DD031EF3504}" dt="2023-03-16T10:18:30.148" v="281" actId="167"/>
          <ac:picMkLst>
            <pc:docMk/>
            <pc:sldMk cId="2608997507" sldId="300"/>
            <ac:picMk id="6" creationId="{9C362850-9996-C81E-A331-6B04196A1456}"/>
          </ac:picMkLst>
        </pc:picChg>
        <pc:picChg chg="add del">
          <ac:chgData name="Dragan Javorac" userId="913c2858-fb97-4c6e-a42c-b1f1a16b225e" providerId="ADAL" clId="{C1E6804D-DF4F-4656-BAD5-1DD031EF3504}" dt="2023-03-16T10:20:15.803" v="475" actId="22"/>
          <ac:picMkLst>
            <pc:docMk/>
            <pc:sldMk cId="2608997507" sldId="300"/>
            <ac:picMk id="9" creationId="{896EB88E-708E-716D-C2F5-E405DA283F95}"/>
          </ac:picMkLst>
        </pc:picChg>
      </pc:sldChg>
      <pc:sldChg chg="addSp modSp mod">
        <pc:chgData name="Dragan Javorac" userId="913c2858-fb97-4c6e-a42c-b1f1a16b225e" providerId="ADAL" clId="{C1E6804D-DF4F-4656-BAD5-1DD031EF3504}" dt="2023-03-16T10:22:11.158" v="617" actId="1076"/>
        <pc:sldMkLst>
          <pc:docMk/>
          <pc:sldMk cId="3178634869" sldId="302"/>
        </pc:sldMkLst>
        <pc:spChg chg="add mod">
          <ac:chgData name="Dragan Javorac" userId="913c2858-fb97-4c6e-a42c-b1f1a16b225e" providerId="ADAL" clId="{C1E6804D-DF4F-4656-BAD5-1DD031EF3504}" dt="2023-03-16T10:22:11.158" v="617" actId="1076"/>
          <ac:spMkLst>
            <pc:docMk/>
            <pc:sldMk cId="3178634869" sldId="302"/>
            <ac:spMk id="3" creationId="{65EA47DA-5C72-E2AB-8B2D-72BEA71BC874}"/>
          </ac:spMkLst>
        </pc:spChg>
      </pc:sldChg>
      <pc:sldChg chg="addSp delSp modSp add mod">
        <pc:chgData name="Dragan Javorac" userId="913c2858-fb97-4c6e-a42c-b1f1a16b225e" providerId="ADAL" clId="{C1E6804D-DF4F-4656-BAD5-1DD031EF3504}" dt="2023-03-16T10:15:36.666" v="185" actId="478"/>
        <pc:sldMkLst>
          <pc:docMk/>
          <pc:sldMk cId="2246955678" sldId="306"/>
        </pc:sldMkLst>
        <pc:spChg chg="mod">
          <ac:chgData name="Dragan Javorac" userId="913c2858-fb97-4c6e-a42c-b1f1a16b225e" providerId="ADAL" clId="{C1E6804D-DF4F-4656-BAD5-1DD031EF3504}" dt="2023-03-16T10:14:52.769" v="94" actId="20577"/>
          <ac:spMkLst>
            <pc:docMk/>
            <pc:sldMk cId="2246955678" sldId="306"/>
            <ac:spMk id="2" creationId="{BF6A0D3E-CB9B-4182-95CD-8F3C11B52915}"/>
          </ac:spMkLst>
        </pc:spChg>
        <pc:spChg chg="del">
          <ac:chgData name="Dragan Javorac" userId="913c2858-fb97-4c6e-a42c-b1f1a16b225e" providerId="ADAL" clId="{C1E6804D-DF4F-4656-BAD5-1DD031EF3504}" dt="2023-03-16T10:15:36.134" v="184" actId="478"/>
          <ac:spMkLst>
            <pc:docMk/>
            <pc:sldMk cId="2246955678" sldId="306"/>
            <ac:spMk id="3" creationId="{E298D045-DFF2-B4BF-26D1-4A9413192607}"/>
          </ac:spMkLst>
        </pc:spChg>
        <pc:spChg chg="mod">
          <ac:chgData name="Dragan Javorac" userId="913c2858-fb97-4c6e-a42c-b1f1a16b225e" providerId="ADAL" clId="{C1E6804D-DF4F-4656-BAD5-1DD031EF3504}" dt="2023-03-16T10:15:16.204" v="168" actId="20577"/>
          <ac:spMkLst>
            <pc:docMk/>
            <pc:sldMk cId="2246955678" sldId="306"/>
            <ac:spMk id="4" creationId="{02F6EA06-1376-2EBC-EDBD-6F27D35F4138}"/>
          </ac:spMkLst>
        </pc:spChg>
        <pc:spChg chg="mod">
          <ac:chgData name="Dragan Javorac" userId="913c2858-fb97-4c6e-a42c-b1f1a16b225e" providerId="ADAL" clId="{C1E6804D-DF4F-4656-BAD5-1DD031EF3504}" dt="2023-03-16T10:15:33.785" v="182" actId="20577"/>
          <ac:spMkLst>
            <pc:docMk/>
            <pc:sldMk cId="2246955678" sldId="306"/>
            <ac:spMk id="7" creationId="{964A6B93-7E44-33FD-C945-BFC0DFE923E7}"/>
          </ac:spMkLst>
        </pc:spChg>
        <pc:picChg chg="add mod ord">
          <ac:chgData name="Dragan Javorac" userId="913c2858-fb97-4c6e-a42c-b1f1a16b225e" providerId="ADAL" clId="{C1E6804D-DF4F-4656-BAD5-1DD031EF3504}" dt="2023-03-16T10:15:31.289" v="173" actId="167"/>
          <ac:picMkLst>
            <pc:docMk/>
            <pc:sldMk cId="2246955678" sldId="306"/>
            <ac:picMk id="5" creationId="{98B8E133-BA8D-2301-A43D-61F028C12536}"/>
          </ac:picMkLst>
        </pc:picChg>
        <pc:picChg chg="del">
          <ac:chgData name="Dragan Javorac" userId="913c2858-fb97-4c6e-a42c-b1f1a16b225e" providerId="ADAL" clId="{C1E6804D-DF4F-4656-BAD5-1DD031EF3504}" dt="2023-03-16T10:15:35.569" v="183" actId="478"/>
          <ac:picMkLst>
            <pc:docMk/>
            <pc:sldMk cId="2246955678" sldId="306"/>
            <ac:picMk id="6" creationId="{0E2D731C-F1A3-824D-A678-A771CFB25473}"/>
          </ac:picMkLst>
        </pc:picChg>
        <pc:picChg chg="del">
          <ac:chgData name="Dragan Javorac" userId="913c2858-fb97-4c6e-a42c-b1f1a16b225e" providerId="ADAL" clId="{C1E6804D-DF4F-4656-BAD5-1DD031EF3504}" dt="2023-03-16T10:15:36.666" v="185" actId="478"/>
          <ac:picMkLst>
            <pc:docMk/>
            <pc:sldMk cId="2246955678" sldId="306"/>
            <ac:picMk id="9" creationId="{7EBC8460-0FA9-3BBA-9866-B811685B11BC}"/>
          </ac:picMkLst>
        </pc:picChg>
      </pc:sldChg>
      <pc:sldChg chg="addSp delSp modSp add mod">
        <pc:chgData name="Dragan Javorac" userId="913c2858-fb97-4c6e-a42c-b1f1a16b225e" providerId="ADAL" clId="{C1E6804D-DF4F-4656-BAD5-1DD031EF3504}" dt="2023-03-16T10:17:30.582" v="275" actId="20577"/>
        <pc:sldMkLst>
          <pc:docMk/>
          <pc:sldMk cId="4067666429" sldId="307"/>
        </pc:sldMkLst>
        <pc:spChg chg="mod">
          <ac:chgData name="Dragan Javorac" userId="913c2858-fb97-4c6e-a42c-b1f1a16b225e" providerId="ADAL" clId="{C1E6804D-DF4F-4656-BAD5-1DD031EF3504}" dt="2023-03-16T10:15:42.723" v="199" actId="20577"/>
          <ac:spMkLst>
            <pc:docMk/>
            <pc:sldMk cId="4067666429" sldId="307"/>
            <ac:spMk id="2" creationId="{BF6A0D3E-CB9B-4182-95CD-8F3C11B52915}"/>
          </ac:spMkLst>
        </pc:spChg>
        <pc:spChg chg="add del">
          <ac:chgData name="Dragan Javorac" userId="913c2858-fb97-4c6e-a42c-b1f1a16b225e" providerId="ADAL" clId="{C1E6804D-DF4F-4656-BAD5-1DD031EF3504}" dt="2023-03-16T10:16:33.289" v="210"/>
          <ac:spMkLst>
            <pc:docMk/>
            <pc:sldMk cId="4067666429" sldId="307"/>
            <ac:spMk id="3" creationId="{E4C7B74F-9E01-F904-8A3A-F3D2EF0719B1}"/>
          </ac:spMkLst>
        </pc:spChg>
        <pc:spChg chg="mod">
          <ac:chgData name="Dragan Javorac" userId="913c2858-fb97-4c6e-a42c-b1f1a16b225e" providerId="ADAL" clId="{C1E6804D-DF4F-4656-BAD5-1DD031EF3504}" dt="2023-03-16T10:17:30.582" v="275" actId="20577"/>
          <ac:spMkLst>
            <pc:docMk/>
            <pc:sldMk cId="4067666429" sldId="307"/>
            <ac:spMk id="4" creationId="{02F6EA06-1376-2EBC-EDBD-6F27D35F4138}"/>
          </ac:spMkLst>
        </pc:spChg>
        <pc:spChg chg="add del">
          <ac:chgData name="Dragan Javorac" userId="913c2858-fb97-4c6e-a42c-b1f1a16b225e" providerId="ADAL" clId="{C1E6804D-DF4F-4656-BAD5-1DD031EF3504}" dt="2023-03-16T10:16:38.378" v="215"/>
          <ac:spMkLst>
            <pc:docMk/>
            <pc:sldMk cId="4067666429" sldId="307"/>
            <ac:spMk id="6" creationId="{979F3A33-588F-8984-C40A-92A43098C8D6}"/>
          </ac:spMkLst>
        </pc:spChg>
        <pc:picChg chg="add del mod">
          <ac:chgData name="Dragan Javorac" userId="913c2858-fb97-4c6e-a42c-b1f1a16b225e" providerId="ADAL" clId="{C1E6804D-DF4F-4656-BAD5-1DD031EF3504}" dt="2023-03-16T10:17:20.117" v="253" actId="478"/>
          <ac:picMkLst>
            <pc:docMk/>
            <pc:sldMk cId="4067666429" sldId="307"/>
            <ac:picMk id="9" creationId="{301007F0-9209-60A9-37C3-DF4E334CF536}"/>
          </ac:picMkLst>
        </pc:picChg>
      </pc:sldChg>
    </pc:docChg>
  </pc:docChgLst>
  <pc:docChgLst>
    <pc:chgData name="Dragan Javorac" userId="913c2858-fb97-4c6e-a42c-b1f1a16b225e" providerId="ADAL" clId="{7D4F4E1E-D66D-47BF-BBC3-794CB1405628}"/>
    <pc:docChg chg="undo custSel addSld delSld modSld sldOrd">
      <pc:chgData name="Dragan Javorac" userId="913c2858-fb97-4c6e-a42c-b1f1a16b225e" providerId="ADAL" clId="{7D4F4E1E-D66D-47BF-BBC3-794CB1405628}" dt="2023-03-13T15:47:29.855" v="1188" actId="1076"/>
      <pc:docMkLst>
        <pc:docMk/>
      </pc:docMkLst>
      <pc:sldChg chg="modSp mod">
        <pc:chgData name="Dragan Javorac" userId="913c2858-fb97-4c6e-a42c-b1f1a16b225e" providerId="ADAL" clId="{7D4F4E1E-D66D-47BF-BBC3-794CB1405628}" dt="2023-03-13T13:20:18.199" v="34" actId="20577"/>
        <pc:sldMkLst>
          <pc:docMk/>
          <pc:sldMk cId="1190764141" sldId="256"/>
        </pc:sldMkLst>
        <pc:spChg chg="mod">
          <ac:chgData name="Dragan Javorac" userId="913c2858-fb97-4c6e-a42c-b1f1a16b225e" providerId="ADAL" clId="{7D4F4E1E-D66D-47BF-BBC3-794CB1405628}" dt="2023-03-13T13:20:18.199" v="34" actId="20577"/>
          <ac:spMkLst>
            <pc:docMk/>
            <pc:sldMk cId="1190764141" sldId="256"/>
            <ac:spMk id="2" creationId="{BF6A0D3E-CB9B-4182-95CD-8F3C11B52915}"/>
          </ac:spMkLst>
        </pc:spChg>
      </pc:sldChg>
      <pc:sldChg chg="addSp delSp modSp mod">
        <pc:chgData name="Dragan Javorac" userId="913c2858-fb97-4c6e-a42c-b1f1a16b225e" providerId="ADAL" clId="{7D4F4E1E-D66D-47BF-BBC3-794CB1405628}" dt="2023-03-13T13:20:41.173" v="36" actId="732"/>
        <pc:sldMkLst>
          <pc:docMk/>
          <pc:sldMk cId="698492982" sldId="279"/>
        </pc:sldMkLst>
        <pc:spChg chg="mod">
          <ac:chgData name="Dragan Javorac" userId="913c2858-fb97-4c6e-a42c-b1f1a16b225e" providerId="ADAL" clId="{7D4F4E1E-D66D-47BF-BBC3-794CB1405628}" dt="2023-03-13T13:20:07.716" v="27" actId="6549"/>
          <ac:spMkLst>
            <pc:docMk/>
            <pc:sldMk cId="698492982" sldId="279"/>
            <ac:spMk id="8" creationId="{29D1AE08-4CFC-4D37-A07F-A71AE2EA570E}"/>
          </ac:spMkLst>
        </pc:spChg>
        <pc:picChg chg="del">
          <ac:chgData name="Dragan Javorac" userId="913c2858-fb97-4c6e-a42c-b1f1a16b225e" providerId="ADAL" clId="{7D4F4E1E-D66D-47BF-BBC3-794CB1405628}" dt="2023-03-13T13:18:20.288" v="0" actId="478"/>
          <ac:picMkLst>
            <pc:docMk/>
            <pc:sldMk cId="698492982" sldId="279"/>
            <ac:picMk id="5" creationId="{598EC65D-3832-F90A-BCA1-839F3E516EE6}"/>
          </ac:picMkLst>
        </pc:picChg>
        <pc:picChg chg="add mod modCrop">
          <ac:chgData name="Dragan Javorac" userId="913c2858-fb97-4c6e-a42c-b1f1a16b225e" providerId="ADAL" clId="{7D4F4E1E-D66D-47BF-BBC3-794CB1405628}" dt="2023-03-13T13:20:41.173" v="36" actId="732"/>
          <ac:picMkLst>
            <pc:docMk/>
            <pc:sldMk cId="698492982" sldId="279"/>
            <ac:picMk id="6" creationId="{8F3E787B-BF4B-C2C2-2C5A-2A26E66F428F}"/>
          </ac:picMkLst>
        </pc:picChg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3410521601" sldId="291"/>
        </pc:sldMkLst>
      </pc:sldChg>
      <pc:sldChg chg="del">
        <pc:chgData name="Dragan Javorac" userId="913c2858-fb97-4c6e-a42c-b1f1a16b225e" providerId="ADAL" clId="{7D4F4E1E-D66D-47BF-BBC3-794CB1405628}" dt="2023-03-13T13:20:15.022" v="28" actId="47"/>
        <pc:sldMkLst>
          <pc:docMk/>
          <pc:sldMk cId="3148633127" sldId="292"/>
        </pc:sldMkLst>
      </pc:sldChg>
      <pc:sldChg chg="del">
        <pc:chgData name="Dragan Javorac" userId="913c2858-fb97-4c6e-a42c-b1f1a16b225e" providerId="ADAL" clId="{7D4F4E1E-D66D-47BF-BBC3-794CB1405628}" dt="2023-03-13T13:20:15.022" v="28" actId="47"/>
        <pc:sldMkLst>
          <pc:docMk/>
          <pc:sldMk cId="3163139156" sldId="293"/>
        </pc:sldMkLst>
      </pc:sldChg>
      <pc:sldChg chg="del">
        <pc:chgData name="Dragan Javorac" userId="913c2858-fb97-4c6e-a42c-b1f1a16b225e" providerId="ADAL" clId="{7D4F4E1E-D66D-47BF-BBC3-794CB1405628}" dt="2023-03-13T13:20:15.022" v="28" actId="47"/>
        <pc:sldMkLst>
          <pc:docMk/>
          <pc:sldMk cId="2807849242" sldId="294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4267432575" sldId="295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1262163514" sldId="296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2390689232" sldId="297"/>
        </pc:sldMkLst>
      </pc:sldChg>
      <pc:sldChg chg="addSp delSp modSp mod">
        <pc:chgData name="Dragan Javorac" userId="913c2858-fb97-4c6e-a42c-b1f1a16b225e" providerId="ADAL" clId="{7D4F4E1E-D66D-47BF-BBC3-794CB1405628}" dt="2023-03-13T15:40:31.946" v="726" actId="20577"/>
        <pc:sldMkLst>
          <pc:docMk/>
          <pc:sldMk cId="1943057012" sldId="298"/>
        </pc:sldMkLst>
        <pc:spChg chg="mod">
          <ac:chgData name="Dragan Javorac" userId="913c2858-fb97-4c6e-a42c-b1f1a16b225e" providerId="ADAL" clId="{7D4F4E1E-D66D-47BF-BBC3-794CB1405628}" dt="2023-03-13T15:00:04.958" v="62" actId="20577"/>
          <ac:spMkLst>
            <pc:docMk/>
            <pc:sldMk cId="1943057012" sldId="298"/>
            <ac:spMk id="2" creationId="{BF6A0D3E-CB9B-4182-95CD-8F3C11B52915}"/>
          </ac:spMkLst>
        </pc:spChg>
        <pc:spChg chg="mod">
          <ac:chgData name="Dragan Javorac" userId="913c2858-fb97-4c6e-a42c-b1f1a16b225e" providerId="ADAL" clId="{7D4F4E1E-D66D-47BF-BBC3-794CB1405628}" dt="2023-03-13T15:19:22.092" v="671" actId="20577"/>
          <ac:spMkLst>
            <pc:docMk/>
            <pc:sldMk cId="1943057012" sldId="298"/>
            <ac:spMk id="4" creationId="{02F6EA06-1376-2EBC-EDBD-6F27D35F4138}"/>
          </ac:spMkLst>
        </pc:spChg>
        <pc:spChg chg="mod">
          <ac:chgData name="Dragan Javorac" userId="913c2858-fb97-4c6e-a42c-b1f1a16b225e" providerId="ADAL" clId="{7D4F4E1E-D66D-47BF-BBC3-794CB1405628}" dt="2023-03-13T15:40:09.775" v="704" actId="20577"/>
          <ac:spMkLst>
            <pc:docMk/>
            <pc:sldMk cId="1943057012" sldId="298"/>
            <ac:spMk id="7" creationId="{964A6B93-7E44-33FD-C945-BFC0DFE923E7}"/>
          </ac:spMkLst>
        </pc:spChg>
        <pc:spChg chg="del">
          <ac:chgData name="Dragan Javorac" userId="913c2858-fb97-4c6e-a42c-b1f1a16b225e" providerId="ADAL" clId="{7D4F4E1E-D66D-47BF-BBC3-794CB1405628}" dt="2023-03-13T13:20:46.829" v="38" actId="478"/>
          <ac:spMkLst>
            <pc:docMk/>
            <pc:sldMk cId="1943057012" sldId="298"/>
            <ac:spMk id="9" creationId="{C20BE5D3-82A6-0E2A-4BA7-148906B48E27}"/>
          </ac:spMkLst>
        </pc:spChg>
        <pc:spChg chg="add mod">
          <ac:chgData name="Dragan Javorac" userId="913c2858-fb97-4c6e-a42c-b1f1a16b225e" providerId="ADAL" clId="{7D4F4E1E-D66D-47BF-BBC3-794CB1405628}" dt="2023-03-13T15:40:31.946" v="726" actId="20577"/>
          <ac:spMkLst>
            <pc:docMk/>
            <pc:sldMk cId="1943057012" sldId="298"/>
            <ac:spMk id="10" creationId="{4490EC75-7108-DD9C-107A-A4E5CF5DB886}"/>
          </ac:spMkLst>
        </pc:spChg>
        <pc:spChg chg="del">
          <ac:chgData name="Dragan Javorac" userId="913c2858-fb97-4c6e-a42c-b1f1a16b225e" providerId="ADAL" clId="{7D4F4E1E-D66D-47BF-BBC3-794CB1405628}" dt="2023-03-13T13:20:47.825" v="39" actId="478"/>
          <ac:spMkLst>
            <pc:docMk/>
            <pc:sldMk cId="1943057012" sldId="298"/>
            <ac:spMk id="10" creationId="{BDD84A74-69B9-1B71-AC18-D29A03724F83}"/>
          </ac:spMkLst>
        </pc:spChg>
        <pc:picChg chg="del">
          <ac:chgData name="Dragan Javorac" userId="913c2858-fb97-4c6e-a42c-b1f1a16b225e" providerId="ADAL" clId="{7D4F4E1E-D66D-47BF-BBC3-794CB1405628}" dt="2023-03-13T15:28:28.260" v="677" actId="478"/>
          <ac:picMkLst>
            <pc:docMk/>
            <pc:sldMk cId="1943057012" sldId="298"/>
            <ac:picMk id="5" creationId="{3A126408-8365-876E-081A-D46E6E3B3E09}"/>
          </ac:picMkLst>
        </pc:picChg>
        <pc:picChg chg="del">
          <ac:chgData name="Dragan Javorac" userId="913c2858-fb97-4c6e-a42c-b1f1a16b225e" providerId="ADAL" clId="{7D4F4E1E-D66D-47BF-BBC3-794CB1405628}" dt="2023-03-13T13:20:46.132" v="37" actId="478"/>
          <ac:picMkLst>
            <pc:docMk/>
            <pc:sldMk cId="1943057012" sldId="298"/>
            <ac:picMk id="6" creationId="{0388AE90-721B-F52A-7996-45E787465151}"/>
          </ac:picMkLst>
        </pc:picChg>
        <pc:picChg chg="add mod">
          <ac:chgData name="Dragan Javorac" userId="913c2858-fb97-4c6e-a42c-b1f1a16b225e" providerId="ADAL" clId="{7D4F4E1E-D66D-47BF-BBC3-794CB1405628}" dt="2023-03-13T15:40:02.541" v="679" actId="1076"/>
          <ac:picMkLst>
            <pc:docMk/>
            <pc:sldMk cId="1943057012" sldId="298"/>
            <ac:picMk id="6" creationId="{7EEBED48-B6A5-2BD2-9B69-FDE8C88B9403}"/>
          </ac:picMkLst>
        </pc:picChg>
        <pc:picChg chg="add mod">
          <ac:chgData name="Dragan Javorac" userId="913c2858-fb97-4c6e-a42c-b1f1a16b225e" providerId="ADAL" clId="{7D4F4E1E-D66D-47BF-BBC3-794CB1405628}" dt="2023-03-13T15:40:23.799" v="706" actId="1076"/>
          <ac:picMkLst>
            <pc:docMk/>
            <pc:sldMk cId="1943057012" sldId="298"/>
            <ac:picMk id="9" creationId="{14080DD5-0540-CDEB-2ABB-4A2BEE24F3D5}"/>
          </ac:picMkLst>
        </pc:picChg>
      </pc:sldChg>
      <pc:sldChg chg="addSp delSp modSp add mod">
        <pc:chgData name="Dragan Javorac" userId="913c2858-fb97-4c6e-a42c-b1f1a16b225e" providerId="ADAL" clId="{7D4F4E1E-D66D-47BF-BBC3-794CB1405628}" dt="2023-03-13T15:43:50.391" v="870" actId="20577"/>
        <pc:sldMkLst>
          <pc:docMk/>
          <pc:sldMk cId="490436547" sldId="299"/>
        </pc:sldMkLst>
        <pc:spChg chg="mod">
          <ac:chgData name="Dragan Javorac" userId="913c2858-fb97-4c6e-a42c-b1f1a16b225e" providerId="ADAL" clId="{7D4F4E1E-D66D-47BF-BBC3-794CB1405628}" dt="2023-03-13T15:43:12.285" v="855" actId="20577"/>
          <ac:spMkLst>
            <pc:docMk/>
            <pc:sldMk cId="490436547" sldId="299"/>
            <ac:spMk id="2" creationId="{BF6A0D3E-CB9B-4182-95CD-8F3C11B52915}"/>
          </ac:spMkLst>
        </pc:spChg>
        <pc:spChg chg="mod">
          <ac:chgData name="Dragan Javorac" userId="913c2858-fb97-4c6e-a42c-b1f1a16b225e" providerId="ADAL" clId="{7D4F4E1E-D66D-47BF-BBC3-794CB1405628}" dt="2023-03-13T15:05:00.467" v="217" actId="20577"/>
          <ac:spMkLst>
            <pc:docMk/>
            <pc:sldMk cId="490436547" sldId="299"/>
            <ac:spMk id="4" creationId="{02F6EA06-1376-2EBC-EDBD-6F27D35F4138}"/>
          </ac:spMkLst>
        </pc:spChg>
        <pc:spChg chg="mod">
          <ac:chgData name="Dragan Javorac" userId="913c2858-fb97-4c6e-a42c-b1f1a16b225e" providerId="ADAL" clId="{7D4F4E1E-D66D-47BF-BBC3-794CB1405628}" dt="2023-03-13T15:43:17.394" v="857" actId="14100"/>
          <ac:spMkLst>
            <pc:docMk/>
            <pc:sldMk cId="490436547" sldId="299"/>
            <ac:spMk id="7" creationId="{964A6B93-7E44-33FD-C945-BFC0DFE923E7}"/>
          </ac:spMkLst>
        </pc:spChg>
        <pc:spChg chg="add mod">
          <ac:chgData name="Dragan Javorac" userId="913c2858-fb97-4c6e-a42c-b1f1a16b225e" providerId="ADAL" clId="{7D4F4E1E-D66D-47BF-BBC3-794CB1405628}" dt="2023-03-13T15:43:50.391" v="870" actId="20577"/>
          <ac:spMkLst>
            <pc:docMk/>
            <pc:sldMk cId="490436547" sldId="299"/>
            <ac:spMk id="13" creationId="{D38A8D7E-F8C7-A9DA-098C-380AD32DE4C5}"/>
          </ac:spMkLst>
        </pc:spChg>
        <pc:picChg chg="del">
          <ac:chgData name="Dragan Javorac" userId="913c2858-fb97-4c6e-a42c-b1f1a16b225e" providerId="ADAL" clId="{7D4F4E1E-D66D-47BF-BBC3-794CB1405628}" dt="2023-03-13T15:28:24.607" v="676" actId="478"/>
          <ac:picMkLst>
            <pc:docMk/>
            <pc:sldMk cId="490436547" sldId="299"/>
            <ac:picMk id="5" creationId="{3A126408-8365-876E-081A-D46E6E3B3E09}"/>
          </ac:picMkLst>
        </pc:picChg>
        <pc:picChg chg="add del mod">
          <ac:chgData name="Dragan Javorac" userId="913c2858-fb97-4c6e-a42c-b1f1a16b225e" providerId="ADAL" clId="{7D4F4E1E-D66D-47BF-BBC3-794CB1405628}" dt="2023-03-13T15:42:48.786" v="807" actId="478"/>
          <ac:picMkLst>
            <pc:docMk/>
            <pc:sldMk cId="490436547" sldId="299"/>
            <ac:picMk id="6" creationId="{68E2588D-A084-6872-5702-65492D4AEBC4}"/>
          </ac:picMkLst>
        </pc:picChg>
        <pc:picChg chg="add mod">
          <ac:chgData name="Dragan Javorac" userId="913c2858-fb97-4c6e-a42c-b1f1a16b225e" providerId="ADAL" clId="{7D4F4E1E-D66D-47BF-BBC3-794CB1405628}" dt="2023-03-13T15:43:14.778" v="856" actId="1076"/>
          <ac:picMkLst>
            <pc:docMk/>
            <pc:sldMk cId="490436547" sldId="299"/>
            <ac:picMk id="9" creationId="{7EBC8460-0FA9-3BBA-9866-B811685B11BC}"/>
          </ac:picMkLst>
        </pc:picChg>
        <pc:picChg chg="add mod">
          <ac:chgData name="Dragan Javorac" userId="913c2858-fb97-4c6e-a42c-b1f1a16b225e" providerId="ADAL" clId="{7D4F4E1E-D66D-47BF-BBC3-794CB1405628}" dt="2023-03-13T15:42:42.749" v="805" actId="1076"/>
          <ac:picMkLst>
            <pc:docMk/>
            <pc:sldMk cId="490436547" sldId="299"/>
            <ac:picMk id="10" creationId="{7608CF8A-860B-0EC3-2643-748AF75DD135}"/>
          </ac:picMkLst>
        </pc:picChg>
        <pc:picChg chg="add mod">
          <ac:chgData name="Dragan Javorac" userId="913c2858-fb97-4c6e-a42c-b1f1a16b225e" providerId="ADAL" clId="{7D4F4E1E-D66D-47BF-BBC3-794CB1405628}" dt="2023-03-13T15:43:39.858" v="859" actId="1076"/>
          <ac:picMkLst>
            <pc:docMk/>
            <pc:sldMk cId="490436547" sldId="299"/>
            <ac:picMk id="12" creationId="{C1EF4FF4-3C8D-08ED-CA9B-F6A20652183A}"/>
          </ac:picMkLst>
        </pc:picChg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3638888294" sldId="299"/>
        </pc:sldMkLst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1217233077" sldId="300"/>
        </pc:sldMkLst>
      </pc:sldChg>
      <pc:sldChg chg="modSp add mod">
        <pc:chgData name="Dragan Javorac" userId="913c2858-fb97-4c6e-a42c-b1f1a16b225e" providerId="ADAL" clId="{7D4F4E1E-D66D-47BF-BBC3-794CB1405628}" dt="2023-03-13T15:05:21.542" v="234" actId="20577"/>
        <pc:sldMkLst>
          <pc:docMk/>
          <pc:sldMk cId="2608997507" sldId="300"/>
        </pc:sldMkLst>
        <pc:spChg chg="mod">
          <ac:chgData name="Dragan Javorac" userId="913c2858-fb97-4c6e-a42c-b1f1a16b225e" providerId="ADAL" clId="{7D4F4E1E-D66D-47BF-BBC3-794CB1405628}" dt="2023-03-13T15:05:21.542" v="234" actId="20577"/>
          <ac:spMkLst>
            <pc:docMk/>
            <pc:sldMk cId="2608997507" sldId="300"/>
            <ac:spMk id="2" creationId="{BF6A0D3E-CB9B-4182-95CD-8F3C11B52915}"/>
          </ac:spMkLst>
        </pc:spChg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434305020" sldId="301"/>
        </pc:sldMkLst>
      </pc:sldChg>
      <pc:sldChg chg="addSp delSp modSp add mod ord modNotesTx">
        <pc:chgData name="Dragan Javorac" userId="913c2858-fb97-4c6e-a42c-b1f1a16b225e" providerId="ADAL" clId="{7D4F4E1E-D66D-47BF-BBC3-794CB1405628}" dt="2023-03-13T15:40:49.773" v="728"/>
        <pc:sldMkLst>
          <pc:docMk/>
          <pc:sldMk cId="886250800" sldId="301"/>
        </pc:sldMkLst>
        <pc:spChg chg="mod">
          <ac:chgData name="Dragan Javorac" userId="913c2858-fb97-4c6e-a42c-b1f1a16b225e" providerId="ADAL" clId="{7D4F4E1E-D66D-47BF-BBC3-794CB1405628}" dt="2023-03-13T15:06:28.174" v="247" actId="20577"/>
          <ac:spMkLst>
            <pc:docMk/>
            <pc:sldMk cId="886250800" sldId="301"/>
            <ac:spMk id="2" creationId="{BF6A0D3E-CB9B-4182-95CD-8F3C11B52915}"/>
          </ac:spMkLst>
        </pc:spChg>
        <pc:spChg chg="mod">
          <ac:chgData name="Dragan Javorac" userId="913c2858-fb97-4c6e-a42c-b1f1a16b225e" providerId="ADAL" clId="{7D4F4E1E-D66D-47BF-BBC3-794CB1405628}" dt="2023-03-13T15:20:14.228" v="675"/>
          <ac:spMkLst>
            <pc:docMk/>
            <pc:sldMk cId="886250800" sldId="301"/>
            <ac:spMk id="4" creationId="{02F6EA06-1376-2EBC-EDBD-6F27D35F4138}"/>
          </ac:spMkLst>
        </pc:spChg>
        <pc:spChg chg="del ord">
          <ac:chgData name="Dragan Javorac" userId="913c2858-fb97-4c6e-a42c-b1f1a16b225e" providerId="ADAL" clId="{7D4F4E1E-D66D-47BF-BBC3-794CB1405628}" dt="2023-03-13T15:07:30.878" v="280" actId="478"/>
          <ac:spMkLst>
            <pc:docMk/>
            <pc:sldMk cId="886250800" sldId="301"/>
            <ac:spMk id="7" creationId="{964A6B93-7E44-33FD-C945-BFC0DFE923E7}"/>
          </ac:spMkLst>
        </pc:spChg>
        <pc:picChg chg="del">
          <ac:chgData name="Dragan Javorac" userId="913c2858-fb97-4c6e-a42c-b1f1a16b225e" providerId="ADAL" clId="{7D4F4E1E-D66D-47BF-BBC3-794CB1405628}" dt="2023-03-13T15:06:31.033" v="249" actId="478"/>
          <ac:picMkLst>
            <pc:docMk/>
            <pc:sldMk cId="886250800" sldId="301"/>
            <ac:picMk id="5" creationId="{3A126408-8365-876E-081A-D46E6E3B3E09}"/>
          </ac:picMkLst>
        </pc:picChg>
        <pc:picChg chg="add mod">
          <ac:chgData name="Dragan Javorac" userId="913c2858-fb97-4c6e-a42c-b1f1a16b225e" providerId="ADAL" clId="{7D4F4E1E-D66D-47BF-BBC3-794CB1405628}" dt="2023-03-13T15:07:12.453" v="257" actId="1076"/>
          <ac:picMkLst>
            <pc:docMk/>
            <pc:sldMk cId="886250800" sldId="301"/>
            <ac:picMk id="6" creationId="{EA2E2490-1193-9F01-365C-7A4DFA7C1FA9}"/>
          </ac:picMkLst>
        </pc:picChg>
        <pc:picChg chg="add mod">
          <ac:chgData name="Dragan Javorac" userId="913c2858-fb97-4c6e-a42c-b1f1a16b225e" providerId="ADAL" clId="{7D4F4E1E-D66D-47BF-BBC3-794CB1405628}" dt="2023-03-13T15:07:14.397" v="258" actId="1076"/>
          <ac:picMkLst>
            <pc:docMk/>
            <pc:sldMk cId="886250800" sldId="301"/>
            <ac:picMk id="9" creationId="{D77C441B-190B-F336-EBDF-81435E8E35EF}"/>
          </ac:picMkLst>
        </pc:picChg>
      </pc:sldChg>
      <pc:sldChg chg="del">
        <pc:chgData name="Dragan Javorac" userId="913c2858-fb97-4c6e-a42c-b1f1a16b225e" providerId="ADAL" clId="{7D4F4E1E-D66D-47BF-BBC3-794CB1405628}" dt="2023-03-13T13:20:24.733" v="35" actId="47"/>
        <pc:sldMkLst>
          <pc:docMk/>
          <pc:sldMk cId="1171581969" sldId="302"/>
        </pc:sldMkLst>
      </pc:sldChg>
      <pc:sldChg chg="addSp delSp modSp add mod ord">
        <pc:chgData name="Dragan Javorac" userId="913c2858-fb97-4c6e-a42c-b1f1a16b225e" providerId="ADAL" clId="{7D4F4E1E-D66D-47BF-BBC3-794CB1405628}" dt="2023-03-13T15:19:04.368" v="668" actId="20577"/>
        <pc:sldMkLst>
          <pc:docMk/>
          <pc:sldMk cId="3178634869" sldId="302"/>
        </pc:sldMkLst>
        <pc:spChg chg="mod">
          <ac:chgData name="Dragan Javorac" userId="913c2858-fb97-4c6e-a42c-b1f1a16b225e" providerId="ADAL" clId="{7D4F4E1E-D66D-47BF-BBC3-794CB1405628}" dt="2023-03-13T15:19:04.368" v="668" actId="20577"/>
          <ac:spMkLst>
            <pc:docMk/>
            <pc:sldMk cId="3178634869" sldId="302"/>
            <ac:spMk id="2" creationId="{BF6A0D3E-CB9B-4182-95CD-8F3C11B52915}"/>
          </ac:spMkLst>
        </pc:spChg>
        <pc:spChg chg="mod">
          <ac:chgData name="Dragan Javorac" userId="913c2858-fb97-4c6e-a42c-b1f1a16b225e" providerId="ADAL" clId="{7D4F4E1E-D66D-47BF-BBC3-794CB1405628}" dt="2023-03-13T15:19:00.135" v="659" actId="20577"/>
          <ac:spMkLst>
            <pc:docMk/>
            <pc:sldMk cId="3178634869" sldId="302"/>
            <ac:spMk id="4" creationId="{02F6EA06-1376-2EBC-EDBD-6F27D35F4138}"/>
          </ac:spMkLst>
        </pc:spChg>
        <pc:spChg chg="del mod ord">
          <ac:chgData name="Dragan Javorac" userId="913c2858-fb97-4c6e-a42c-b1f1a16b225e" providerId="ADAL" clId="{7D4F4E1E-D66D-47BF-BBC3-794CB1405628}" dt="2023-03-13T15:10:33.529" v="579" actId="478"/>
          <ac:spMkLst>
            <pc:docMk/>
            <pc:sldMk cId="3178634869" sldId="302"/>
            <ac:spMk id="7" creationId="{964A6B93-7E44-33FD-C945-BFC0DFE923E7}"/>
          </ac:spMkLst>
        </pc:spChg>
        <pc:picChg chg="add del mod">
          <ac:chgData name="Dragan Javorac" userId="913c2858-fb97-4c6e-a42c-b1f1a16b225e" providerId="ADAL" clId="{7D4F4E1E-D66D-47BF-BBC3-794CB1405628}" dt="2023-03-13T15:17:45.023" v="655" actId="478"/>
          <ac:picMkLst>
            <pc:docMk/>
            <pc:sldMk cId="3178634869" sldId="302"/>
            <ac:picMk id="3" creationId="{17BABD1C-FB8E-DB7E-DA2C-467B7F2B56C7}"/>
          </ac:picMkLst>
        </pc:picChg>
        <pc:picChg chg="del">
          <ac:chgData name="Dragan Javorac" userId="913c2858-fb97-4c6e-a42c-b1f1a16b225e" providerId="ADAL" clId="{7D4F4E1E-D66D-47BF-BBC3-794CB1405628}" dt="2023-03-13T15:10:01.941" v="494" actId="478"/>
          <ac:picMkLst>
            <pc:docMk/>
            <pc:sldMk cId="3178634869" sldId="302"/>
            <ac:picMk id="5" creationId="{3A126408-8365-876E-081A-D46E6E3B3E09}"/>
          </ac:picMkLst>
        </pc:picChg>
        <pc:picChg chg="add mod">
          <ac:chgData name="Dragan Javorac" userId="913c2858-fb97-4c6e-a42c-b1f1a16b225e" providerId="ADAL" clId="{7D4F4E1E-D66D-47BF-BBC3-794CB1405628}" dt="2023-03-13T15:17:49.325" v="658" actId="14100"/>
          <ac:picMkLst>
            <pc:docMk/>
            <pc:sldMk cId="3178634869" sldId="302"/>
            <ac:picMk id="8" creationId="{C4D8F252-1440-3448-BBD8-621D214D3D31}"/>
          </ac:picMkLst>
        </pc:picChg>
        <pc:picChg chg="add mod">
          <ac:chgData name="Dragan Javorac" userId="913c2858-fb97-4c6e-a42c-b1f1a16b225e" providerId="ADAL" clId="{7D4F4E1E-D66D-47BF-BBC3-794CB1405628}" dt="2023-03-13T15:17:46.914" v="656" actId="1076"/>
          <ac:picMkLst>
            <pc:docMk/>
            <pc:sldMk cId="3178634869" sldId="302"/>
            <ac:picMk id="9" creationId="{34D3FC71-A139-0095-24CF-5A564CBDABF6}"/>
          </ac:picMkLst>
        </pc:picChg>
      </pc:sldChg>
      <pc:sldChg chg="addSp delSp modSp add mod">
        <pc:chgData name="Dragan Javorac" userId="913c2858-fb97-4c6e-a42c-b1f1a16b225e" providerId="ADAL" clId="{7D4F4E1E-D66D-47BF-BBC3-794CB1405628}" dt="2023-03-13T15:17:35.986" v="653" actId="1076"/>
        <pc:sldMkLst>
          <pc:docMk/>
          <pc:sldMk cId="2964331705" sldId="303"/>
        </pc:sldMkLst>
        <pc:spChg chg="add del mod">
          <ac:chgData name="Dragan Javorac" userId="913c2858-fb97-4c6e-a42c-b1f1a16b225e" providerId="ADAL" clId="{7D4F4E1E-D66D-47BF-BBC3-794CB1405628}" dt="2023-03-13T15:15:28.470" v="590" actId="478"/>
          <ac:spMkLst>
            <pc:docMk/>
            <pc:sldMk cId="2964331705" sldId="303"/>
            <ac:spMk id="5" creationId="{097B7D6A-F954-31CC-53C7-EE875204959A}"/>
          </ac:spMkLst>
        </pc:spChg>
        <pc:spChg chg="add mod">
          <ac:chgData name="Dragan Javorac" userId="913c2858-fb97-4c6e-a42c-b1f1a16b225e" providerId="ADAL" clId="{7D4F4E1E-D66D-47BF-BBC3-794CB1405628}" dt="2023-03-13T15:17:22.949" v="649" actId="14100"/>
          <ac:spMkLst>
            <pc:docMk/>
            <pc:sldMk cId="2964331705" sldId="303"/>
            <ac:spMk id="9" creationId="{B533DC6A-3131-1322-E4AF-A2877843F137}"/>
          </ac:spMkLst>
        </pc:spChg>
        <pc:spChg chg="add mod">
          <ac:chgData name="Dragan Javorac" userId="913c2858-fb97-4c6e-a42c-b1f1a16b225e" providerId="ADAL" clId="{7D4F4E1E-D66D-47BF-BBC3-794CB1405628}" dt="2023-03-13T15:16:53.190" v="621" actId="14100"/>
          <ac:spMkLst>
            <pc:docMk/>
            <pc:sldMk cId="2964331705" sldId="303"/>
            <ac:spMk id="14" creationId="{8C2E15E0-CC3B-F7FF-5E88-BFF81207E903}"/>
          </ac:spMkLst>
        </pc:spChg>
        <pc:spChg chg="add mod">
          <ac:chgData name="Dragan Javorac" userId="913c2858-fb97-4c6e-a42c-b1f1a16b225e" providerId="ADAL" clId="{7D4F4E1E-D66D-47BF-BBC3-794CB1405628}" dt="2023-03-13T15:17:16.953" v="647" actId="20577"/>
          <ac:spMkLst>
            <pc:docMk/>
            <pc:sldMk cId="2964331705" sldId="303"/>
            <ac:spMk id="15" creationId="{424AB30F-4196-6FAC-4413-9DF546EE3A5D}"/>
          </ac:spMkLst>
        </pc:spChg>
        <pc:picChg chg="del">
          <ac:chgData name="Dragan Javorac" userId="913c2858-fb97-4c6e-a42c-b1f1a16b225e" providerId="ADAL" clId="{7D4F4E1E-D66D-47BF-BBC3-794CB1405628}" dt="2023-03-13T15:15:23.285" v="586" actId="478"/>
          <ac:picMkLst>
            <pc:docMk/>
            <pc:sldMk cId="2964331705" sldId="303"/>
            <ac:picMk id="3" creationId="{17BABD1C-FB8E-DB7E-DA2C-467B7F2B56C7}"/>
          </ac:picMkLst>
        </pc:picChg>
        <pc:picChg chg="add mod">
          <ac:chgData name="Dragan Javorac" userId="913c2858-fb97-4c6e-a42c-b1f1a16b225e" providerId="ADAL" clId="{7D4F4E1E-D66D-47BF-BBC3-794CB1405628}" dt="2023-03-13T15:15:29.732" v="591" actId="1076"/>
          <ac:picMkLst>
            <pc:docMk/>
            <pc:sldMk cId="2964331705" sldId="303"/>
            <ac:picMk id="7" creationId="{A141BAA7-33DE-98A3-9345-DBDF8E49935E}"/>
          </ac:picMkLst>
        </pc:picChg>
        <pc:picChg chg="del">
          <ac:chgData name="Dragan Javorac" userId="913c2858-fb97-4c6e-a42c-b1f1a16b225e" providerId="ADAL" clId="{7D4F4E1E-D66D-47BF-BBC3-794CB1405628}" dt="2023-03-13T15:17:06.156" v="624" actId="478"/>
          <ac:picMkLst>
            <pc:docMk/>
            <pc:sldMk cId="2964331705" sldId="303"/>
            <ac:picMk id="8" creationId="{C4D8F252-1440-3448-BBD8-621D214D3D31}"/>
          </ac:picMkLst>
        </pc:picChg>
        <pc:cxnChg chg="add mod">
          <ac:chgData name="Dragan Javorac" userId="913c2858-fb97-4c6e-a42c-b1f1a16b225e" providerId="ADAL" clId="{7D4F4E1E-D66D-47BF-BBC3-794CB1405628}" dt="2023-03-13T15:16:07.422" v="601" actId="1076"/>
          <ac:cxnSpMkLst>
            <pc:docMk/>
            <pc:sldMk cId="2964331705" sldId="303"/>
            <ac:cxnSpMk id="11" creationId="{576FCCAD-4288-5171-2E8E-5A7D80737719}"/>
          </ac:cxnSpMkLst>
        </pc:cxnChg>
        <pc:cxnChg chg="add del">
          <ac:chgData name="Dragan Javorac" userId="913c2858-fb97-4c6e-a42c-b1f1a16b225e" providerId="ADAL" clId="{7D4F4E1E-D66D-47BF-BBC3-794CB1405628}" dt="2023-03-13T15:16:34.315" v="615" actId="11529"/>
          <ac:cxnSpMkLst>
            <pc:docMk/>
            <pc:sldMk cId="2964331705" sldId="303"/>
            <ac:cxnSpMk id="13" creationId="{91D27EC1-E8D9-D786-1463-A94DC58F6C35}"/>
          </ac:cxnSpMkLst>
        </pc:cxnChg>
        <pc:cxnChg chg="add mod">
          <ac:chgData name="Dragan Javorac" userId="913c2858-fb97-4c6e-a42c-b1f1a16b225e" providerId="ADAL" clId="{7D4F4E1E-D66D-47BF-BBC3-794CB1405628}" dt="2023-03-13T15:17:33.013" v="651" actId="1076"/>
          <ac:cxnSpMkLst>
            <pc:docMk/>
            <pc:sldMk cId="2964331705" sldId="303"/>
            <ac:cxnSpMk id="16" creationId="{BC25A144-338E-EA91-5D6F-B4E2B59BE474}"/>
          </ac:cxnSpMkLst>
        </pc:cxnChg>
        <pc:cxnChg chg="add mod">
          <ac:chgData name="Dragan Javorac" userId="913c2858-fb97-4c6e-a42c-b1f1a16b225e" providerId="ADAL" clId="{7D4F4E1E-D66D-47BF-BBC3-794CB1405628}" dt="2023-03-13T15:17:35.986" v="653" actId="1076"/>
          <ac:cxnSpMkLst>
            <pc:docMk/>
            <pc:sldMk cId="2964331705" sldId="303"/>
            <ac:cxnSpMk id="17" creationId="{6C514DEB-3A29-EABE-D725-B0739155CC2C}"/>
          </ac:cxnSpMkLst>
        </pc:cxnChg>
      </pc:sldChg>
      <pc:sldChg chg="addSp delSp modSp add mod">
        <pc:chgData name="Dragan Javorac" userId="913c2858-fb97-4c6e-a42c-b1f1a16b225e" providerId="ADAL" clId="{7D4F4E1E-D66D-47BF-BBC3-794CB1405628}" dt="2023-03-13T15:45:43.329" v="1033" actId="20577"/>
        <pc:sldMkLst>
          <pc:docMk/>
          <pc:sldMk cId="240605915" sldId="304"/>
        </pc:sldMkLst>
        <pc:spChg chg="mod">
          <ac:chgData name="Dragan Javorac" userId="913c2858-fb97-4c6e-a42c-b1f1a16b225e" providerId="ADAL" clId="{7D4F4E1E-D66D-47BF-BBC3-794CB1405628}" dt="2023-03-13T15:44:18.705" v="889" actId="20577"/>
          <ac:spMkLst>
            <pc:docMk/>
            <pc:sldMk cId="240605915" sldId="304"/>
            <ac:spMk id="2" creationId="{BF6A0D3E-CB9B-4182-95CD-8F3C11B52915}"/>
          </ac:spMkLst>
        </pc:spChg>
        <pc:spChg chg="add mod">
          <ac:chgData name="Dragan Javorac" userId="913c2858-fb97-4c6e-a42c-b1f1a16b225e" providerId="ADAL" clId="{7D4F4E1E-D66D-47BF-BBC3-794CB1405628}" dt="2023-03-13T15:45:43.329" v="1033" actId="20577"/>
          <ac:spMkLst>
            <pc:docMk/>
            <pc:sldMk cId="240605915" sldId="304"/>
            <ac:spMk id="3" creationId="{E298D045-DFF2-B4BF-26D1-4A9413192607}"/>
          </ac:spMkLst>
        </pc:spChg>
        <pc:spChg chg="mod">
          <ac:chgData name="Dragan Javorac" userId="913c2858-fb97-4c6e-a42c-b1f1a16b225e" providerId="ADAL" clId="{7D4F4E1E-D66D-47BF-BBC3-794CB1405628}" dt="2023-03-13T15:45:12.640" v="1004" actId="20577"/>
          <ac:spMkLst>
            <pc:docMk/>
            <pc:sldMk cId="240605915" sldId="304"/>
            <ac:spMk id="4" creationId="{02F6EA06-1376-2EBC-EDBD-6F27D35F4138}"/>
          </ac:spMkLst>
        </pc:spChg>
        <pc:spChg chg="mod">
          <ac:chgData name="Dragan Javorac" userId="913c2858-fb97-4c6e-a42c-b1f1a16b225e" providerId="ADAL" clId="{7D4F4E1E-D66D-47BF-BBC3-794CB1405628}" dt="2023-03-13T15:45:23.404" v="1007" actId="20577"/>
          <ac:spMkLst>
            <pc:docMk/>
            <pc:sldMk cId="240605915" sldId="304"/>
            <ac:spMk id="7" creationId="{964A6B93-7E44-33FD-C945-BFC0DFE923E7}"/>
          </ac:spMkLst>
        </pc:spChg>
        <pc:picChg chg="del">
          <ac:chgData name="Dragan Javorac" userId="913c2858-fb97-4c6e-a42c-b1f1a16b225e" providerId="ADAL" clId="{7D4F4E1E-D66D-47BF-BBC3-794CB1405628}" dt="2023-03-13T15:45:26.059" v="1008" actId="478"/>
          <ac:picMkLst>
            <pc:docMk/>
            <pc:sldMk cId="240605915" sldId="304"/>
            <ac:picMk id="6" creationId="{68E2588D-A084-6872-5702-65492D4AEBC4}"/>
          </ac:picMkLst>
        </pc:picChg>
        <pc:picChg chg="mod">
          <ac:chgData name="Dragan Javorac" userId="913c2858-fb97-4c6e-a42c-b1f1a16b225e" providerId="ADAL" clId="{7D4F4E1E-D66D-47BF-BBC3-794CB1405628}" dt="2023-03-13T15:45:33.889" v="1012" actId="1076"/>
          <ac:picMkLst>
            <pc:docMk/>
            <pc:sldMk cId="240605915" sldId="304"/>
            <ac:picMk id="9" creationId="{7EBC8460-0FA9-3BBA-9866-B811685B11BC}"/>
          </ac:picMkLst>
        </pc:picChg>
        <pc:picChg chg="ord">
          <ac:chgData name="Dragan Javorac" userId="913c2858-fb97-4c6e-a42c-b1f1a16b225e" providerId="ADAL" clId="{7D4F4E1E-D66D-47BF-BBC3-794CB1405628}" dt="2023-03-13T15:44:43.979" v="955" actId="166"/>
          <ac:picMkLst>
            <pc:docMk/>
            <pc:sldMk cId="240605915" sldId="304"/>
            <ac:picMk id="10" creationId="{7608CF8A-860B-0EC3-2643-748AF75DD135}"/>
          </ac:picMkLst>
        </pc:picChg>
      </pc:sldChg>
      <pc:sldChg chg="addSp delSp modSp add mod">
        <pc:chgData name="Dragan Javorac" userId="913c2858-fb97-4c6e-a42c-b1f1a16b225e" providerId="ADAL" clId="{7D4F4E1E-D66D-47BF-BBC3-794CB1405628}" dt="2023-03-13T15:47:29.855" v="1188" actId="1076"/>
        <pc:sldMkLst>
          <pc:docMk/>
          <pc:sldMk cId="189354176" sldId="305"/>
        </pc:sldMkLst>
        <pc:spChg chg="mod">
          <ac:chgData name="Dragan Javorac" userId="913c2858-fb97-4c6e-a42c-b1f1a16b225e" providerId="ADAL" clId="{7D4F4E1E-D66D-47BF-BBC3-794CB1405628}" dt="2023-03-13T15:45:55.398" v="1047" actId="20577"/>
          <ac:spMkLst>
            <pc:docMk/>
            <pc:sldMk cId="189354176" sldId="305"/>
            <ac:spMk id="2" creationId="{BF6A0D3E-CB9B-4182-95CD-8F3C11B52915}"/>
          </ac:spMkLst>
        </pc:spChg>
        <pc:spChg chg="mod">
          <ac:chgData name="Dragan Javorac" userId="913c2858-fb97-4c6e-a42c-b1f1a16b225e" providerId="ADAL" clId="{7D4F4E1E-D66D-47BF-BBC3-794CB1405628}" dt="2023-03-13T15:47:00.056" v="1087" actId="20577"/>
          <ac:spMkLst>
            <pc:docMk/>
            <pc:sldMk cId="189354176" sldId="305"/>
            <ac:spMk id="3" creationId="{E298D045-DFF2-B4BF-26D1-4A9413192607}"/>
          </ac:spMkLst>
        </pc:spChg>
        <pc:spChg chg="mod">
          <ac:chgData name="Dragan Javorac" userId="913c2858-fb97-4c6e-a42c-b1f1a16b225e" providerId="ADAL" clId="{7D4F4E1E-D66D-47BF-BBC3-794CB1405628}" dt="2023-03-13T15:47:25.250" v="1187" actId="20577"/>
          <ac:spMkLst>
            <pc:docMk/>
            <pc:sldMk cId="189354176" sldId="305"/>
            <ac:spMk id="4" creationId="{02F6EA06-1376-2EBC-EDBD-6F27D35F4138}"/>
          </ac:spMkLst>
        </pc:spChg>
        <pc:spChg chg="mod">
          <ac:chgData name="Dragan Javorac" userId="913c2858-fb97-4c6e-a42c-b1f1a16b225e" providerId="ADAL" clId="{7D4F4E1E-D66D-47BF-BBC3-794CB1405628}" dt="2023-03-13T15:46:51.928" v="1074" actId="20577"/>
          <ac:spMkLst>
            <pc:docMk/>
            <pc:sldMk cId="189354176" sldId="305"/>
            <ac:spMk id="7" creationId="{964A6B93-7E44-33FD-C945-BFC0DFE923E7}"/>
          </ac:spMkLst>
        </pc:spChg>
        <pc:picChg chg="add mod">
          <ac:chgData name="Dragan Javorac" userId="913c2858-fb97-4c6e-a42c-b1f1a16b225e" providerId="ADAL" clId="{7D4F4E1E-D66D-47BF-BBC3-794CB1405628}" dt="2023-03-13T15:46:43.792" v="1053" actId="1076"/>
          <ac:picMkLst>
            <pc:docMk/>
            <pc:sldMk cId="189354176" sldId="305"/>
            <ac:picMk id="6" creationId="{0E2D731C-F1A3-824D-A678-A771CFB25473}"/>
          </ac:picMkLst>
        </pc:picChg>
        <pc:picChg chg="mod">
          <ac:chgData name="Dragan Javorac" userId="913c2858-fb97-4c6e-a42c-b1f1a16b225e" providerId="ADAL" clId="{7D4F4E1E-D66D-47BF-BBC3-794CB1405628}" dt="2023-03-13T15:47:29.855" v="1188" actId="1076"/>
          <ac:picMkLst>
            <pc:docMk/>
            <pc:sldMk cId="189354176" sldId="305"/>
            <ac:picMk id="9" creationId="{7EBC8460-0FA9-3BBA-9866-B811685B11BC}"/>
          </ac:picMkLst>
        </pc:picChg>
        <pc:picChg chg="del">
          <ac:chgData name="Dragan Javorac" userId="913c2858-fb97-4c6e-a42c-b1f1a16b225e" providerId="ADAL" clId="{7D4F4E1E-D66D-47BF-BBC3-794CB1405628}" dt="2023-03-13T15:46:41.002" v="1052" actId="478"/>
          <ac:picMkLst>
            <pc:docMk/>
            <pc:sldMk cId="189354176" sldId="305"/>
            <ac:picMk id="10" creationId="{7608CF8A-860B-0EC3-2643-748AF75DD135}"/>
          </ac:picMkLst>
        </pc:picChg>
      </pc:sldChg>
    </pc:docChg>
  </pc:docChgLst>
  <pc:docChgLst>
    <pc:chgData name="Dragan Javorac" userId="913c2858-fb97-4c6e-a42c-b1f1a16b225e" providerId="ADAL" clId="{1835FD76-FCBF-4520-A6FF-50336F6D295E}"/>
    <pc:docChg chg="undo custSel addSld modSld">
      <pc:chgData name="Dragan Javorac" userId="913c2858-fb97-4c6e-a42c-b1f1a16b225e" providerId="ADAL" clId="{1835FD76-FCBF-4520-A6FF-50336F6D295E}" dt="2023-02-10T08:33:29.304" v="324" actId="20577"/>
      <pc:docMkLst>
        <pc:docMk/>
      </pc:docMkLst>
      <pc:sldChg chg="modSp mod modNotesTx">
        <pc:chgData name="Dragan Javorac" userId="913c2858-fb97-4c6e-a42c-b1f1a16b225e" providerId="ADAL" clId="{1835FD76-FCBF-4520-A6FF-50336F6D295E}" dt="2023-02-10T08:28:33.992" v="144" actId="20577"/>
        <pc:sldMkLst>
          <pc:docMk/>
          <pc:sldMk cId="3918559090" sldId="286"/>
        </pc:sldMkLst>
        <pc:spChg chg="mod">
          <ac:chgData name="Dragan Javorac" userId="913c2858-fb97-4c6e-a42c-b1f1a16b225e" providerId="ADAL" clId="{1835FD76-FCBF-4520-A6FF-50336F6D295E}" dt="2023-02-10T08:26:37.798" v="14" actId="5793"/>
          <ac:spMkLst>
            <pc:docMk/>
            <pc:sldMk cId="3918559090" sldId="286"/>
            <ac:spMk id="9" creationId="{8E9F5D6D-96C9-D896-AEE8-DB94747A6547}"/>
          </ac:spMkLst>
        </pc:spChg>
      </pc:sldChg>
      <pc:sldChg chg="modSp add mod">
        <pc:chgData name="Dragan Javorac" userId="913c2858-fb97-4c6e-a42c-b1f1a16b225e" providerId="ADAL" clId="{1835FD76-FCBF-4520-A6FF-50336F6D295E}" dt="2023-02-10T08:33:29.304" v="324" actId="20577"/>
        <pc:sldMkLst>
          <pc:docMk/>
          <pc:sldMk cId="71935414" sldId="289"/>
        </pc:sldMkLst>
        <pc:spChg chg="mod">
          <ac:chgData name="Dragan Javorac" userId="913c2858-fb97-4c6e-a42c-b1f1a16b225e" providerId="ADAL" clId="{1835FD76-FCBF-4520-A6FF-50336F6D295E}" dt="2023-02-10T08:33:29.304" v="324" actId="20577"/>
          <ac:spMkLst>
            <pc:docMk/>
            <pc:sldMk cId="71935414" sldId="289"/>
            <ac:spMk id="3" creationId="{DE75ECF5-4DF5-4FDA-ADD4-24091C8E8978}"/>
          </ac:spMkLst>
        </pc:spChg>
        <pc:spChg chg="mod">
          <ac:chgData name="Dragan Javorac" userId="913c2858-fb97-4c6e-a42c-b1f1a16b225e" providerId="ADAL" clId="{1835FD76-FCBF-4520-A6FF-50336F6D295E}" dt="2023-02-10T08:32:30.387" v="204" actId="20577"/>
          <ac:spMkLst>
            <pc:docMk/>
            <pc:sldMk cId="71935414" sldId="289"/>
            <ac:spMk id="5" creationId="{21C3D64A-9008-4DA9-8922-F5FB3E26E364}"/>
          </ac:spMkLst>
        </pc:spChg>
      </pc:sldChg>
    </pc:docChg>
  </pc:docChgLst>
  <pc:docChgLst>
    <pc:chgData name="Dragan Javorac" userId="913c2858-fb97-4c6e-a42c-b1f1a16b225e" providerId="ADAL" clId="{A0EBCC61-D47A-4171-A17D-DA5B674FB8F1}"/>
    <pc:docChg chg="undo custSel modSld">
      <pc:chgData name="Dragan Javorac" userId="913c2858-fb97-4c6e-a42c-b1f1a16b225e" providerId="ADAL" clId="{A0EBCC61-D47A-4171-A17D-DA5B674FB8F1}" dt="2023-02-23T09:48:59.264" v="69" actId="478"/>
      <pc:docMkLst>
        <pc:docMk/>
      </pc:docMkLst>
      <pc:sldChg chg="addSp delSp modSp mod">
        <pc:chgData name="Dragan Javorac" userId="913c2858-fb97-4c6e-a42c-b1f1a16b225e" providerId="ADAL" clId="{A0EBCC61-D47A-4171-A17D-DA5B674FB8F1}" dt="2023-02-23T09:48:59.264" v="69" actId="478"/>
        <pc:sldMkLst>
          <pc:docMk/>
          <pc:sldMk cId="71935414" sldId="289"/>
        </pc:sldMkLst>
        <pc:spChg chg="mod">
          <ac:chgData name="Dragan Javorac" userId="913c2858-fb97-4c6e-a42c-b1f1a16b225e" providerId="ADAL" clId="{A0EBCC61-D47A-4171-A17D-DA5B674FB8F1}" dt="2023-02-23T09:48:12.405" v="1" actId="27636"/>
          <ac:spMkLst>
            <pc:docMk/>
            <pc:sldMk cId="71935414" sldId="289"/>
            <ac:spMk id="3" creationId="{DE75ECF5-4DF5-4FDA-ADD4-24091C8E8978}"/>
          </ac:spMkLst>
        </pc:spChg>
        <pc:spChg chg="add mod">
          <ac:chgData name="Dragan Javorac" userId="913c2858-fb97-4c6e-a42c-b1f1a16b225e" providerId="ADAL" clId="{A0EBCC61-D47A-4171-A17D-DA5B674FB8F1}" dt="2023-02-23T09:48:47.673" v="67" actId="1076"/>
          <ac:spMkLst>
            <pc:docMk/>
            <pc:sldMk cId="71935414" sldId="289"/>
            <ac:spMk id="4" creationId="{7AC4B19F-17A2-C8F1-139E-D3CF0830A769}"/>
          </ac:spMkLst>
        </pc:spChg>
        <pc:spChg chg="del">
          <ac:chgData name="Dragan Javorac" userId="913c2858-fb97-4c6e-a42c-b1f1a16b225e" providerId="ADAL" clId="{A0EBCC61-D47A-4171-A17D-DA5B674FB8F1}" dt="2023-02-23T09:48:59.264" v="69" actId="478"/>
          <ac:spMkLst>
            <pc:docMk/>
            <pc:sldMk cId="71935414" sldId="289"/>
            <ac:spMk id="5" creationId="{21C3D64A-9008-4DA9-8922-F5FB3E26E364}"/>
          </ac:spMkLst>
        </pc:spChg>
        <pc:spChg chg="add mod">
          <ac:chgData name="Dragan Javorac" userId="913c2858-fb97-4c6e-a42c-b1f1a16b225e" providerId="ADAL" clId="{A0EBCC61-D47A-4171-A17D-DA5B674FB8F1}" dt="2023-02-23T09:48:28.141" v="3"/>
          <ac:spMkLst>
            <pc:docMk/>
            <pc:sldMk cId="71935414" sldId="289"/>
            <ac:spMk id="6" creationId="{561307AD-308F-1835-A347-5AEBC792C801}"/>
          </ac:spMkLst>
        </pc:spChg>
        <pc:spChg chg="add del mod">
          <ac:chgData name="Dragan Javorac" userId="913c2858-fb97-4c6e-a42c-b1f1a16b225e" providerId="ADAL" clId="{A0EBCC61-D47A-4171-A17D-DA5B674FB8F1}" dt="2023-02-23T09:48:56.898" v="68" actId="478"/>
          <ac:spMkLst>
            <pc:docMk/>
            <pc:sldMk cId="71935414" sldId="289"/>
            <ac:spMk id="7" creationId="{677CC140-BF5E-D655-D5A4-9B9C73CC9365}"/>
          </ac:spMkLst>
        </pc:spChg>
      </pc:sldChg>
    </pc:docChg>
  </pc:docChgLst>
  <pc:docChgLst>
    <pc:chgData name="Dragan Javorac" userId="913c2858-fb97-4c6e-a42c-b1f1a16b225e" providerId="ADAL" clId="{395B4F5B-C1C2-4424-9BA4-AB0F67B1B316}"/>
    <pc:docChg chg="undo custSel addSld delSld modSld sldOrd">
      <pc:chgData name="Dragan Javorac" userId="913c2858-fb97-4c6e-a42c-b1f1a16b225e" providerId="ADAL" clId="{395B4F5B-C1C2-4424-9BA4-AB0F67B1B316}" dt="2022-03-15T11:59:10.080" v="4987" actId="20577"/>
      <pc:docMkLst>
        <pc:docMk/>
      </pc:docMkLst>
      <pc:sldChg chg="modSp mod">
        <pc:chgData name="Dragan Javorac" userId="913c2858-fb97-4c6e-a42c-b1f1a16b225e" providerId="ADAL" clId="{395B4F5B-C1C2-4424-9BA4-AB0F67B1B316}" dt="2022-02-14T14:18:38.811" v="4521" actId="20577"/>
        <pc:sldMkLst>
          <pc:docMk/>
          <pc:sldMk cId="1190764141" sldId="256"/>
        </pc:sldMkLst>
        <pc:spChg chg="mod">
          <ac:chgData name="Dragan Javorac" userId="913c2858-fb97-4c6e-a42c-b1f1a16b225e" providerId="ADAL" clId="{395B4F5B-C1C2-4424-9BA4-AB0F67B1B316}" dt="2022-02-14T14:18:38.811" v="4521" actId="20577"/>
          <ac:spMkLst>
            <pc:docMk/>
            <pc:sldMk cId="1190764141" sldId="256"/>
            <ac:spMk id="2" creationId="{BF6A0D3E-CB9B-4182-95CD-8F3C11B52915}"/>
          </ac:spMkLst>
        </pc:spChg>
        <pc:spChg chg="mod">
          <ac:chgData name="Dragan Javorac" userId="913c2858-fb97-4c6e-a42c-b1f1a16b225e" providerId="ADAL" clId="{395B4F5B-C1C2-4424-9BA4-AB0F67B1B316}" dt="2022-02-13T15:13:11.097" v="3761" actId="20577"/>
          <ac:spMkLst>
            <pc:docMk/>
            <pc:sldMk cId="1190764141" sldId="256"/>
            <ac:spMk id="3" creationId="{DE75ECF5-4DF5-4FDA-ADD4-24091C8E8978}"/>
          </ac:spMkLst>
        </pc:spChg>
      </pc:sldChg>
      <pc:sldChg chg="addSp delSp modSp del mod">
        <pc:chgData name="Dragan Javorac" userId="913c2858-fb97-4c6e-a42c-b1f1a16b225e" providerId="ADAL" clId="{395B4F5B-C1C2-4424-9BA4-AB0F67B1B316}" dt="2022-02-07T12:06:20.311" v="938" actId="47"/>
        <pc:sldMkLst>
          <pc:docMk/>
          <pc:sldMk cId="3412732380" sldId="257"/>
        </pc:sldMkLst>
        <pc:spChg chg="add del mod">
          <ac:chgData name="Dragan Javorac" userId="913c2858-fb97-4c6e-a42c-b1f1a16b225e" providerId="ADAL" clId="{395B4F5B-C1C2-4424-9BA4-AB0F67B1B316}" dt="2022-02-07T10:53:10.022" v="417" actId="478"/>
          <ac:spMkLst>
            <pc:docMk/>
            <pc:sldMk cId="3412732380" sldId="257"/>
            <ac:spMk id="8" creationId="{934AE48F-5CEB-492A-A87D-9F6EE2DA7D79}"/>
          </ac:spMkLst>
        </pc:spChg>
      </pc:sldChg>
      <pc:sldChg chg="addSp delSp modSp mod delAnim">
        <pc:chgData name="Dragan Javorac" userId="913c2858-fb97-4c6e-a42c-b1f1a16b225e" providerId="ADAL" clId="{395B4F5B-C1C2-4424-9BA4-AB0F67B1B316}" dt="2022-02-10T14:26:17.788" v="2935" actId="2"/>
        <pc:sldMkLst>
          <pc:docMk/>
          <pc:sldMk cId="2903056974" sldId="258"/>
        </pc:sldMkLst>
        <pc:spChg chg="add del mod">
          <ac:chgData name="Dragan Javorac" userId="913c2858-fb97-4c6e-a42c-b1f1a16b225e" providerId="ADAL" clId="{395B4F5B-C1C2-4424-9BA4-AB0F67B1B316}" dt="2022-02-10T07:11:37.680" v="2304" actId="478"/>
          <ac:spMkLst>
            <pc:docMk/>
            <pc:sldMk cId="2903056974" sldId="258"/>
            <ac:spMk id="5" creationId="{418B7A20-51EC-4B8D-8547-AF856703F48E}"/>
          </ac:spMkLst>
        </pc:spChg>
        <pc:spChg chg="add del mod">
          <ac:chgData name="Dragan Javorac" userId="913c2858-fb97-4c6e-a42c-b1f1a16b225e" providerId="ADAL" clId="{395B4F5B-C1C2-4424-9BA4-AB0F67B1B316}" dt="2022-02-07T12:06:40.541" v="940" actId="478"/>
          <ac:spMkLst>
            <pc:docMk/>
            <pc:sldMk cId="2903056974" sldId="258"/>
            <ac:spMk id="5" creationId="{D4E1DAED-8AE2-40CC-9E6F-AEF68EAEEE68}"/>
          </ac:spMkLst>
        </pc:spChg>
        <pc:spChg chg="mod">
          <ac:chgData name="Dragan Javorac" userId="913c2858-fb97-4c6e-a42c-b1f1a16b225e" providerId="ADAL" clId="{395B4F5B-C1C2-4424-9BA4-AB0F67B1B316}" dt="2022-02-10T14:26:17.788" v="2935" actId="2"/>
          <ac:spMkLst>
            <pc:docMk/>
            <pc:sldMk cId="2903056974" sldId="258"/>
            <ac:spMk id="8" creationId="{29D1AE08-4CFC-4D37-A07F-A71AE2EA570E}"/>
          </ac:spMkLst>
        </pc:spChg>
        <pc:spChg chg="add del mod">
          <ac:chgData name="Dragan Javorac" userId="913c2858-fb97-4c6e-a42c-b1f1a16b225e" providerId="ADAL" clId="{395B4F5B-C1C2-4424-9BA4-AB0F67B1B316}" dt="2022-02-10T07:11:35.671" v="2303" actId="478"/>
          <ac:spMkLst>
            <pc:docMk/>
            <pc:sldMk cId="2903056974" sldId="258"/>
            <ac:spMk id="10" creationId="{57575287-97F6-4E63-8F4C-EF97E811A97E}"/>
          </ac:spMkLst>
        </pc:spChg>
        <pc:picChg chg="del">
          <ac:chgData name="Dragan Javorac" userId="913c2858-fb97-4c6e-a42c-b1f1a16b225e" providerId="ADAL" clId="{395B4F5B-C1C2-4424-9BA4-AB0F67B1B316}" dt="2022-02-07T12:06:24.425" v="939" actId="478"/>
          <ac:picMkLst>
            <pc:docMk/>
            <pc:sldMk cId="2903056974" sldId="258"/>
            <ac:picMk id="4" creationId="{7CAA3CD8-A5EC-4768-8EA9-022A15E2AE92}"/>
          </ac:picMkLst>
        </pc:picChg>
        <pc:picChg chg="add del mod">
          <ac:chgData name="Dragan Javorac" userId="913c2858-fb97-4c6e-a42c-b1f1a16b225e" providerId="ADAL" clId="{395B4F5B-C1C2-4424-9BA4-AB0F67B1B316}" dt="2022-02-07T12:11:10.371" v="1161" actId="478"/>
          <ac:picMkLst>
            <pc:docMk/>
            <pc:sldMk cId="2903056974" sldId="258"/>
            <ac:picMk id="9" creationId="{213FCDF3-69CC-4BCE-8BC2-FDACF0B67D95}"/>
          </ac:picMkLst>
        </pc:picChg>
        <pc:picChg chg="add del mod">
          <ac:chgData name="Dragan Javorac" userId="913c2858-fb97-4c6e-a42c-b1f1a16b225e" providerId="ADAL" clId="{395B4F5B-C1C2-4424-9BA4-AB0F67B1B316}" dt="2022-02-07T12:11:38.250" v="1166" actId="478"/>
          <ac:picMkLst>
            <pc:docMk/>
            <pc:sldMk cId="2903056974" sldId="258"/>
            <ac:picMk id="11" creationId="{A8870EF0-7918-4356-95F3-9FC739BD87D4}"/>
          </ac:picMkLst>
        </pc:picChg>
        <pc:picChg chg="add mod modCrop">
          <ac:chgData name="Dragan Javorac" userId="913c2858-fb97-4c6e-a42c-b1f1a16b225e" providerId="ADAL" clId="{395B4F5B-C1C2-4424-9BA4-AB0F67B1B316}" dt="2022-02-07T12:12:57.309" v="1296" actId="732"/>
          <ac:picMkLst>
            <pc:docMk/>
            <pc:sldMk cId="2903056974" sldId="258"/>
            <ac:picMk id="13" creationId="{CBDD4F97-3FBB-4D37-AE10-DEEA374A2C3B}"/>
          </ac:picMkLst>
        </pc:picChg>
        <pc:picChg chg="add mod">
          <ac:chgData name="Dragan Javorac" userId="913c2858-fb97-4c6e-a42c-b1f1a16b225e" providerId="ADAL" clId="{395B4F5B-C1C2-4424-9BA4-AB0F67B1B316}" dt="2022-02-07T12:13:11.563" v="1299" actId="14100"/>
          <ac:picMkLst>
            <pc:docMk/>
            <pc:sldMk cId="2903056974" sldId="258"/>
            <ac:picMk id="15" creationId="{E0675541-EF44-4F94-A589-998F2B5576F2}"/>
          </ac:picMkLst>
        </pc:picChg>
        <pc:inkChg chg="add del">
          <ac:chgData name="Dragan Javorac" userId="913c2858-fb97-4c6e-a42c-b1f1a16b225e" providerId="ADAL" clId="{395B4F5B-C1C2-4424-9BA4-AB0F67B1B316}" dt="2022-02-10T07:11:03.203" v="2295" actId="9405"/>
          <ac:inkMkLst>
            <pc:docMk/>
            <pc:sldMk cId="2903056974" sldId="258"/>
            <ac:inkMk id="3" creationId="{FDC61FFE-D4E2-48F5-ADEA-61D149CC7185}"/>
          </ac:inkMkLst>
        </pc:inkChg>
        <pc:inkChg chg="add del">
          <ac:chgData name="Dragan Javorac" userId="913c2858-fb97-4c6e-a42c-b1f1a16b225e" providerId="ADAL" clId="{395B4F5B-C1C2-4424-9BA4-AB0F67B1B316}" dt="2022-02-10T07:11:08.705" v="2297" actId="9405"/>
          <ac:inkMkLst>
            <pc:docMk/>
            <pc:sldMk cId="2903056974" sldId="258"/>
            <ac:inkMk id="4" creationId="{DB5D2326-3849-4091-93E8-22D1AF770DD7}"/>
          </ac:inkMkLst>
        </pc:inkChg>
      </pc:sldChg>
      <pc:sldChg chg="modSp del mod ord">
        <pc:chgData name="Dragan Javorac" userId="913c2858-fb97-4c6e-a42c-b1f1a16b225e" providerId="ADAL" clId="{395B4F5B-C1C2-4424-9BA4-AB0F67B1B316}" dt="2022-03-15T11:56:08.040" v="4875" actId="47"/>
        <pc:sldMkLst>
          <pc:docMk/>
          <pc:sldMk cId="3514793659" sldId="259"/>
        </pc:sldMkLst>
        <pc:spChg chg="mod">
          <ac:chgData name="Dragan Javorac" userId="913c2858-fb97-4c6e-a42c-b1f1a16b225e" providerId="ADAL" clId="{395B4F5B-C1C2-4424-9BA4-AB0F67B1B316}" dt="2022-02-10T07:10:04.418" v="2256" actId="20577"/>
          <ac:spMkLst>
            <pc:docMk/>
            <pc:sldMk cId="3514793659" sldId="259"/>
            <ac:spMk id="2" creationId="{3643F30F-C298-44B3-B485-EEF6F53BF151}"/>
          </ac:spMkLst>
        </pc:spChg>
      </pc:sldChg>
      <pc:sldChg chg="del">
        <pc:chgData name="Dragan Javorac" userId="913c2858-fb97-4c6e-a42c-b1f1a16b225e" providerId="ADAL" clId="{395B4F5B-C1C2-4424-9BA4-AB0F67B1B316}" dt="2022-03-15T11:58:00.064" v="4883" actId="47"/>
        <pc:sldMkLst>
          <pc:docMk/>
          <pc:sldMk cId="500688997" sldId="261"/>
        </pc:sldMkLst>
      </pc:sldChg>
      <pc:sldChg chg="modSp mod ord">
        <pc:chgData name="Dragan Javorac" userId="913c2858-fb97-4c6e-a42c-b1f1a16b225e" providerId="ADAL" clId="{395B4F5B-C1C2-4424-9BA4-AB0F67B1B316}" dt="2022-02-10T14:21:23.950" v="2807" actId="207"/>
        <pc:sldMkLst>
          <pc:docMk/>
          <pc:sldMk cId="2492287235" sldId="262"/>
        </pc:sldMkLst>
        <pc:spChg chg="mod">
          <ac:chgData name="Dragan Javorac" userId="913c2858-fb97-4c6e-a42c-b1f1a16b225e" providerId="ADAL" clId="{395B4F5B-C1C2-4424-9BA4-AB0F67B1B316}" dt="2022-02-10T14:21:23.950" v="2807" actId="207"/>
          <ac:spMkLst>
            <pc:docMk/>
            <pc:sldMk cId="2492287235" sldId="262"/>
            <ac:spMk id="8" creationId="{29D1AE08-4CFC-4D37-A07F-A71AE2EA570E}"/>
          </ac:spMkLst>
        </pc:spChg>
      </pc:sldChg>
      <pc:sldChg chg="addSp delSp modSp mod ord">
        <pc:chgData name="Dragan Javorac" userId="913c2858-fb97-4c6e-a42c-b1f1a16b225e" providerId="ADAL" clId="{395B4F5B-C1C2-4424-9BA4-AB0F67B1B316}" dt="2022-03-10T12:38:52.620" v="4529" actId="1076"/>
        <pc:sldMkLst>
          <pc:docMk/>
          <pc:sldMk cId="4175419852" sldId="263"/>
        </pc:sldMkLst>
        <pc:spChg chg="mod">
          <ac:chgData name="Dragan Javorac" userId="913c2858-fb97-4c6e-a42c-b1f1a16b225e" providerId="ADAL" clId="{395B4F5B-C1C2-4424-9BA4-AB0F67B1B316}" dt="2022-02-07T13:26:54.433" v="1970" actId="20577"/>
          <ac:spMkLst>
            <pc:docMk/>
            <pc:sldMk cId="4175419852" sldId="263"/>
            <ac:spMk id="2" creationId="{3643F30F-C298-44B3-B485-EEF6F53BF151}"/>
          </ac:spMkLst>
        </pc:spChg>
        <pc:spChg chg="mod">
          <ac:chgData name="Dragan Javorac" userId="913c2858-fb97-4c6e-a42c-b1f1a16b225e" providerId="ADAL" clId="{395B4F5B-C1C2-4424-9BA4-AB0F67B1B316}" dt="2022-02-11T11:58:14.657" v="3559" actId="207"/>
          <ac:spMkLst>
            <pc:docMk/>
            <pc:sldMk cId="4175419852" sldId="263"/>
            <ac:spMk id="7" creationId="{BD36E795-40C3-4484-B1C4-0CFEE9EE8005}"/>
          </ac:spMkLst>
        </pc:spChg>
        <pc:spChg chg="mod">
          <ac:chgData name="Dragan Javorac" userId="913c2858-fb97-4c6e-a42c-b1f1a16b225e" providerId="ADAL" clId="{395B4F5B-C1C2-4424-9BA4-AB0F67B1B316}" dt="2022-02-11T11:59:02.419" v="3639" actId="20577"/>
          <ac:spMkLst>
            <pc:docMk/>
            <pc:sldMk cId="4175419852" sldId="263"/>
            <ac:spMk id="8" creationId="{29D1AE08-4CFC-4D37-A07F-A71AE2EA570E}"/>
          </ac:spMkLst>
        </pc:spChg>
        <pc:spChg chg="add mod">
          <ac:chgData name="Dragan Javorac" userId="913c2858-fb97-4c6e-a42c-b1f1a16b225e" providerId="ADAL" clId="{395B4F5B-C1C2-4424-9BA4-AB0F67B1B316}" dt="2022-03-10T12:38:32.255" v="4526" actId="20577"/>
          <ac:spMkLst>
            <pc:docMk/>
            <pc:sldMk cId="4175419852" sldId="263"/>
            <ac:spMk id="9" creationId="{6D6FE365-B339-4A26-9C24-531D4C46EBCE}"/>
          </ac:spMkLst>
        </pc:spChg>
        <pc:graphicFrameChg chg="add del mod">
          <ac:chgData name="Dragan Javorac" userId="913c2858-fb97-4c6e-a42c-b1f1a16b225e" providerId="ADAL" clId="{395B4F5B-C1C2-4424-9BA4-AB0F67B1B316}" dt="2022-02-13T22:11:37.122" v="4446" actId="478"/>
          <ac:graphicFrameMkLst>
            <pc:docMk/>
            <pc:sldMk cId="4175419852" sldId="263"/>
            <ac:graphicFrameMk id="3" creationId="{CF7DC3F9-ED76-4C66-80FB-FE8AEAC56986}"/>
          </ac:graphicFrameMkLst>
        </pc:graphicFrameChg>
        <pc:picChg chg="add del mod">
          <ac:chgData name="Dragan Javorac" userId="913c2858-fb97-4c6e-a42c-b1f1a16b225e" providerId="ADAL" clId="{395B4F5B-C1C2-4424-9BA4-AB0F67B1B316}" dt="2022-03-10T12:38:50.020" v="4527" actId="478"/>
          <ac:picMkLst>
            <pc:docMk/>
            <pc:sldMk cId="4175419852" sldId="263"/>
            <ac:picMk id="4" creationId="{0C8856EF-533F-41A4-8170-0B0F1078FDB7}"/>
          </ac:picMkLst>
        </pc:picChg>
        <pc:picChg chg="add del mod">
          <ac:chgData name="Dragan Javorac" userId="913c2858-fb97-4c6e-a42c-b1f1a16b225e" providerId="ADAL" clId="{395B4F5B-C1C2-4424-9BA4-AB0F67B1B316}" dt="2022-02-11T09:48:28.720" v="2938" actId="478"/>
          <ac:picMkLst>
            <pc:docMk/>
            <pc:sldMk cId="4175419852" sldId="263"/>
            <ac:picMk id="4" creationId="{1B236062-A11E-4F72-A7DB-165EB62EF1DE}"/>
          </ac:picMkLst>
        </pc:picChg>
        <pc:picChg chg="add del mod">
          <ac:chgData name="Dragan Javorac" userId="913c2858-fb97-4c6e-a42c-b1f1a16b225e" providerId="ADAL" clId="{395B4F5B-C1C2-4424-9BA4-AB0F67B1B316}" dt="2022-02-11T10:38:19.008" v="3141" actId="478"/>
          <ac:picMkLst>
            <pc:docMk/>
            <pc:sldMk cId="4175419852" sldId="263"/>
            <ac:picMk id="4" creationId="{41674627-53AC-4844-90BC-C3840C978602}"/>
          </ac:picMkLst>
        </pc:picChg>
        <pc:picChg chg="add del mod">
          <ac:chgData name="Dragan Javorac" userId="913c2858-fb97-4c6e-a42c-b1f1a16b225e" providerId="ADAL" clId="{395B4F5B-C1C2-4424-9BA4-AB0F67B1B316}" dt="2022-02-11T10:33:53.784" v="3047" actId="478"/>
          <ac:picMkLst>
            <pc:docMk/>
            <pc:sldMk cId="4175419852" sldId="263"/>
            <ac:picMk id="5" creationId="{CE201B62-CC25-45DF-A8AF-21C26ACD035D}"/>
          </ac:picMkLst>
        </pc:picChg>
        <pc:picChg chg="add mod">
          <ac:chgData name="Dragan Javorac" userId="913c2858-fb97-4c6e-a42c-b1f1a16b225e" providerId="ADAL" clId="{395B4F5B-C1C2-4424-9BA4-AB0F67B1B316}" dt="2022-03-10T12:38:52.620" v="4529" actId="1076"/>
          <ac:picMkLst>
            <pc:docMk/>
            <pc:sldMk cId="4175419852" sldId="263"/>
            <ac:picMk id="5" creationId="{ECD19090-B99D-4E24-ACDF-3950E165134E}"/>
          </ac:picMkLst>
        </pc:picChg>
        <pc:picChg chg="add del mod">
          <ac:chgData name="Dragan Javorac" userId="913c2858-fb97-4c6e-a42c-b1f1a16b225e" providerId="ADAL" clId="{395B4F5B-C1C2-4424-9BA4-AB0F67B1B316}" dt="2022-02-17T10:34:52.584" v="4522" actId="478"/>
          <ac:picMkLst>
            <pc:docMk/>
            <pc:sldMk cId="4175419852" sldId="263"/>
            <ac:picMk id="6" creationId="{22D25F4B-61D3-4788-A3C0-0C0937DFDC36}"/>
          </ac:picMkLst>
        </pc:picChg>
        <pc:picChg chg="del">
          <ac:chgData name="Dragan Javorac" userId="913c2858-fb97-4c6e-a42c-b1f1a16b225e" providerId="ADAL" clId="{395B4F5B-C1C2-4424-9BA4-AB0F67B1B316}" dt="2022-02-07T13:36:58.712" v="1997" actId="478"/>
          <ac:picMkLst>
            <pc:docMk/>
            <pc:sldMk cId="4175419852" sldId="263"/>
            <ac:picMk id="9" creationId="{0D4E584F-A887-400A-A271-957170FEA674}"/>
          </ac:picMkLst>
        </pc:picChg>
        <pc:picChg chg="add del mod">
          <ac:chgData name="Dragan Javorac" userId="913c2858-fb97-4c6e-a42c-b1f1a16b225e" providerId="ADAL" clId="{395B4F5B-C1C2-4424-9BA4-AB0F67B1B316}" dt="2022-02-11T10:37:38.756" v="3138" actId="478"/>
          <ac:picMkLst>
            <pc:docMk/>
            <pc:sldMk cId="4175419852" sldId="263"/>
            <ac:picMk id="9" creationId="{714F8BE4-7563-4210-BDC3-CF2EF4FD5D1E}"/>
          </ac:picMkLst>
        </pc:picChg>
      </pc:sldChg>
      <pc:sldChg chg="modSp mod">
        <pc:chgData name="Dragan Javorac" userId="913c2858-fb97-4c6e-a42c-b1f1a16b225e" providerId="ADAL" clId="{395B4F5B-C1C2-4424-9BA4-AB0F67B1B316}" dt="2022-03-15T11:56:34.259" v="4882" actId="20577"/>
        <pc:sldMkLst>
          <pc:docMk/>
          <pc:sldMk cId="2499722581" sldId="265"/>
        </pc:sldMkLst>
        <pc:spChg chg="mod">
          <ac:chgData name="Dragan Javorac" userId="913c2858-fb97-4c6e-a42c-b1f1a16b225e" providerId="ADAL" clId="{395B4F5B-C1C2-4424-9BA4-AB0F67B1B316}" dt="2022-02-10T14:25:58.116" v="2934"/>
          <ac:spMkLst>
            <pc:docMk/>
            <pc:sldMk cId="2499722581" sldId="265"/>
            <ac:spMk id="2" creationId="{3643F30F-C298-44B3-B485-EEF6F53BF151}"/>
          </ac:spMkLst>
        </pc:spChg>
        <pc:spChg chg="mod">
          <ac:chgData name="Dragan Javorac" userId="913c2858-fb97-4c6e-a42c-b1f1a16b225e" providerId="ADAL" clId="{395B4F5B-C1C2-4424-9BA4-AB0F67B1B316}" dt="2022-03-15T11:56:34.259" v="4882" actId="20577"/>
          <ac:spMkLst>
            <pc:docMk/>
            <pc:sldMk cId="2499722581" sldId="265"/>
            <ac:spMk id="8" creationId="{29D1AE08-4CFC-4D37-A07F-A71AE2EA570E}"/>
          </ac:spMkLst>
        </pc:spChg>
      </pc:sldChg>
      <pc:sldChg chg="del">
        <pc:chgData name="Dragan Javorac" userId="913c2858-fb97-4c6e-a42c-b1f1a16b225e" providerId="ADAL" clId="{395B4F5B-C1C2-4424-9BA4-AB0F67B1B316}" dt="2022-02-07T12:06:20.311" v="938" actId="47"/>
        <pc:sldMkLst>
          <pc:docMk/>
          <pc:sldMk cId="1373399082" sldId="266"/>
        </pc:sldMkLst>
      </pc:sldChg>
      <pc:sldChg chg="modSp del mod">
        <pc:chgData name="Dragan Javorac" userId="913c2858-fb97-4c6e-a42c-b1f1a16b225e" providerId="ADAL" clId="{395B4F5B-C1C2-4424-9BA4-AB0F67B1B316}" dt="2022-03-15T11:55:04.751" v="4835" actId="47"/>
        <pc:sldMkLst>
          <pc:docMk/>
          <pc:sldMk cId="2947993378" sldId="267"/>
        </pc:sldMkLst>
        <pc:spChg chg="mod">
          <ac:chgData name="Dragan Javorac" userId="913c2858-fb97-4c6e-a42c-b1f1a16b225e" providerId="ADAL" clId="{395B4F5B-C1C2-4424-9BA4-AB0F67B1B316}" dt="2022-02-07T11:26:35.714" v="763" actId="20577"/>
          <ac:spMkLst>
            <pc:docMk/>
            <pc:sldMk cId="2947993378" sldId="267"/>
            <ac:spMk id="3" creationId="{DE75ECF5-4DF5-4FDA-ADD4-24091C8E8978}"/>
          </ac:spMkLst>
        </pc:spChg>
      </pc:sldChg>
      <pc:sldChg chg="del">
        <pc:chgData name="Dragan Javorac" userId="913c2858-fb97-4c6e-a42c-b1f1a16b225e" providerId="ADAL" clId="{395B4F5B-C1C2-4424-9BA4-AB0F67B1B316}" dt="2022-03-15T11:54:40.264" v="4834" actId="47"/>
        <pc:sldMkLst>
          <pc:docMk/>
          <pc:sldMk cId="1558647514" sldId="268"/>
        </pc:sldMkLst>
      </pc:sldChg>
      <pc:sldChg chg="new del">
        <pc:chgData name="Dragan Javorac" userId="913c2858-fb97-4c6e-a42c-b1f1a16b225e" providerId="ADAL" clId="{395B4F5B-C1C2-4424-9BA4-AB0F67B1B316}" dt="2022-02-07T08:42:06.309" v="2" actId="47"/>
        <pc:sldMkLst>
          <pc:docMk/>
          <pc:sldMk cId="1595405543" sldId="269"/>
        </pc:sldMkLst>
      </pc:sldChg>
      <pc:sldChg chg="modSp add del mod ord">
        <pc:chgData name="Dragan Javorac" userId="913c2858-fb97-4c6e-a42c-b1f1a16b225e" providerId="ADAL" clId="{395B4F5B-C1C2-4424-9BA4-AB0F67B1B316}" dt="2022-03-15T11:55:21.092" v="4836" actId="47"/>
        <pc:sldMkLst>
          <pc:docMk/>
          <pc:sldMk cId="3225599187" sldId="270"/>
        </pc:sldMkLst>
        <pc:spChg chg="mod">
          <ac:chgData name="Dragan Javorac" userId="913c2858-fb97-4c6e-a42c-b1f1a16b225e" providerId="ADAL" clId="{395B4F5B-C1C2-4424-9BA4-AB0F67B1B316}" dt="2022-02-11T10:34:21.302" v="3055" actId="20577"/>
          <ac:spMkLst>
            <pc:docMk/>
            <pc:sldMk cId="3225599187" sldId="270"/>
            <ac:spMk id="2" creationId="{BF6A0D3E-CB9B-4182-95CD-8F3C11B52915}"/>
          </ac:spMkLst>
        </pc:spChg>
        <pc:spChg chg="mod">
          <ac:chgData name="Dragan Javorac" userId="913c2858-fb97-4c6e-a42c-b1f1a16b225e" providerId="ADAL" clId="{395B4F5B-C1C2-4424-9BA4-AB0F67B1B316}" dt="2022-02-11T10:34:42.987" v="3137" actId="20577"/>
          <ac:spMkLst>
            <pc:docMk/>
            <pc:sldMk cId="3225599187" sldId="270"/>
            <ac:spMk id="3" creationId="{DE75ECF5-4DF5-4FDA-ADD4-24091C8E8978}"/>
          </ac:spMkLst>
        </pc:spChg>
      </pc:sldChg>
      <pc:sldChg chg="delSp modSp add del mod">
        <pc:chgData name="Dragan Javorac" userId="913c2858-fb97-4c6e-a42c-b1f1a16b225e" providerId="ADAL" clId="{395B4F5B-C1C2-4424-9BA4-AB0F67B1B316}" dt="2022-02-07T08:45:09.751" v="268" actId="47"/>
        <pc:sldMkLst>
          <pc:docMk/>
          <pc:sldMk cId="2487281684" sldId="271"/>
        </pc:sldMkLst>
        <pc:spChg chg="mod">
          <ac:chgData name="Dragan Javorac" userId="913c2858-fb97-4c6e-a42c-b1f1a16b225e" providerId="ADAL" clId="{395B4F5B-C1C2-4424-9BA4-AB0F67B1B316}" dt="2022-02-07T08:45:02.151" v="265" actId="20577"/>
          <ac:spMkLst>
            <pc:docMk/>
            <pc:sldMk cId="2487281684" sldId="271"/>
            <ac:spMk id="2" creationId="{3643F30F-C298-44B3-B485-EEF6F53BF151}"/>
          </ac:spMkLst>
        </pc:spChg>
        <pc:picChg chg="del mod">
          <ac:chgData name="Dragan Javorac" userId="913c2858-fb97-4c6e-a42c-b1f1a16b225e" providerId="ADAL" clId="{395B4F5B-C1C2-4424-9BA4-AB0F67B1B316}" dt="2022-02-07T08:45:03.860" v="267" actId="478"/>
          <ac:picMkLst>
            <pc:docMk/>
            <pc:sldMk cId="2487281684" sldId="271"/>
            <ac:picMk id="5" creationId="{1B8E2D9F-89E7-4FCB-B9CE-9FC559C68B84}"/>
          </ac:picMkLst>
        </pc:picChg>
      </pc:sldChg>
      <pc:sldChg chg="modSp add mod">
        <pc:chgData name="Dragan Javorac" userId="913c2858-fb97-4c6e-a42c-b1f1a16b225e" providerId="ADAL" clId="{395B4F5B-C1C2-4424-9BA4-AB0F67B1B316}" dt="2022-02-13T15:19:02.525" v="3767" actId="20577"/>
        <pc:sldMkLst>
          <pc:docMk/>
          <pc:sldMk cId="4085815419" sldId="271"/>
        </pc:sldMkLst>
        <pc:spChg chg="mod">
          <ac:chgData name="Dragan Javorac" userId="913c2858-fb97-4c6e-a42c-b1f1a16b225e" providerId="ADAL" clId="{395B4F5B-C1C2-4424-9BA4-AB0F67B1B316}" dt="2022-02-07T08:45:42.551" v="311" actId="20577"/>
          <ac:spMkLst>
            <pc:docMk/>
            <pc:sldMk cId="4085815419" sldId="271"/>
            <ac:spMk id="2" creationId="{BF6A0D3E-CB9B-4182-95CD-8F3C11B52915}"/>
          </ac:spMkLst>
        </pc:spChg>
        <pc:spChg chg="mod">
          <ac:chgData name="Dragan Javorac" userId="913c2858-fb97-4c6e-a42c-b1f1a16b225e" providerId="ADAL" clId="{395B4F5B-C1C2-4424-9BA4-AB0F67B1B316}" dt="2022-02-13T15:19:02.525" v="3767" actId="20577"/>
          <ac:spMkLst>
            <pc:docMk/>
            <pc:sldMk cId="4085815419" sldId="271"/>
            <ac:spMk id="3" creationId="{DE75ECF5-4DF5-4FDA-ADD4-24091C8E8978}"/>
          </ac:spMkLst>
        </pc:spChg>
      </pc:sldChg>
      <pc:sldChg chg="modSp add mod ord">
        <pc:chgData name="Dragan Javorac" userId="913c2858-fb97-4c6e-a42c-b1f1a16b225e" providerId="ADAL" clId="{395B4F5B-C1C2-4424-9BA4-AB0F67B1B316}" dt="2022-02-10T14:19:14.453" v="2734" actId="20577"/>
        <pc:sldMkLst>
          <pc:docMk/>
          <pc:sldMk cId="2663455734" sldId="272"/>
        </pc:sldMkLst>
        <pc:spChg chg="mod">
          <ac:chgData name="Dragan Javorac" userId="913c2858-fb97-4c6e-a42c-b1f1a16b225e" providerId="ADAL" clId="{395B4F5B-C1C2-4424-9BA4-AB0F67B1B316}" dt="2022-02-07T12:12:36.356" v="1264" actId="20577"/>
          <ac:spMkLst>
            <pc:docMk/>
            <pc:sldMk cId="2663455734" sldId="272"/>
            <ac:spMk id="2" creationId="{BF6A0D3E-CB9B-4182-95CD-8F3C11B52915}"/>
          </ac:spMkLst>
        </pc:spChg>
        <pc:spChg chg="mod">
          <ac:chgData name="Dragan Javorac" userId="913c2858-fb97-4c6e-a42c-b1f1a16b225e" providerId="ADAL" clId="{395B4F5B-C1C2-4424-9BA4-AB0F67B1B316}" dt="2022-02-10T14:19:14.453" v="2734" actId="20577"/>
          <ac:spMkLst>
            <pc:docMk/>
            <pc:sldMk cId="2663455734" sldId="272"/>
            <ac:spMk id="3" creationId="{DE75ECF5-4DF5-4FDA-ADD4-24091C8E8978}"/>
          </ac:spMkLst>
        </pc:spChg>
      </pc:sldChg>
      <pc:sldChg chg="modSp add del mod">
        <pc:chgData name="Dragan Javorac" userId="913c2858-fb97-4c6e-a42c-b1f1a16b225e" providerId="ADAL" clId="{395B4F5B-C1C2-4424-9BA4-AB0F67B1B316}" dt="2022-03-15T11:56:27.561" v="4876" actId="47"/>
        <pc:sldMkLst>
          <pc:docMk/>
          <pc:sldMk cId="692194894" sldId="273"/>
        </pc:sldMkLst>
        <pc:spChg chg="mod">
          <ac:chgData name="Dragan Javorac" userId="913c2858-fb97-4c6e-a42c-b1f1a16b225e" providerId="ADAL" clId="{395B4F5B-C1C2-4424-9BA4-AB0F67B1B316}" dt="2022-02-07T10:53:47.188" v="504" actId="20577"/>
          <ac:spMkLst>
            <pc:docMk/>
            <pc:sldMk cId="692194894" sldId="273"/>
            <ac:spMk id="2" creationId="{BF6A0D3E-CB9B-4182-95CD-8F3C11B52915}"/>
          </ac:spMkLst>
        </pc:spChg>
        <pc:spChg chg="mod">
          <ac:chgData name="Dragan Javorac" userId="913c2858-fb97-4c6e-a42c-b1f1a16b225e" providerId="ADAL" clId="{395B4F5B-C1C2-4424-9BA4-AB0F67B1B316}" dt="2022-02-11T09:48:49.287" v="2985" actId="20577"/>
          <ac:spMkLst>
            <pc:docMk/>
            <pc:sldMk cId="692194894" sldId="273"/>
            <ac:spMk id="3" creationId="{DE75ECF5-4DF5-4FDA-ADD4-24091C8E8978}"/>
          </ac:spMkLst>
        </pc:spChg>
      </pc:sldChg>
      <pc:sldChg chg="modSp add mod">
        <pc:chgData name="Dragan Javorac" userId="913c2858-fb97-4c6e-a42c-b1f1a16b225e" providerId="ADAL" clId="{395B4F5B-C1C2-4424-9BA4-AB0F67B1B316}" dt="2022-03-15T11:55:47.527" v="4874" actId="20577"/>
        <pc:sldMkLst>
          <pc:docMk/>
          <pc:sldMk cId="3094283307" sldId="274"/>
        </pc:sldMkLst>
        <pc:spChg chg="mod">
          <ac:chgData name="Dragan Javorac" userId="913c2858-fb97-4c6e-a42c-b1f1a16b225e" providerId="ADAL" clId="{395B4F5B-C1C2-4424-9BA4-AB0F67B1B316}" dt="2022-03-15T11:55:47.527" v="4874" actId="20577"/>
          <ac:spMkLst>
            <pc:docMk/>
            <pc:sldMk cId="3094283307" sldId="274"/>
            <ac:spMk id="2" creationId="{BF6A0D3E-CB9B-4182-95CD-8F3C11B52915}"/>
          </ac:spMkLst>
        </pc:spChg>
        <pc:spChg chg="mod">
          <ac:chgData name="Dragan Javorac" userId="913c2858-fb97-4c6e-a42c-b1f1a16b225e" providerId="ADAL" clId="{395B4F5B-C1C2-4424-9BA4-AB0F67B1B316}" dt="2022-02-10T14:25:58.116" v="2934"/>
          <ac:spMkLst>
            <pc:docMk/>
            <pc:sldMk cId="3094283307" sldId="274"/>
            <ac:spMk id="3" creationId="{DE75ECF5-4DF5-4FDA-ADD4-24091C8E8978}"/>
          </ac:spMkLst>
        </pc:spChg>
      </pc:sldChg>
      <pc:sldChg chg="addSp delSp modSp add mod">
        <pc:chgData name="Dragan Javorac" userId="913c2858-fb97-4c6e-a42c-b1f1a16b225e" providerId="ADAL" clId="{395B4F5B-C1C2-4424-9BA4-AB0F67B1B316}" dt="2022-03-15T11:51:00.451" v="4761" actId="20577"/>
        <pc:sldMkLst>
          <pc:docMk/>
          <pc:sldMk cId="3862747346" sldId="275"/>
        </pc:sldMkLst>
        <pc:spChg chg="add del mod">
          <ac:chgData name="Dragan Javorac" userId="913c2858-fb97-4c6e-a42c-b1f1a16b225e" providerId="ADAL" clId="{395B4F5B-C1C2-4424-9BA4-AB0F67B1B316}" dt="2022-03-15T11:49:57.515" v="4656" actId="478"/>
          <ac:spMkLst>
            <pc:docMk/>
            <pc:sldMk cId="3862747346" sldId="275"/>
            <ac:spMk id="6" creationId="{E04E95BE-E75F-42CA-B911-6A39A84322A3}"/>
          </ac:spMkLst>
        </pc:spChg>
        <pc:spChg chg="mod">
          <ac:chgData name="Dragan Javorac" userId="913c2858-fb97-4c6e-a42c-b1f1a16b225e" providerId="ADAL" clId="{395B4F5B-C1C2-4424-9BA4-AB0F67B1B316}" dt="2022-02-13T15:19:58.307" v="3771" actId="207"/>
          <ac:spMkLst>
            <pc:docMk/>
            <pc:sldMk cId="3862747346" sldId="275"/>
            <ac:spMk id="7" creationId="{BD36E795-40C3-4484-B1C4-0CFEE9EE8005}"/>
          </ac:spMkLst>
        </pc:spChg>
        <pc:spChg chg="mod">
          <ac:chgData name="Dragan Javorac" userId="913c2858-fb97-4c6e-a42c-b1f1a16b225e" providerId="ADAL" clId="{395B4F5B-C1C2-4424-9BA4-AB0F67B1B316}" dt="2022-03-15T11:51:00.451" v="4761" actId="20577"/>
          <ac:spMkLst>
            <pc:docMk/>
            <pc:sldMk cId="3862747346" sldId="275"/>
            <ac:spMk id="8" creationId="{29D1AE08-4CFC-4D37-A07F-A71AE2EA570E}"/>
          </ac:spMkLst>
        </pc:spChg>
        <pc:picChg chg="mod">
          <ac:chgData name="Dragan Javorac" userId="913c2858-fb97-4c6e-a42c-b1f1a16b225e" providerId="ADAL" clId="{395B4F5B-C1C2-4424-9BA4-AB0F67B1B316}" dt="2022-02-13T15:19:46.583" v="3770" actId="1076"/>
          <ac:picMkLst>
            <pc:docMk/>
            <pc:sldMk cId="3862747346" sldId="275"/>
            <ac:picMk id="9" creationId="{0D4E584F-A887-400A-A271-957170FEA674}"/>
          </ac:picMkLst>
        </pc:picChg>
      </pc:sldChg>
      <pc:sldChg chg="modSp add mod">
        <pc:chgData name="Dragan Javorac" userId="913c2858-fb97-4c6e-a42c-b1f1a16b225e" providerId="ADAL" clId="{395B4F5B-C1C2-4424-9BA4-AB0F67B1B316}" dt="2022-03-15T11:54:01.929" v="4833" actId="20577"/>
        <pc:sldMkLst>
          <pc:docMk/>
          <pc:sldMk cId="3663914228" sldId="276"/>
        </pc:sldMkLst>
        <pc:spChg chg="mod">
          <ac:chgData name="Dragan Javorac" userId="913c2858-fb97-4c6e-a42c-b1f1a16b225e" providerId="ADAL" clId="{395B4F5B-C1C2-4424-9BA4-AB0F67B1B316}" dt="2022-03-15T11:54:01.929" v="4833" actId="20577"/>
          <ac:spMkLst>
            <pc:docMk/>
            <pc:sldMk cId="3663914228" sldId="276"/>
            <ac:spMk id="3" creationId="{DE75ECF5-4DF5-4FDA-ADD4-24091C8E8978}"/>
          </ac:spMkLst>
        </pc:spChg>
      </pc:sldChg>
      <pc:sldChg chg="addSp delSp modSp add mod">
        <pc:chgData name="Dragan Javorac" userId="913c2858-fb97-4c6e-a42c-b1f1a16b225e" providerId="ADAL" clId="{395B4F5B-C1C2-4424-9BA4-AB0F67B1B316}" dt="2022-03-15T11:53:15.765" v="4832" actId="20577"/>
        <pc:sldMkLst>
          <pc:docMk/>
          <pc:sldMk cId="379009748" sldId="277"/>
        </pc:sldMkLst>
        <pc:spChg chg="mod">
          <ac:chgData name="Dragan Javorac" userId="913c2858-fb97-4c6e-a42c-b1f1a16b225e" providerId="ADAL" clId="{395B4F5B-C1C2-4424-9BA4-AB0F67B1B316}" dt="2022-03-15T11:53:15.765" v="4832" actId="20577"/>
          <ac:spMkLst>
            <pc:docMk/>
            <pc:sldMk cId="379009748" sldId="277"/>
            <ac:spMk id="8" creationId="{29D1AE08-4CFC-4D37-A07F-A71AE2EA570E}"/>
          </ac:spMkLst>
        </pc:spChg>
        <pc:picChg chg="add mod">
          <ac:chgData name="Dragan Javorac" userId="913c2858-fb97-4c6e-a42c-b1f1a16b225e" providerId="ADAL" clId="{395B4F5B-C1C2-4424-9BA4-AB0F67B1B316}" dt="2022-03-15T11:51:36.526" v="4765" actId="1076"/>
          <ac:picMkLst>
            <pc:docMk/>
            <pc:sldMk cId="379009748" sldId="277"/>
            <ac:picMk id="4" creationId="{2E76E698-C1E9-4D4D-A561-D539E9A87EA4}"/>
          </ac:picMkLst>
        </pc:picChg>
        <pc:picChg chg="del mod">
          <ac:chgData name="Dragan Javorac" userId="913c2858-fb97-4c6e-a42c-b1f1a16b225e" providerId="ADAL" clId="{395B4F5B-C1C2-4424-9BA4-AB0F67B1B316}" dt="2022-03-15T11:51:07.007" v="4763" actId="478"/>
          <ac:picMkLst>
            <pc:docMk/>
            <pc:sldMk cId="379009748" sldId="277"/>
            <ac:picMk id="5" creationId="{1B8E2D9F-89E7-4FCB-B9CE-9FC559C68B84}"/>
          </ac:picMkLst>
        </pc:picChg>
      </pc:sldChg>
      <pc:sldChg chg="modSp add mod">
        <pc:chgData name="Dragan Javorac" userId="913c2858-fb97-4c6e-a42c-b1f1a16b225e" providerId="ADAL" clId="{395B4F5B-C1C2-4424-9BA4-AB0F67B1B316}" dt="2022-03-15T11:49:52.140" v="4653" actId="20577"/>
        <pc:sldMkLst>
          <pc:docMk/>
          <pc:sldMk cId="1939545950" sldId="278"/>
        </pc:sldMkLst>
        <pc:spChg chg="mod">
          <ac:chgData name="Dragan Javorac" userId="913c2858-fb97-4c6e-a42c-b1f1a16b225e" providerId="ADAL" clId="{395B4F5B-C1C2-4424-9BA4-AB0F67B1B316}" dt="2022-03-15T11:49:52.140" v="4653" actId="20577"/>
          <ac:spMkLst>
            <pc:docMk/>
            <pc:sldMk cId="1939545950" sldId="278"/>
            <ac:spMk id="2" creationId="{3643F30F-C298-44B3-B485-EEF6F53BF151}"/>
          </ac:spMkLst>
        </pc:spChg>
        <pc:spChg chg="mod">
          <ac:chgData name="Dragan Javorac" userId="913c2858-fb97-4c6e-a42c-b1f1a16b225e" providerId="ADAL" clId="{395B4F5B-C1C2-4424-9BA4-AB0F67B1B316}" dt="2022-03-15T11:49:48.513" v="4642" actId="27636"/>
          <ac:spMkLst>
            <pc:docMk/>
            <pc:sldMk cId="1939545950" sldId="278"/>
            <ac:spMk id="6" creationId="{E04E95BE-E75F-42CA-B911-6A39A84322A3}"/>
          </ac:spMkLst>
        </pc:spChg>
        <pc:spChg chg="mod">
          <ac:chgData name="Dragan Javorac" userId="913c2858-fb97-4c6e-a42c-b1f1a16b225e" providerId="ADAL" clId="{395B4F5B-C1C2-4424-9BA4-AB0F67B1B316}" dt="2022-03-15T11:49:49.611" v="4644" actId="27636"/>
          <ac:spMkLst>
            <pc:docMk/>
            <pc:sldMk cId="1939545950" sldId="278"/>
            <ac:spMk id="8" creationId="{29D1AE08-4CFC-4D37-A07F-A71AE2EA570E}"/>
          </ac:spMkLst>
        </pc:spChg>
      </pc:sldChg>
      <pc:sldChg chg="addSp delSp modSp add mod">
        <pc:chgData name="Dragan Javorac" userId="913c2858-fb97-4c6e-a42c-b1f1a16b225e" providerId="ADAL" clId="{395B4F5B-C1C2-4424-9BA4-AB0F67B1B316}" dt="2022-03-15T11:59:10.080" v="4987" actId="20577"/>
        <pc:sldMkLst>
          <pc:docMk/>
          <pc:sldMk cId="698492982" sldId="279"/>
        </pc:sldMkLst>
        <pc:spChg chg="mod">
          <ac:chgData name="Dragan Javorac" userId="913c2858-fb97-4c6e-a42c-b1f1a16b225e" providerId="ADAL" clId="{395B4F5B-C1C2-4424-9BA4-AB0F67B1B316}" dt="2022-03-15T11:58:19.824" v="4897" actId="20577"/>
          <ac:spMkLst>
            <pc:docMk/>
            <pc:sldMk cId="698492982" sldId="279"/>
            <ac:spMk id="2" creationId="{3643F30F-C298-44B3-B485-EEF6F53BF151}"/>
          </ac:spMkLst>
        </pc:spChg>
        <pc:spChg chg="mod">
          <ac:chgData name="Dragan Javorac" userId="913c2858-fb97-4c6e-a42c-b1f1a16b225e" providerId="ADAL" clId="{395B4F5B-C1C2-4424-9BA4-AB0F67B1B316}" dt="2022-03-15T11:59:10.080" v="4987" actId="20577"/>
          <ac:spMkLst>
            <pc:docMk/>
            <pc:sldMk cId="698492982" sldId="279"/>
            <ac:spMk id="8" creationId="{29D1AE08-4CFC-4D37-A07F-A71AE2EA570E}"/>
          </ac:spMkLst>
        </pc:spChg>
        <pc:picChg chg="add mod">
          <ac:chgData name="Dragan Javorac" userId="913c2858-fb97-4c6e-a42c-b1f1a16b225e" providerId="ADAL" clId="{395B4F5B-C1C2-4424-9BA4-AB0F67B1B316}" dt="2022-03-15T11:58:16.190" v="4890" actId="14100"/>
          <ac:picMkLst>
            <pc:docMk/>
            <pc:sldMk cId="698492982" sldId="279"/>
            <ac:picMk id="4" creationId="{71991CF7-6D60-4850-A83F-9AD82B4C9F3E}"/>
          </ac:picMkLst>
        </pc:picChg>
        <pc:picChg chg="del">
          <ac:chgData name="Dragan Javorac" userId="913c2858-fb97-4c6e-a42c-b1f1a16b225e" providerId="ADAL" clId="{395B4F5B-C1C2-4424-9BA4-AB0F67B1B316}" dt="2022-03-15T11:58:11.519" v="4887" actId="478"/>
          <ac:picMkLst>
            <pc:docMk/>
            <pc:sldMk cId="698492982" sldId="279"/>
            <ac:picMk id="11" creationId="{D35AF2C2-FC42-450B-83E0-9EF571E293F1}"/>
          </ac:picMkLst>
        </pc:picChg>
      </pc:sldChg>
    </pc:docChg>
  </pc:docChgLst>
  <pc:docChgLst>
    <pc:chgData name="Dragan Javorac" userId="913c2858-fb97-4c6e-a42c-b1f1a16b225e" providerId="ADAL" clId="{B86FD946-7317-48B8-9BB5-9FAED75EAF99}"/>
    <pc:docChg chg="custSel delSld modSld">
      <pc:chgData name="Dragan Javorac" userId="913c2858-fb97-4c6e-a42c-b1f1a16b225e" providerId="ADAL" clId="{B86FD946-7317-48B8-9BB5-9FAED75EAF99}" dt="2024-10-14T06:40:09.124" v="256" actId="20577"/>
      <pc:docMkLst>
        <pc:docMk/>
      </pc:docMkLst>
      <pc:sldChg chg="modSp mod">
        <pc:chgData name="Dragan Javorac" userId="913c2858-fb97-4c6e-a42c-b1f1a16b225e" providerId="ADAL" clId="{B86FD946-7317-48B8-9BB5-9FAED75EAF99}" dt="2024-10-14T06:34:57.580" v="4" actId="20577"/>
        <pc:sldMkLst>
          <pc:docMk/>
          <pc:sldMk cId="1190764141" sldId="256"/>
        </pc:sldMkLst>
        <pc:spChg chg="mod">
          <ac:chgData name="Dragan Javorac" userId="913c2858-fb97-4c6e-a42c-b1f1a16b225e" providerId="ADAL" clId="{B86FD946-7317-48B8-9BB5-9FAED75EAF99}" dt="2024-10-14T06:34:57.580" v="4" actId="20577"/>
          <ac:spMkLst>
            <pc:docMk/>
            <pc:sldMk cId="1190764141" sldId="256"/>
            <ac:spMk id="2" creationId="{BF6A0D3E-CB9B-4182-95CD-8F3C11B52915}"/>
          </ac:spMkLst>
        </pc:spChg>
      </pc:sldChg>
      <pc:sldChg chg="addSp delSp modSp mod">
        <pc:chgData name="Dragan Javorac" userId="913c2858-fb97-4c6e-a42c-b1f1a16b225e" providerId="ADAL" clId="{B86FD946-7317-48B8-9BB5-9FAED75EAF99}" dt="2024-10-14T06:40:09.124" v="256" actId="20577"/>
        <pc:sldMkLst>
          <pc:docMk/>
          <pc:sldMk cId="698492982" sldId="279"/>
        </pc:sldMkLst>
        <pc:spChg chg="mod">
          <ac:chgData name="Dragan Javorac" userId="913c2858-fb97-4c6e-a42c-b1f1a16b225e" providerId="ADAL" clId="{B86FD946-7317-48B8-9BB5-9FAED75EAF99}" dt="2024-10-14T06:40:09.124" v="256" actId="20577"/>
          <ac:spMkLst>
            <pc:docMk/>
            <pc:sldMk cId="698492982" sldId="279"/>
            <ac:spMk id="8" creationId="{29D1AE08-4CFC-4D37-A07F-A71AE2EA570E}"/>
          </ac:spMkLst>
        </pc:spChg>
        <pc:picChg chg="add mod">
          <ac:chgData name="Dragan Javorac" userId="913c2858-fb97-4c6e-a42c-b1f1a16b225e" providerId="ADAL" clId="{B86FD946-7317-48B8-9BB5-9FAED75EAF99}" dt="2024-10-14T06:40:00.594" v="248" actId="1076"/>
          <ac:picMkLst>
            <pc:docMk/>
            <pc:sldMk cId="698492982" sldId="279"/>
            <ac:picMk id="5" creationId="{1DF548C2-BE41-713C-B253-4DBC0103B193}"/>
          </ac:picMkLst>
        </pc:picChg>
        <pc:picChg chg="del">
          <ac:chgData name="Dragan Javorac" userId="913c2858-fb97-4c6e-a42c-b1f1a16b225e" providerId="ADAL" clId="{B86FD946-7317-48B8-9BB5-9FAED75EAF99}" dt="2024-10-14T06:39:58.725" v="246" actId="478"/>
          <ac:picMkLst>
            <pc:docMk/>
            <pc:sldMk cId="698492982" sldId="279"/>
            <ac:picMk id="6" creationId="{08912ECA-B223-D038-36CB-8925EA34B80D}"/>
          </ac:picMkLst>
        </pc:picChg>
      </pc:sldChg>
      <pc:sldChg chg="delSp modSp mod">
        <pc:chgData name="Dragan Javorac" userId="913c2858-fb97-4c6e-a42c-b1f1a16b225e" providerId="ADAL" clId="{B86FD946-7317-48B8-9BB5-9FAED75EAF99}" dt="2024-10-14T06:35:39.447" v="151" actId="478"/>
        <pc:sldMkLst>
          <pc:docMk/>
          <pc:sldMk cId="1943057012" sldId="298"/>
        </pc:sldMkLst>
        <pc:spChg chg="mod">
          <ac:chgData name="Dragan Javorac" userId="913c2858-fb97-4c6e-a42c-b1f1a16b225e" providerId="ADAL" clId="{B86FD946-7317-48B8-9BB5-9FAED75EAF99}" dt="2024-10-14T06:35:04.353" v="10" actId="20577"/>
          <ac:spMkLst>
            <pc:docMk/>
            <pc:sldMk cId="1943057012" sldId="298"/>
            <ac:spMk id="2" creationId="{BF6A0D3E-CB9B-4182-95CD-8F3C11B52915}"/>
          </ac:spMkLst>
        </pc:spChg>
        <pc:spChg chg="mod">
          <ac:chgData name="Dragan Javorac" userId="913c2858-fb97-4c6e-a42c-b1f1a16b225e" providerId="ADAL" clId="{B86FD946-7317-48B8-9BB5-9FAED75EAF99}" dt="2024-10-14T06:35:34.597" v="147" actId="20577"/>
          <ac:spMkLst>
            <pc:docMk/>
            <pc:sldMk cId="1943057012" sldId="298"/>
            <ac:spMk id="4" creationId="{02F6EA06-1376-2EBC-EDBD-6F27D35F4138}"/>
          </ac:spMkLst>
        </pc:spChg>
        <pc:spChg chg="del">
          <ac:chgData name="Dragan Javorac" userId="913c2858-fb97-4c6e-a42c-b1f1a16b225e" providerId="ADAL" clId="{B86FD946-7317-48B8-9BB5-9FAED75EAF99}" dt="2024-10-14T06:35:38.692" v="150" actId="478"/>
          <ac:spMkLst>
            <pc:docMk/>
            <pc:sldMk cId="1943057012" sldId="298"/>
            <ac:spMk id="7" creationId="{964A6B93-7E44-33FD-C945-BFC0DFE923E7}"/>
          </ac:spMkLst>
        </pc:spChg>
        <pc:spChg chg="del">
          <ac:chgData name="Dragan Javorac" userId="913c2858-fb97-4c6e-a42c-b1f1a16b225e" providerId="ADAL" clId="{B86FD946-7317-48B8-9BB5-9FAED75EAF99}" dt="2024-10-14T06:35:39.447" v="151" actId="478"/>
          <ac:spMkLst>
            <pc:docMk/>
            <pc:sldMk cId="1943057012" sldId="298"/>
            <ac:spMk id="10" creationId="{4490EC75-7108-DD9C-107A-A4E5CF5DB886}"/>
          </ac:spMkLst>
        </pc:spChg>
        <pc:picChg chg="del">
          <ac:chgData name="Dragan Javorac" userId="913c2858-fb97-4c6e-a42c-b1f1a16b225e" providerId="ADAL" clId="{B86FD946-7317-48B8-9BB5-9FAED75EAF99}" dt="2024-10-14T06:35:37.119" v="148" actId="478"/>
          <ac:picMkLst>
            <pc:docMk/>
            <pc:sldMk cId="1943057012" sldId="298"/>
            <ac:picMk id="6" creationId="{7EEBED48-B6A5-2BD2-9B69-FDE8C88B9403}"/>
          </ac:picMkLst>
        </pc:picChg>
        <pc:picChg chg="del">
          <ac:chgData name="Dragan Javorac" userId="913c2858-fb97-4c6e-a42c-b1f1a16b225e" providerId="ADAL" clId="{B86FD946-7317-48B8-9BB5-9FAED75EAF99}" dt="2024-10-14T06:35:37.658" v="149" actId="478"/>
          <ac:picMkLst>
            <pc:docMk/>
            <pc:sldMk cId="1943057012" sldId="298"/>
            <ac:picMk id="9" creationId="{14080DD5-0540-CDEB-2ABB-4A2BEE24F3D5}"/>
          </ac:picMkLst>
        </pc:picChg>
      </pc:sldChg>
      <pc:sldChg chg="del">
        <pc:chgData name="Dragan Javorac" userId="913c2858-fb97-4c6e-a42c-b1f1a16b225e" providerId="ADAL" clId="{B86FD946-7317-48B8-9BB5-9FAED75EAF99}" dt="2024-10-14T06:38:58.592" v="152" actId="47"/>
        <pc:sldMkLst>
          <pc:docMk/>
          <pc:sldMk cId="490436547" sldId="299"/>
        </pc:sldMkLst>
      </pc:sldChg>
      <pc:sldChg chg="addSp delSp modSp mod">
        <pc:chgData name="Dragan Javorac" userId="913c2858-fb97-4c6e-a42c-b1f1a16b225e" providerId="ADAL" clId="{B86FD946-7317-48B8-9BB5-9FAED75EAF99}" dt="2024-10-14T06:39:36.733" v="244" actId="20577"/>
        <pc:sldMkLst>
          <pc:docMk/>
          <pc:sldMk cId="2608997507" sldId="300"/>
        </pc:sldMkLst>
        <pc:spChg chg="mod">
          <ac:chgData name="Dragan Javorac" userId="913c2858-fb97-4c6e-a42c-b1f1a16b225e" providerId="ADAL" clId="{B86FD946-7317-48B8-9BB5-9FAED75EAF99}" dt="2024-10-14T06:39:00.932" v="156" actId="20577"/>
          <ac:spMkLst>
            <pc:docMk/>
            <pc:sldMk cId="2608997507" sldId="300"/>
            <ac:spMk id="2" creationId="{BF6A0D3E-CB9B-4182-95CD-8F3C11B52915}"/>
          </ac:spMkLst>
        </pc:spChg>
        <pc:spChg chg="add mod">
          <ac:chgData name="Dragan Javorac" userId="913c2858-fb97-4c6e-a42c-b1f1a16b225e" providerId="ADAL" clId="{B86FD946-7317-48B8-9BB5-9FAED75EAF99}" dt="2024-10-14T06:39:36.733" v="244" actId="20577"/>
          <ac:spMkLst>
            <pc:docMk/>
            <pc:sldMk cId="2608997507" sldId="300"/>
            <ac:spMk id="3" creationId="{0D410AE2-3B14-4890-E11C-D8EB11E81A34}"/>
          </ac:spMkLst>
        </pc:spChg>
        <pc:spChg chg="mod">
          <ac:chgData name="Dragan Javorac" userId="913c2858-fb97-4c6e-a42c-b1f1a16b225e" providerId="ADAL" clId="{B86FD946-7317-48B8-9BB5-9FAED75EAF99}" dt="2024-10-14T06:39:02.652" v="157" actId="6549"/>
          <ac:spMkLst>
            <pc:docMk/>
            <pc:sldMk cId="2608997507" sldId="300"/>
            <ac:spMk id="4" creationId="{02F6EA06-1376-2EBC-EDBD-6F27D35F4138}"/>
          </ac:spMkLst>
        </pc:spChg>
        <pc:spChg chg="del">
          <ac:chgData name="Dragan Javorac" userId="913c2858-fb97-4c6e-a42c-b1f1a16b225e" providerId="ADAL" clId="{B86FD946-7317-48B8-9BB5-9FAED75EAF99}" dt="2024-10-14T06:39:04.282" v="158" actId="478"/>
          <ac:spMkLst>
            <pc:docMk/>
            <pc:sldMk cId="2608997507" sldId="300"/>
            <ac:spMk id="7" creationId="{964A6B93-7E44-33FD-C945-BFC0DFE923E7}"/>
          </ac:spMkLst>
        </pc:spChg>
        <pc:spChg chg="del mod">
          <ac:chgData name="Dragan Javorac" userId="913c2858-fb97-4c6e-a42c-b1f1a16b225e" providerId="ADAL" clId="{B86FD946-7317-48B8-9BB5-9FAED75EAF99}" dt="2024-10-14T06:39:05.922" v="161" actId="478"/>
          <ac:spMkLst>
            <pc:docMk/>
            <pc:sldMk cId="2608997507" sldId="300"/>
            <ac:spMk id="10" creationId="{0149FEC8-C239-16F1-D7A6-BB681F8E9664}"/>
          </ac:spMkLst>
        </pc:spChg>
        <pc:picChg chg="del">
          <ac:chgData name="Dragan Javorac" userId="913c2858-fb97-4c6e-a42c-b1f1a16b225e" providerId="ADAL" clId="{B86FD946-7317-48B8-9BB5-9FAED75EAF99}" dt="2024-10-14T06:39:05.049" v="159" actId="478"/>
          <ac:picMkLst>
            <pc:docMk/>
            <pc:sldMk cId="2608997507" sldId="300"/>
            <ac:picMk id="6" creationId="{9C362850-9996-C81E-A331-6B04196A1456}"/>
          </ac:picMkLst>
        </pc:picChg>
      </pc:sldChg>
      <pc:sldChg chg="del">
        <pc:chgData name="Dragan Javorac" userId="913c2858-fb97-4c6e-a42c-b1f1a16b225e" providerId="ADAL" clId="{B86FD946-7317-48B8-9BB5-9FAED75EAF99}" dt="2024-10-14T06:35:00.315" v="5" actId="47"/>
        <pc:sldMkLst>
          <pc:docMk/>
          <pc:sldMk cId="886250800" sldId="301"/>
        </pc:sldMkLst>
      </pc:sldChg>
      <pc:sldChg chg="del">
        <pc:chgData name="Dragan Javorac" userId="913c2858-fb97-4c6e-a42c-b1f1a16b225e" providerId="ADAL" clId="{B86FD946-7317-48B8-9BB5-9FAED75EAF99}" dt="2024-10-14T06:39:39.643" v="245" actId="47"/>
        <pc:sldMkLst>
          <pc:docMk/>
          <pc:sldMk cId="3178634869" sldId="302"/>
        </pc:sldMkLst>
      </pc:sldChg>
      <pc:sldChg chg="del">
        <pc:chgData name="Dragan Javorac" userId="913c2858-fb97-4c6e-a42c-b1f1a16b225e" providerId="ADAL" clId="{B86FD946-7317-48B8-9BB5-9FAED75EAF99}" dt="2024-10-14T06:39:39.643" v="245" actId="47"/>
        <pc:sldMkLst>
          <pc:docMk/>
          <pc:sldMk cId="2964331705" sldId="303"/>
        </pc:sldMkLst>
      </pc:sldChg>
      <pc:sldChg chg="del">
        <pc:chgData name="Dragan Javorac" userId="913c2858-fb97-4c6e-a42c-b1f1a16b225e" providerId="ADAL" clId="{B86FD946-7317-48B8-9BB5-9FAED75EAF99}" dt="2024-10-14T06:38:58.592" v="152" actId="47"/>
        <pc:sldMkLst>
          <pc:docMk/>
          <pc:sldMk cId="240605915" sldId="304"/>
        </pc:sldMkLst>
      </pc:sldChg>
      <pc:sldChg chg="del">
        <pc:chgData name="Dragan Javorac" userId="913c2858-fb97-4c6e-a42c-b1f1a16b225e" providerId="ADAL" clId="{B86FD946-7317-48B8-9BB5-9FAED75EAF99}" dt="2024-10-14T06:38:58.592" v="152" actId="47"/>
        <pc:sldMkLst>
          <pc:docMk/>
          <pc:sldMk cId="189354176" sldId="305"/>
        </pc:sldMkLst>
      </pc:sldChg>
      <pc:sldChg chg="del">
        <pc:chgData name="Dragan Javorac" userId="913c2858-fb97-4c6e-a42c-b1f1a16b225e" providerId="ADAL" clId="{B86FD946-7317-48B8-9BB5-9FAED75EAF99}" dt="2024-10-14T06:38:58.592" v="152" actId="47"/>
        <pc:sldMkLst>
          <pc:docMk/>
          <pc:sldMk cId="2246955678" sldId="306"/>
        </pc:sldMkLst>
      </pc:sldChg>
      <pc:sldChg chg="del">
        <pc:chgData name="Dragan Javorac" userId="913c2858-fb97-4c6e-a42c-b1f1a16b225e" providerId="ADAL" clId="{B86FD946-7317-48B8-9BB5-9FAED75EAF99}" dt="2024-10-14T06:38:58.592" v="152" actId="47"/>
        <pc:sldMkLst>
          <pc:docMk/>
          <pc:sldMk cId="4067666429" sldId="307"/>
        </pc:sldMkLst>
      </pc:sldChg>
    </pc:docChg>
  </pc:docChgLst>
  <pc:docChgLst>
    <pc:chgData name="Dragan Javorac" userId="913c2858-fb97-4c6e-a42c-b1f1a16b225e" providerId="ADAL" clId="{F083FD20-F3BD-41EC-B213-1B7E537A2FF5}"/>
    <pc:docChg chg="modSld">
      <pc:chgData name="Dragan Javorac" userId="913c2858-fb97-4c6e-a42c-b1f1a16b225e" providerId="ADAL" clId="{F083FD20-F3BD-41EC-B213-1B7E537A2FF5}" dt="2022-07-11T07:19:01.511" v="1" actId="20577"/>
      <pc:docMkLst>
        <pc:docMk/>
      </pc:docMkLst>
      <pc:sldChg chg="modSp mod">
        <pc:chgData name="Dragan Javorac" userId="913c2858-fb97-4c6e-a42c-b1f1a16b225e" providerId="ADAL" clId="{F083FD20-F3BD-41EC-B213-1B7E537A2FF5}" dt="2022-07-11T07:19:01.511" v="1" actId="20577"/>
        <pc:sldMkLst>
          <pc:docMk/>
          <pc:sldMk cId="2499722581" sldId="265"/>
        </pc:sldMkLst>
        <pc:spChg chg="mod">
          <ac:chgData name="Dragan Javorac" userId="913c2858-fb97-4c6e-a42c-b1f1a16b225e" providerId="ADAL" clId="{F083FD20-F3BD-41EC-B213-1B7E537A2FF5}" dt="2022-07-11T07:19:01.511" v="1" actId="20577"/>
          <ac:spMkLst>
            <pc:docMk/>
            <pc:sldMk cId="2499722581" sldId="265"/>
            <ac:spMk id="8" creationId="{29D1AE08-4CFC-4D37-A07F-A71AE2EA570E}"/>
          </ac:spMkLst>
        </pc:spChg>
      </pc:sldChg>
    </pc:docChg>
  </pc:docChgLst>
  <pc:docChgLst>
    <pc:chgData name="Dragan Javorac" userId="913c2858-fb97-4c6e-a42c-b1f1a16b225e" providerId="ADAL" clId="{ADD7E50D-BF72-4F61-9B2F-DCE431737050}"/>
    <pc:docChg chg="custSel modSld">
      <pc:chgData name="Dragan Javorac" userId="913c2858-fb97-4c6e-a42c-b1f1a16b225e" providerId="ADAL" clId="{ADD7E50D-BF72-4F61-9B2F-DCE431737050}" dt="2024-03-26T08:05:41.420" v="6" actId="6549"/>
      <pc:docMkLst>
        <pc:docMk/>
      </pc:docMkLst>
      <pc:sldChg chg="addSp delSp modSp mod">
        <pc:chgData name="Dragan Javorac" userId="913c2858-fb97-4c6e-a42c-b1f1a16b225e" providerId="ADAL" clId="{ADD7E50D-BF72-4F61-9B2F-DCE431737050}" dt="2024-03-26T08:05:41.420" v="6" actId="6549"/>
        <pc:sldMkLst>
          <pc:docMk/>
          <pc:sldMk cId="698492982" sldId="279"/>
        </pc:sldMkLst>
        <pc:spChg chg="mod">
          <ac:chgData name="Dragan Javorac" userId="913c2858-fb97-4c6e-a42c-b1f1a16b225e" providerId="ADAL" clId="{ADD7E50D-BF72-4F61-9B2F-DCE431737050}" dt="2024-03-26T08:05:41.420" v="6" actId="6549"/>
          <ac:spMkLst>
            <pc:docMk/>
            <pc:sldMk cId="698492982" sldId="279"/>
            <ac:spMk id="4" creationId="{8C4E84FB-8E3C-2FEE-37BC-1A941659F10D}"/>
          </ac:spMkLst>
        </pc:spChg>
        <pc:picChg chg="add mod">
          <ac:chgData name="Dragan Javorac" userId="913c2858-fb97-4c6e-a42c-b1f1a16b225e" providerId="ADAL" clId="{ADD7E50D-BF72-4F61-9B2F-DCE431737050}" dt="2024-03-26T08:05:33.149" v="3" actId="14100"/>
          <ac:picMkLst>
            <pc:docMk/>
            <pc:sldMk cId="698492982" sldId="279"/>
            <ac:picMk id="5" creationId="{8A8CB21C-1893-80C8-0EE1-6C152AC07C7A}"/>
          </ac:picMkLst>
        </pc:picChg>
        <pc:picChg chg="del">
          <ac:chgData name="Dragan Javorac" userId="913c2858-fb97-4c6e-a42c-b1f1a16b225e" providerId="ADAL" clId="{ADD7E50D-BF72-4F61-9B2F-DCE431737050}" dt="2024-03-26T08:05:28.569" v="0" actId="478"/>
          <ac:picMkLst>
            <pc:docMk/>
            <pc:sldMk cId="698492982" sldId="279"/>
            <ac:picMk id="6" creationId="{8F3E787B-BF4B-C2C2-2C5A-2A26E66F428F}"/>
          </ac:picMkLst>
        </pc:picChg>
      </pc:sldChg>
    </pc:docChg>
  </pc:docChgLst>
  <pc:docChgLst>
    <pc:chgData name="Dragan Javorac" userId="913c2858-fb97-4c6e-a42c-b1f1a16b225e" providerId="ADAL" clId="{5EB17B11-ECF6-4BDB-B0F7-1BADD7C7C79C}"/>
    <pc:docChg chg="undo custSel addSld delSld modSld sldOrd">
      <pc:chgData name="Dragan Javorac" userId="913c2858-fb97-4c6e-a42c-b1f1a16b225e" providerId="ADAL" clId="{5EB17B11-ECF6-4BDB-B0F7-1BADD7C7C79C}" dt="2023-02-23T09:22:40.713" v="1346" actId="20577"/>
      <pc:docMkLst>
        <pc:docMk/>
      </pc:docMkLst>
      <pc:sldChg chg="addSp delSp modSp mod">
        <pc:chgData name="Dragan Javorac" userId="913c2858-fb97-4c6e-a42c-b1f1a16b225e" providerId="ADAL" clId="{5EB17B11-ECF6-4BDB-B0F7-1BADD7C7C79C}" dt="2023-02-10T11:55:55.521" v="30" actId="20577"/>
        <pc:sldMkLst>
          <pc:docMk/>
          <pc:sldMk cId="1190764141" sldId="256"/>
        </pc:sldMkLst>
        <pc:spChg chg="mod">
          <ac:chgData name="Dragan Javorac" userId="913c2858-fb97-4c6e-a42c-b1f1a16b225e" providerId="ADAL" clId="{5EB17B11-ECF6-4BDB-B0F7-1BADD7C7C79C}" dt="2023-02-10T11:55:55.521" v="30" actId="20577"/>
          <ac:spMkLst>
            <pc:docMk/>
            <pc:sldMk cId="1190764141" sldId="256"/>
            <ac:spMk id="2" creationId="{BF6A0D3E-CB9B-4182-95CD-8F3C11B52915}"/>
          </ac:spMkLst>
        </pc:spChg>
        <pc:spChg chg="del">
          <ac:chgData name="Dragan Javorac" userId="913c2858-fb97-4c6e-a42c-b1f1a16b225e" providerId="ADAL" clId="{5EB17B11-ECF6-4BDB-B0F7-1BADD7C7C79C}" dt="2023-02-10T11:55:46.717" v="0" actId="478"/>
          <ac:spMkLst>
            <pc:docMk/>
            <pc:sldMk cId="1190764141" sldId="256"/>
            <ac:spMk id="3" creationId="{DE75ECF5-4DF5-4FDA-ADD4-24091C8E8978}"/>
          </ac:spMkLst>
        </pc:spChg>
        <pc:spChg chg="add mod">
          <ac:chgData name="Dragan Javorac" userId="913c2858-fb97-4c6e-a42c-b1f1a16b225e" providerId="ADAL" clId="{5EB17B11-ECF6-4BDB-B0F7-1BADD7C7C79C}" dt="2023-02-10T11:55:46.717" v="0" actId="478"/>
          <ac:spMkLst>
            <pc:docMk/>
            <pc:sldMk cId="1190764141" sldId="256"/>
            <ac:spMk id="5" creationId="{C6E2D055-41C1-EEED-5719-9C096EC55E2A}"/>
          </ac:spMkLst>
        </pc:spChg>
      </pc:sldChg>
      <pc:sldChg chg="del">
        <pc:chgData name="Dragan Javorac" userId="913c2858-fb97-4c6e-a42c-b1f1a16b225e" providerId="ADAL" clId="{5EB17B11-ECF6-4BDB-B0F7-1BADD7C7C79C}" dt="2023-02-10T11:59:12.876" v="130" actId="47"/>
        <pc:sldMkLst>
          <pc:docMk/>
          <pc:sldMk cId="1786342002" sldId="260"/>
        </pc:sldMkLst>
      </pc:sldChg>
      <pc:sldChg chg="del">
        <pc:chgData name="Dragan Javorac" userId="913c2858-fb97-4c6e-a42c-b1f1a16b225e" providerId="ADAL" clId="{5EB17B11-ECF6-4BDB-B0F7-1BADD7C7C79C}" dt="2023-02-10T11:59:19.110" v="132" actId="47"/>
        <pc:sldMkLst>
          <pc:docMk/>
          <pc:sldMk cId="4175419852" sldId="263"/>
        </pc:sldMkLst>
      </pc:sldChg>
      <pc:sldChg chg="del">
        <pc:chgData name="Dragan Javorac" userId="913c2858-fb97-4c6e-a42c-b1f1a16b225e" providerId="ADAL" clId="{5EB17B11-ECF6-4BDB-B0F7-1BADD7C7C79C}" dt="2023-02-10T12:01:20.820" v="165" actId="47"/>
        <pc:sldMkLst>
          <pc:docMk/>
          <pc:sldMk cId="2499722581" sldId="265"/>
        </pc:sldMkLst>
      </pc:sldChg>
      <pc:sldChg chg="del">
        <pc:chgData name="Dragan Javorac" userId="913c2858-fb97-4c6e-a42c-b1f1a16b225e" providerId="ADAL" clId="{5EB17B11-ECF6-4BDB-B0F7-1BADD7C7C79C}" dt="2023-02-10T11:56:01.450" v="32" actId="47"/>
        <pc:sldMkLst>
          <pc:docMk/>
          <pc:sldMk cId="4085815419" sldId="271"/>
        </pc:sldMkLst>
      </pc:sldChg>
      <pc:sldChg chg="addSp delSp modSp mod">
        <pc:chgData name="Dragan Javorac" userId="913c2858-fb97-4c6e-a42c-b1f1a16b225e" providerId="ADAL" clId="{5EB17B11-ECF6-4BDB-B0F7-1BADD7C7C79C}" dt="2023-02-10T11:59:03.031" v="128" actId="14100"/>
        <pc:sldMkLst>
          <pc:docMk/>
          <pc:sldMk cId="2663455734" sldId="272"/>
        </pc:sldMkLst>
        <pc:spChg chg="mod">
          <ac:chgData name="Dragan Javorac" userId="913c2858-fb97-4c6e-a42c-b1f1a16b225e" providerId="ADAL" clId="{5EB17B11-ECF6-4BDB-B0F7-1BADD7C7C79C}" dt="2023-02-10T11:56:53.601" v="35"/>
          <ac:spMkLst>
            <pc:docMk/>
            <pc:sldMk cId="2663455734" sldId="272"/>
            <ac:spMk id="2" creationId="{BF6A0D3E-CB9B-4182-95CD-8F3C11B52915}"/>
          </ac:spMkLst>
        </pc:spChg>
        <pc:spChg chg="del">
          <ac:chgData name="Dragan Javorac" userId="913c2858-fb97-4c6e-a42c-b1f1a16b225e" providerId="ADAL" clId="{5EB17B11-ECF6-4BDB-B0F7-1BADD7C7C79C}" dt="2023-02-10T11:57:05.171" v="39" actId="478"/>
          <ac:spMkLst>
            <pc:docMk/>
            <pc:sldMk cId="2663455734" sldId="272"/>
            <ac:spMk id="3" creationId="{DE75ECF5-4DF5-4FDA-ADD4-24091C8E8978}"/>
          </ac:spMkLst>
        </pc:spChg>
        <pc:spChg chg="add mod">
          <ac:chgData name="Dragan Javorac" userId="913c2858-fb97-4c6e-a42c-b1f1a16b225e" providerId="ADAL" clId="{5EB17B11-ECF6-4BDB-B0F7-1BADD7C7C79C}" dt="2023-02-10T11:57:36.713" v="83" actId="20577"/>
          <ac:spMkLst>
            <pc:docMk/>
            <pc:sldMk cId="2663455734" sldId="272"/>
            <ac:spMk id="4" creationId="{02F6EA06-1376-2EBC-EDBD-6F27D35F4138}"/>
          </ac:spMkLst>
        </pc:spChg>
        <pc:spChg chg="add del mod">
          <ac:chgData name="Dragan Javorac" userId="913c2858-fb97-4c6e-a42c-b1f1a16b225e" providerId="ADAL" clId="{5EB17B11-ECF6-4BDB-B0F7-1BADD7C7C79C}" dt="2023-02-10T11:57:18.931" v="42" actId="478"/>
          <ac:spMkLst>
            <pc:docMk/>
            <pc:sldMk cId="2663455734" sldId="272"/>
            <ac:spMk id="7" creationId="{0DC51D61-1C41-CC86-2EED-2A7D1A8E03AE}"/>
          </ac:spMkLst>
        </pc:spChg>
        <pc:spChg chg="add mod">
          <ac:chgData name="Dragan Javorac" userId="913c2858-fb97-4c6e-a42c-b1f1a16b225e" providerId="ADAL" clId="{5EB17B11-ECF6-4BDB-B0F7-1BADD7C7C79C}" dt="2023-02-10T11:57:16.870" v="41" actId="1076"/>
          <ac:spMkLst>
            <pc:docMk/>
            <pc:sldMk cId="2663455734" sldId="272"/>
            <ac:spMk id="11" creationId="{EAC46D19-8B13-EF3B-DCC5-5743743953FD}"/>
          </ac:spMkLst>
        </pc:spChg>
        <pc:spChg chg="add mod">
          <ac:chgData name="Dragan Javorac" userId="913c2858-fb97-4c6e-a42c-b1f1a16b225e" providerId="ADAL" clId="{5EB17B11-ECF6-4BDB-B0F7-1BADD7C7C79C}" dt="2023-02-10T11:57:16.870" v="41" actId="1076"/>
          <ac:spMkLst>
            <pc:docMk/>
            <pc:sldMk cId="2663455734" sldId="272"/>
            <ac:spMk id="12" creationId="{6262D23E-BA86-7639-5219-CAC4C7E5F16B}"/>
          </ac:spMkLst>
        </pc:spChg>
        <pc:spChg chg="add mod">
          <ac:chgData name="Dragan Javorac" userId="913c2858-fb97-4c6e-a42c-b1f1a16b225e" providerId="ADAL" clId="{5EB17B11-ECF6-4BDB-B0F7-1BADD7C7C79C}" dt="2023-02-10T11:57:16.870" v="41" actId="1076"/>
          <ac:spMkLst>
            <pc:docMk/>
            <pc:sldMk cId="2663455734" sldId="272"/>
            <ac:spMk id="13" creationId="{DE269C7D-2D22-38F4-E7FB-E203F16BB15D}"/>
          </ac:spMkLst>
        </pc:spChg>
        <pc:spChg chg="add mod">
          <ac:chgData name="Dragan Javorac" userId="913c2858-fb97-4c6e-a42c-b1f1a16b225e" providerId="ADAL" clId="{5EB17B11-ECF6-4BDB-B0F7-1BADD7C7C79C}" dt="2023-02-10T11:59:03.031" v="128" actId="14100"/>
          <ac:spMkLst>
            <pc:docMk/>
            <pc:sldMk cId="2663455734" sldId="272"/>
            <ac:spMk id="14" creationId="{9CAE076B-07E6-C1A5-4CCB-B6EC1750C492}"/>
          </ac:spMkLst>
        </pc:spChg>
        <pc:picChg chg="del">
          <ac:chgData name="Dragan Javorac" userId="913c2858-fb97-4c6e-a42c-b1f1a16b225e" providerId="ADAL" clId="{5EB17B11-ECF6-4BDB-B0F7-1BADD7C7C79C}" dt="2023-02-10T11:56:58.443" v="37" actId="478"/>
          <ac:picMkLst>
            <pc:docMk/>
            <pc:sldMk cId="2663455734" sldId="272"/>
            <ac:picMk id="5" creationId="{E0722DE0-112E-E5D7-8C8B-6F95377918AB}"/>
          </ac:picMkLst>
        </pc:picChg>
        <pc:picChg chg="add mod">
          <ac:chgData name="Dragan Javorac" userId="913c2858-fb97-4c6e-a42c-b1f1a16b225e" providerId="ADAL" clId="{5EB17B11-ECF6-4BDB-B0F7-1BADD7C7C79C}" dt="2023-02-10T11:57:16.870" v="41" actId="1076"/>
          <ac:picMkLst>
            <pc:docMk/>
            <pc:sldMk cId="2663455734" sldId="272"/>
            <ac:picMk id="8" creationId="{2D330651-1A49-B2C9-6309-3D1BC3D00B0B}"/>
          </ac:picMkLst>
        </pc:picChg>
        <pc:picChg chg="add mod">
          <ac:chgData name="Dragan Javorac" userId="913c2858-fb97-4c6e-a42c-b1f1a16b225e" providerId="ADAL" clId="{5EB17B11-ECF6-4BDB-B0F7-1BADD7C7C79C}" dt="2023-02-10T11:57:16.870" v="41" actId="1076"/>
          <ac:picMkLst>
            <pc:docMk/>
            <pc:sldMk cId="2663455734" sldId="272"/>
            <ac:picMk id="9" creationId="{9703F70C-42C0-CC78-B9DC-D7943AE81AC6}"/>
          </ac:picMkLst>
        </pc:picChg>
        <pc:picChg chg="add mod">
          <ac:chgData name="Dragan Javorac" userId="913c2858-fb97-4c6e-a42c-b1f1a16b225e" providerId="ADAL" clId="{5EB17B11-ECF6-4BDB-B0F7-1BADD7C7C79C}" dt="2023-02-10T11:57:16.870" v="41" actId="1076"/>
          <ac:picMkLst>
            <pc:docMk/>
            <pc:sldMk cId="2663455734" sldId="272"/>
            <ac:picMk id="10" creationId="{1BEDF1D9-BB59-6C4F-ED6B-854E0757A286}"/>
          </ac:picMkLst>
        </pc:picChg>
      </pc:sldChg>
      <pc:sldChg chg="del">
        <pc:chgData name="Dragan Javorac" userId="913c2858-fb97-4c6e-a42c-b1f1a16b225e" providerId="ADAL" clId="{5EB17B11-ECF6-4BDB-B0F7-1BADD7C7C79C}" dt="2023-02-10T11:56:03.671" v="34" actId="47"/>
        <pc:sldMkLst>
          <pc:docMk/>
          <pc:sldMk cId="3094283307" sldId="274"/>
        </pc:sldMkLst>
      </pc:sldChg>
      <pc:sldChg chg="del">
        <pc:chgData name="Dragan Javorac" userId="913c2858-fb97-4c6e-a42c-b1f1a16b225e" providerId="ADAL" clId="{5EB17B11-ECF6-4BDB-B0F7-1BADD7C7C79C}" dt="2023-02-10T11:59:16.421" v="131" actId="47"/>
        <pc:sldMkLst>
          <pc:docMk/>
          <pc:sldMk cId="3862747346" sldId="275"/>
        </pc:sldMkLst>
      </pc:sldChg>
      <pc:sldChg chg="addSp delSp modSp mod">
        <pc:chgData name="Dragan Javorac" userId="913c2858-fb97-4c6e-a42c-b1f1a16b225e" providerId="ADAL" clId="{5EB17B11-ECF6-4BDB-B0F7-1BADD7C7C79C}" dt="2023-02-10T12:33:24.009" v="585" actId="313"/>
        <pc:sldMkLst>
          <pc:docMk/>
          <pc:sldMk cId="698492982" sldId="279"/>
        </pc:sldMkLst>
        <pc:spChg chg="add mod">
          <ac:chgData name="Dragan Javorac" userId="913c2858-fb97-4c6e-a42c-b1f1a16b225e" providerId="ADAL" clId="{5EB17B11-ECF6-4BDB-B0F7-1BADD7C7C79C}" dt="2023-02-10T12:00:01.243" v="140" actId="1076"/>
          <ac:spMkLst>
            <pc:docMk/>
            <pc:sldMk cId="698492982" sldId="279"/>
            <ac:spMk id="4" creationId="{8C4E84FB-8E3C-2FEE-37BC-1A941659F10D}"/>
          </ac:spMkLst>
        </pc:spChg>
        <pc:spChg chg="mod">
          <ac:chgData name="Dragan Javorac" userId="913c2858-fb97-4c6e-a42c-b1f1a16b225e" providerId="ADAL" clId="{5EB17B11-ECF6-4BDB-B0F7-1BADD7C7C79C}" dt="2023-02-10T12:33:24.009" v="585" actId="313"/>
          <ac:spMkLst>
            <pc:docMk/>
            <pc:sldMk cId="698492982" sldId="279"/>
            <ac:spMk id="8" creationId="{29D1AE08-4CFC-4D37-A07F-A71AE2EA570E}"/>
          </ac:spMkLst>
        </pc:spChg>
        <pc:picChg chg="del">
          <ac:chgData name="Dragan Javorac" userId="913c2858-fb97-4c6e-a42c-b1f1a16b225e" providerId="ADAL" clId="{5EB17B11-ECF6-4BDB-B0F7-1BADD7C7C79C}" dt="2023-02-10T12:00:03.464" v="141" actId="478"/>
          <ac:picMkLst>
            <pc:docMk/>
            <pc:sldMk cId="698492982" sldId="279"/>
            <ac:picMk id="3" creationId="{08E1A6DB-F2A7-B8D1-B483-7407E6713B80}"/>
          </ac:picMkLst>
        </pc:picChg>
        <pc:picChg chg="add mod">
          <ac:chgData name="Dragan Javorac" userId="913c2858-fb97-4c6e-a42c-b1f1a16b225e" providerId="ADAL" clId="{5EB17B11-ECF6-4BDB-B0F7-1BADD7C7C79C}" dt="2023-02-10T12:00:34.480" v="145" actId="1076"/>
          <ac:picMkLst>
            <pc:docMk/>
            <pc:sldMk cId="698492982" sldId="279"/>
            <ac:picMk id="6" creationId="{85062D9C-4811-786B-E10F-3A46C5926E98}"/>
          </ac:picMkLst>
        </pc:picChg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717095900" sldId="280"/>
        </pc:sldMkLst>
      </pc:sldChg>
      <pc:sldChg chg="del">
        <pc:chgData name="Dragan Javorac" userId="913c2858-fb97-4c6e-a42c-b1f1a16b225e" providerId="ADAL" clId="{5EB17B11-ECF6-4BDB-B0F7-1BADD7C7C79C}" dt="2023-02-10T11:55:59.290" v="31" actId="47"/>
        <pc:sldMkLst>
          <pc:docMk/>
          <pc:sldMk cId="22342155" sldId="281"/>
        </pc:sldMkLst>
      </pc:sldChg>
      <pc:sldChg chg="del">
        <pc:chgData name="Dragan Javorac" userId="913c2858-fb97-4c6e-a42c-b1f1a16b225e" providerId="ADAL" clId="{5EB17B11-ECF6-4BDB-B0F7-1BADD7C7C79C}" dt="2023-02-10T11:56:02.740" v="33" actId="47"/>
        <pc:sldMkLst>
          <pc:docMk/>
          <pc:sldMk cId="917348279" sldId="282"/>
        </pc:sldMkLst>
      </pc:sldChg>
      <pc:sldChg chg="del">
        <pc:chgData name="Dragan Javorac" userId="913c2858-fb97-4c6e-a42c-b1f1a16b225e" providerId="ADAL" clId="{5EB17B11-ECF6-4BDB-B0F7-1BADD7C7C79C}" dt="2023-02-10T11:58:26.631" v="84" actId="47"/>
        <pc:sldMkLst>
          <pc:docMk/>
          <pc:sldMk cId="3918559090" sldId="286"/>
        </pc:sldMkLst>
      </pc:sldChg>
      <pc:sldChg chg="del">
        <pc:chgData name="Dragan Javorac" userId="913c2858-fb97-4c6e-a42c-b1f1a16b225e" providerId="ADAL" clId="{5EB17B11-ECF6-4BDB-B0F7-1BADD7C7C79C}" dt="2023-02-10T11:58:28.752" v="85" actId="47"/>
        <pc:sldMkLst>
          <pc:docMk/>
          <pc:sldMk cId="553292120" sldId="287"/>
        </pc:sldMkLst>
      </pc:sldChg>
      <pc:sldChg chg="add del">
        <pc:chgData name="Dragan Javorac" userId="913c2858-fb97-4c6e-a42c-b1f1a16b225e" providerId="ADAL" clId="{5EB17B11-ECF6-4BDB-B0F7-1BADD7C7C79C}" dt="2023-02-10T11:59:09.500" v="129" actId="47"/>
        <pc:sldMkLst>
          <pc:docMk/>
          <pc:sldMk cId="221967776" sldId="288"/>
        </pc:sldMkLst>
      </pc:sldChg>
      <pc:sldChg chg="modSp mod">
        <pc:chgData name="Dragan Javorac" userId="913c2858-fb97-4c6e-a42c-b1f1a16b225e" providerId="ADAL" clId="{5EB17B11-ECF6-4BDB-B0F7-1BADD7C7C79C}" dt="2023-02-23T09:22:31.291" v="1343" actId="403"/>
        <pc:sldMkLst>
          <pc:docMk/>
          <pc:sldMk cId="71935414" sldId="289"/>
        </pc:sldMkLst>
        <pc:spChg chg="mod">
          <ac:chgData name="Dragan Javorac" userId="913c2858-fb97-4c6e-a42c-b1f1a16b225e" providerId="ADAL" clId="{5EB17B11-ECF6-4BDB-B0F7-1BADD7C7C79C}" dt="2023-02-23T09:22:31.291" v="1343" actId="403"/>
          <ac:spMkLst>
            <pc:docMk/>
            <pc:sldMk cId="71935414" sldId="289"/>
            <ac:spMk id="3" creationId="{DE75ECF5-4DF5-4FDA-ADD4-24091C8E8978}"/>
          </ac:spMkLst>
        </pc:spChg>
      </pc:sldChg>
      <pc:sldChg chg="addSp modSp add del mod">
        <pc:chgData name="Dragan Javorac" userId="913c2858-fb97-4c6e-a42c-b1f1a16b225e" providerId="ADAL" clId="{5EB17B11-ECF6-4BDB-B0F7-1BADD7C7C79C}" dt="2023-02-23T09:22:40.713" v="1346" actId="20577"/>
        <pc:sldMkLst>
          <pc:docMk/>
          <pc:sldMk cId="2780461342" sldId="290"/>
        </pc:sldMkLst>
        <pc:spChg chg="mod">
          <ac:chgData name="Dragan Javorac" userId="913c2858-fb97-4c6e-a42c-b1f1a16b225e" providerId="ADAL" clId="{5EB17B11-ECF6-4BDB-B0F7-1BADD7C7C79C}" dt="2023-02-23T09:22:40.713" v="1346" actId="20577"/>
          <ac:spMkLst>
            <pc:docMk/>
            <pc:sldMk cId="2780461342" sldId="290"/>
            <ac:spMk id="3" creationId="{DE75ECF5-4DF5-4FDA-ADD4-24091C8E8978}"/>
          </ac:spMkLst>
        </pc:spChg>
        <pc:spChg chg="add mod">
          <ac:chgData name="Dragan Javorac" userId="913c2858-fb97-4c6e-a42c-b1f1a16b225e" providerId="ADAL" clId="{5EB17B11-ECF6-4BDB-B0F7-1BADD7C7C79C}" dt="2023-02-10T12:01:38.220" v="181" actId="404"/>
          <ac:spMkLst>
            <pc:docMk/>
            <pc:sldMk cId="2780461342" sldId="290"/>
            <ac:spMk id="4" creationId="{27B1EBA2-C30E-C1FC-580E-7ED8D3D541E4}"/>
          </ac:spMkLst>
        </pc:spChg>
      </pc:sldChg>
      <pc:sldChg chg="addSp delSp modSp add mod">
        <pc:chgData name="Dragan Javorac" userId="913c2858-fb97-4c6e-a42c-b1f1a16b225e" providerId="ADAL" clId="{5EB17B11-ECF6-4BDB-B0F7-1BADD7C7C79C}" dt="2023-02-10T12:19:15.879" v="266" actId="20577"/>
        <pc:sldMkLst>
          <pc:docMk/>
          <pc:sldMk cId="2792180233" sldId="291"/>
        </pc:sldMkLst>
        <pc:spChg chg="mod">
          <ac:chgData name="Dragan Javorac" userId="913c2858-fb97-4c6e-a42c-b1f1a16b225e" providerId="ADAL" clId="{5EB17B11-ECF6-4BDB-B0F7-1BADD7C7C79C}" dt="2023-02-10T12:18:43.818" v="201" actId="20577"/>
          <ac:spMkLst>
            <pc:docMk/>
            <pc:sldMk cId="2792180233" sldId="291"/>
            <ac:spMk id="2" creationId="{BF6A0D3E-CB9B-4182-95CD-8F3C11B52915}"/>
          </ac:spMkLst>
        </pc:spChg>
        <pc:spChg chg="add del mod">
          <ac:chgData name="Dragan Javorac" userId="913c2858-fb97-4c6e-a42c-b1f1a16b225e" providerId="ADAL" clId="{5EB17B11-ECF6-4BDB-B0F7-1BADD7C7C79C}" dt="2023-02-10T12:19:15.879" v="266" actId="20577"/>
          <ac:spMkLst>
            <pc:docMk/>
            <pc:sldMk cId="2792180233" sldId="291"/>
            <ac:spMk id="4" creationId="{02F6EA06-1376-2EBC-EDBD-6F27D35F4138}"/>
          </ac:spMkLst>
        </pc:spChg>
        <pc:spChg chg="add mod">
          <ac:chgData name="Dragan Javorac" userId="913c2858-fb97-4c6e-a42c-b1f1a16b225e" providerId="ADAL" clId="{5EB17B11-ECF6-4BDB-B0F7-1BADD7C7C79C}" dt="2023-02-10T12:18:29.417" v="192" actId="1076"/>
          <ac:spMkLst>
            <pc:docMk/>
            <pc:sldMk cId="2792180233" sldId="291"/>
            <ac:spMk id="5" creationId="{1500A6E9-F9F5-15AB-E7EF-4F77DEDAB49D}"/>
          </ac:spMkLst>
        </pc:spChg>
        <pc:spChg chg="add mod">
          <ac:chgData name="Dragan Javorac" userId="913c2858-fb97-4c6e-a42c-b1f1a16b225e" providerId="ADAL" clId="{5EB17B11-ECF6-4BDB-B0F7-1BADD7C7C79C}" dt="2023-02-10T12:18:29.417" v="192" actId="1076"/>
          <ac:spMkLst>
            <pc:docMk/>
            <pc:sldMk cId="2792180233" sldId="291"/>
            <ac:spMk id="7" creationId="{A3F95EC8-4F41-FDD1-A836-628ADD0514D7}"/>
          </ac:spMkLst>
        </pc:spChg>
        <pc:spChg chg="del">
          <ac:chgData name="Dragan Javorac" userId="913c2858-fb97-4c6e-a42c-b1f1a16b225e" providerId="ADAL" clId="{5EB17B11-ECF6-4BDB-B0F7-1BADD7C7C79C}" dt="2023-02-10T12:18:22.039" v="189" actId="478"/>
          <ac:spMkLst>
            <pc:docMk/>
            <pc:sldMk cId="2792180233" sldId="291"/>
            <ac:spMk id="11" creationId="{EAC46D19-8B13-EF3B-DCC5-5743743953FD}"/>
          </ac:spMkLst>
        </pc:spChg>
        <pc:spChg chg="del mod">
          <ac:chgData name="Dragan Javorac" userId="913c2858-fb97-4c6e-a42c-b1f1a16b225e" providerId="ADAL" clId="{5EB17B11-ECF6-4BDB-B0F7-1BADD7C7C79C}" dt="2023-02-10T12:18:20.489" v="188" actId="478"/>
          <ac:spMkLst>
            <pc:docMk/>
            <pc:sldMk cId="2792180233" sldId="291"/>
            <ac:spMk id="12" creationId="{6262D23E-BA86-7639-5219-CAC4C7E5F16B}"/>
          </ac:spMkLst>
        </pc:spChg>
        <pc:spChg chg="del">
          <ac:chgData name="Dragan Javorac" userId="913c2858-fb97-4c6e-a42c-b1f1a16b225e" providerId="ADAL" clId="{5EB17B11-ECF6-4BDB-B0F7-1BADD7C7C79C}" dt="2023-02-10T12:18:23.463" v="190" actId="478"/>
          <ac:spMkLst>
            <pc:docMk/>
            <pc:sldMk cId="2792180233" sldId="291"/>
            <ac:spMk id="13" creationId="{DE269C7D-2D22-38F4-E7FB-E203F16BB15D}"/>
          </ac:spMkLst>
        </pc:spChg>
        <pc:spChg chg="del">
          <ac:chgData name="Dragan Javorac" userId="913c2858-fb97-4c6e-a42c-b1f1a16b225e" providerId="ADAL" clId="{5EB17B11-ECF6-4BDB-B0F7-1BADD7C7C79C}" dt="2023-02-10T12:18:15.567" v="183" actId="478"/>
          <ac:spMkLst>
            <pc:docMk/>
            <pc:sldMk cId="2792180233" sldId="291"/>
            <ac:spMk id="14" creationId="{9CAE076B-07E6-C1A5-4CCB-B6EC1750C492}"/>
          </ac:spMkLst>
        </pc:spChg>
        <pc:picChg chg="add mod">
          <ac:chgData name="Dragan Javorac" userId="913c2858-fb97-4c6e-a42c-b1f1a16b225e" providerId="ADAL" clId="{5EB17B11-ECF6-4BDB-B0F7-1BADD7C7C79C}" dt="2023-02-10T12:18:29.417" v="192" actId="1076"/>
          <ac:picMkLst>
            <pc:docMk/>
            <pc:sldMk cId="2792180233" sldId="291"/>
            <ac:picMk id="3" creationId="{6EB5C0A8-7041-1719-1416-F3E15CFDD520}"/>
          </ac:picMkLst>
        </pc:picChg>
        <pc:picChg chg="add mod">
          <ac:chgData name="Dragan Javorac" userId="913c2858-fb97-4c6e-a42c-b1f1a16b225e" providerId="ADAL" clId="{5EB17B11-ECF6-4BDB-B0F7-1BADD7C7C79C}" dt="2023-02-10T12:18:29.417" v="192" actId="1076"/>
          <ac:picMkLst>
            <pc:docMk/>
            <pc:sldMk cId="2792180233" sldId="291"/>
            <ac:picMk id="6" creationId="{46BF1A7F-266C-C20B-C3A5-F7B90E5B65D5}"/>
          </ac:picMkLst>
        </pc:picChg>
        <pc:picChg chg="del">
          <ac:chgData name="Dragan Javorac" userId="913c2858-fb97-4c6e-a42c-b1f1a16b225e" providerId="ADAL" clId="{5EB17B11-ECF6-4BDB-B0F7-1BADD7C7C79C}" dt="2023-02-10T12:18:17.427" v="184" actId="478"/>
          <ac:picMkLst>
            <pc:docMk/>
            <pc:sldMk cId="2792180233" sldId="291"/>
            <ac:picMk id="8" creationId="{2D330651-1A49-B2C9-6309-3D1BC3D00B0B}"/>
          </ac:picMkLst>
        </pc:picChg>
        <pc:picChg chg="del">
          <ac:chgData name="Dragan Javorac" userId="913c2858-fb97-4c6e-a42c-b1f1a16b225e" providerId="ADAL" clId="{5EB17B11-ECF6-4BDB-B0F7-1BADD7C7C79C}" dt="2023-02-10T12:18:19.299" v="187" actId="478"/>
          <ac:picMkLst>
            <pc:docMk/>
            <pc:sldMk cId="2792180233" sldId="291"/>
            <ac:picMk id="9" creationId="{9703F70C-42C0-CC78-B9DC-D7943AE81AC6}"/>
          </ac:picMkLst>
        </pc:picChg>
        <pc:picChg chg="del">
          <ac:chgData name="Dragan Javorac" userId="913c2858-fb97-4c6e-a42c-b1f1a16b225e" providerId="ADAL" clId="{5EB17B11-ECF6-4BDB-B0F7-1BADD7C7C79C}" dt="2023-02-10T12:18:18.125" v="185" actId="478"/>
          <ac:picMkLst>
            <pc:docMk/>
            <pc:sldMk cId="2792180233" sldId="291"/>
            <ac:picMk id="10" creationId="{1BEDF1D9-BB59-6C4F-ED6B-854E0757A286}"/>
          </ac:picMkLst>
        </pc:picChg>
      </pc:sldChg>
      <pc:sldChg chg="addSp delSp modSp add mod">
        <pc:chgData name="Dragan Javorac" userId="913c2858-fb97-4c6e-a42c-b1f1a16b225e" providerId="ADAL" clId="{5EB17B11-ECF6-4BDB-B0F7-1BADD7C7C79C}" dt="2023-02-10T12:24:39.425" v="355" actId="1076"/>
        <pc:sldMkLst>
          <pc:docMk/>
          <pc:sldMk cId="3255955701" sldId="292"/>
        </pc:sldMkLst>
        <pc:spChg chg="mod">
          <ac:chgData name="Dragan Javorac" userId="913c2858-fb97-4c6e-a42c-b1f1a16b225e" providerId="ADAL" clId="{5EB17B11-ECF6-4BDB-B0F7-1BADD7C7C79C}" dt="2023-02-10T12:19:44.513" v="345" actId="20577"/>
          <ac:spMkLst>
            <pc:docMk/>
            <pc:sldMk cId="3255955701" sldId="292"/>
            <ac:spMk id="4" creationId="{02F6EA06-1376-2EBC-EDBD-6F27D35F4138}"/>
          </ac:spMkLst>
        </pc:spChg>
        <pc:spChg chg="del">
          <ac:chgData name="Dragan Javorac" userId="913c2858-fb97-4c6e-a42c-b1f1a16b225e" providerId="ADAL" clId="{5EB17B11-ECF6-4BDB-B0F7-1BADD7C7C79C}" dt="2023-02-10T12:24:33.287" v="349" actId="478"/>
          <ac:spMkLst>
            <pc:docMk/>
            <pc:sldMk cId="3255955701" sldId="292"/>
            <ac:spMk id="5" creationId="{1500A6E9-F9F5-15AB-E7EF-4F77DEDAB49D}"/>
          </ac:spMkLst>
        </pc:spChg>
        <pc:spChg chg="del">
          <ac:chgData name="Dragan Javorac" userId="913c2858-fb97-4c6e-a42c-b1f1a16b225e" providerId="ADAL" clId="{5EB17B11-ECF6-4BDB-B0F7-1BADD7C7C79C}" dt="2023-02-10T12:24:34.773" v="350" actId="478"/>
          <ac:spMkLst>
            <pc:docMk/>
            <pc:sldMk cId="3255955701" sldId="292"/>
            <ac:spMk id="7" creationId="{A3F95EC8-4F41-FDD1-A836-628ADD0514D7}"/>
          </ac:spMkLst>
        </pc:spChg>
        <pc:picChg chg="del">
          <ac:chgData name="Dragan Javorac" userId="913c2858-fb97-4c6e-a42c-b1f1a16b225e" providerId="ADAL" clId="{5EB17B11-ECF6-4BDB-B0F7-1BADD7C7C79C}" dt="2023-02-10T12:24:31.803" v="348" actId="478"/>
          <ac:picMkLst>
            <pc:docMk/>
            <pc:sldMk cId="3255955701" sldId="292"/>
            <ac:picMk id="3" creationId="{6EB5C0A8-7041-1719-1416-F3E15CFDD520}"/>
          </ac:picMkLst>
        </pc:picChg>
        <pc:picChg chg="del">
          <ac:chgData name="Dragan Javorac" userId="913c2858-fb97-4c6e-a42c-b1f1a16b225e" providerId="ADAL" clId="{5EB17B11-ECF6-4BDB-B0F7-1BADD7C7C79C}" dt="2023-02-10T12:24:35.241" v="351" actId="478"/>
          <ac:picMkLst>
            <pc:docMk/>
            <pc:sldMk cId="3255955701" sldId="292"/>
            <ac:picMk id="6" creationId="{46BF1A7F-266C-C20B-C3A5-F7B90E5B65D5}"/>
          </ac:picMkLst>
        </pc:picChg>
        <pc:picChg chg="add mod">
          <ac:chgData name="Dragan Javorac" userId="913c2858-fb97-4c6e-a42c-b1f1a16b225e" providerId="ADAL" clId="{5EB17B11-ECF6-4BDB-B0F7-1BADD7C7C79C}" dt="2023-02-10T12:24:39.425" v="355" actId="1076"/>
          <ac:picMkLst>
            <pc:docMk/>
            <pc:sldMk cId="3255955701" sldId="292"/>
            <ac:picMk id="9" creationId="{0E78DAE6-CF27-E428-6854-BC2AD3602395}"/>
          </ac:picMkLst>
        </pc:picChg>
      </pc:sldChg>
      <pc:sldChg chg="addSp delSp modSp add mod">
        <pc:chgData name="Dragan Javorac" userId="913c2858-fb97-4c6e-a42c-b1f1a16b225e" providerId="ADAL" clId="{5EB17B11-ECF6-4BDB-B0F7-1BADD7C7C79C}" dt="2023-02-10T12:33:07.588" v="584" actId="790"/>
        <pc:sldMkLst>
          <pc:docMk/>
          <pc:sldMk cId="3488254828" sldId="293"/>
        </pc:sldMkLst>
        <pc:spChg chg="mod">
          <ac:chgData name="Dragan Javorac" userId="913c2858-fb97-4c6e-a42c-b1f1a16b225e" providerId="ADAL" clId="{5EB17B11-ECF6-4BDB-B0F7-1BADD7C7C79C}" dt="2023-02-10T12:24:45.457" v="364" actId="20577"/>
          <ac:spMkLst>
            <pc:docMk/>
            <pc:sldMk cId="3488254828" sldId="293"/>
            <ac:spMk id="2" creationId="{BF6A0D3E-CB9B-4182-95CD-8F3C11B52915}"/>
          </ac:spMkLst>
        </pc:spChg>
        <pc:spChg chg="mod">
          <ac:chgData name="Dragan Javorac" userId="913c2858-fb97-4c6e-a42c-b1f1a16b225e" providerId="ADAL" clId="{5EB17B11-ECF6-4BDB-B0F7-1BADD7C7C79C}" dt="2023-02-10T12:24:48.935" v="365" actId="6549"/>
          <ac:spMkLst>
            <pc:docMk/>
            <pc:sldMk cId="3488254828" sldId="293"/>
            <ac:spMk id="4" creationId="{02F6EA06-1376-2EBC-EDBD-6F27D35F4138}"/>
          </ac:spMkLst>
        </pc:spChg>
        <pc:spChg chg="add mod">
          <ac:chgData name="Dragan Javorac" userId="913c2858-fb97-4c6e-a42c-b1f1a16b225e" providerId="ADAL" clId="{5EB17B11-ECF6-4BDB-B0F7-1BADD7C7C79C}" dt="2023-02-10T12:33:07.588" v="584" actId="790"/>
          <ac:spMkLst>
            <pc:docMk/>
            <pc:sldMk cId="3488254828" sldId="293"/>
            <ac:spMk id="6" creationId="{5B09760B-7754-A2E2-93DB-E33965601A02}"/>
          </ac:spMkLst>
        </pc:spChg>
        <pc:picChg chg="add mod">
          <ac:chgData name="Dragan Javorac" userId="913c2858-fb97-4c6e-a42c-b1f1a16b225e" providerId="ADAL" clId="{5EB17B11-ECF6-4BDB-B0F7-1BADD7C7C79C}" dt="2023-02-10T12:25:52.723" v="372" actId="1076"/>
          <ac:picMkLst>
            <pc:docMk/>
            <pc:sldMk cId="3488254828" sldId="293"/>
            <ac:picMk id="5" creationId="{DC7A6805-1EB1-13B3-0547-5B2EDF8BDC88}"/>
          </ac:picMkLst>
        </pc:picChg>
        <pc:picChg chg="del">
          <ac:chgData name="Dragan Javorac" userId="913c2858-fb97-4c6e-a42c-b1f1a16b225e" providerId="ADAL" clId="{5EB17B11-ECF6-4BDB-B0F7-1BADD7C7C79C}" dt="2023-02-10T12:25:45.831" v="366" actId="478"/>
          <ac:picMkLst>
            <pc:docMk/>
            <pc:sldMk cId="3488254828" sldId="293"/>
            <ac:picMk id="9" creationId="{0E78DAE6-CF27-E428-6854-BC2AD3602395}"/>
          </ac:picMkLst>
        </pc:picChg>
      </pc:sldChg>
      <pc:sldChg chg="addSp delSp modSp add mod modNotesTx">
        <pc:chgData name="Dragan Javorac" userId="913c2858-fb97-4c6e-a42c-b1f1a16b225e" providerId="ADAL" clId="{5EB17B11-ECF6-4BDB-B0F7-1BADD7C7C79C}" dt="2023-02-10T14:04:02.070" v="966" actId="20577"/>
        <pc:sldMkLst>
          <pc:docMk/>
          <pc:sldMk cId="3911019876" sldId="294"/>
        </pc:sldMkLst>
        <pc:spChg chg="mod">
          <ac:chgData name="Dragan Javorac" userId="913c2858-fb97-4c6e-a42c-b1f1a16b225e" providerId="ADAL" clId="{5EB17B11-ECF6-4BDB-B0F7-1BADD7C7C79C}" dt="2023-02-10T12:30:33.218" v="474" actId="20577"/>
          <ac:spMkLst>
            <pc:docMk/>
            <pc:sldMk cId="3911019876" sldId="294"/>
            <ac:spMk id="2" creationId="{BF6A0D3E-CB9B-4182-95CD-8F3C11B52915}"/>
          </ac:spMkLst>
        </pc:spChg>
        <pc:spChg chg="mod">
          <ac:chgData name="Dragan Javorac" userId="913c2858-fb97-4c6e-a42c-b1f1a16b225e" providerId="ADAL" clId="{5EB17B11-ECF6-4BDB-B0F7-1BADD7C7C79C}" dt="2023-02-10T12:31:24.110" v="573" actId="20577"/>
          <ac:spMkLst>
            <pc:docMk/>
            <pc:sldMk cId="3911019876" sldId="294"/>
            <ac:spMk id="6" creationId="{5B09760B-7754-A2E2-93DB-E33965601A02}"/>
          </ac:spMkLst>
        </pc:spChg>
        <pc:picChg chg="del">
          <ac:chgData name="Dragan Javorac" userId="913c2858-fb97-4c6e-a42c-b1f1a16b225e" providerId="ADAL" clId="{5EB17B11-ECF6-4BDB-B0F7-1BADD7C7C79C}" dt="2023-02-10T12:30:47.935" v="476" actId="478"/>
          <ac:picMkLst>
            <pc:docMk/>
            <pc:sldMk cId="3911019876" sldId="294"/>
            <ac:picMk id="5" creationId="{DC7A6805-1EB1-13B3-0547-5B2EDF8BDC88}"/>
          </ac:picMkLst>
        </pc:picChg>
        <pc:picChg chg="add mod">
          <ac:chgData name="Dragan Javorac" userId="913c2858-fb97-4c6e-a42c-b1f1a16b225e" providerId="ADAL" clId="{5EB17B11-ECF6-4BDB-B0F7-1BADD7C7C79C}" dt="2023-02-10T12:32:39.523" v="583" actId="1076"/>
          <ac:picMkLst>
            <pc:docMk/>
            <pc:sldMk cId="3911019876" sldId="294"/>
            <ac:picMk id="7" creationId="{6C410FD2-D3A0-8C58-07EA-19AC3081D5AF}"/>
          </ac:picMkLst>
        </pc:picChg>
        <pc:picChg chg="add del mod">
          <ac:chgData name="Dragan Javorac" userId="913c2858-fb97-4c6e-a42c-b1f1a16b225e" providerId="ADAL" clId="{5EB17B11-ECF6-4BDB-B0F7-1BADD7C7C79C}" dt="2023-02-10T12:32:28.054" v="575" actId="478"/>
          <ac:picMkLst>
            <pc:docMk/>
            <pc:sldMk cId="3911019876" sldId="294"/>
            <ac:picMk id="9" creationId="{F1EAE8CE-1C78-D3F4-8B8B-D1E7142C8590}"/>
          </ac:picMkLst>
        </pc:picChg>
        <pc:picChg chg="add mod">
          <ac:chgData name="Dragan Javorac" userId="913c2858-fb97-4c6e-a42c-b1f1a16b225e" providerId="ADAL" clId="{5EB17B11-ECF6-4BDB-B0F7-1BADD7C7C79C}" dt="2023-02-10T12:32:38.443" v="582" actId="14100"/>
          <ac:picMkLst>
            <pc:docMk/>
            <pc:sldMk cId="3911019876" sldId="294"/>
            <ac:picMk id="11" creationId="{321FE302-2C2C-FCF3-7807-9DAD16B13406}"/>
          </ac:picMkLst>
        </pc:picChg>
      </pc:sldChg>
      <pc:sldChg chg="delSp modSp add del mod">
        <pc:chgData name="Dragan Javorac" userId="913c2858-fb97-4c6e-a42c-b1f1a16b225e" providerId="ADAL" clId="{5EB17B11-ECF6-4BDB-B0F7-1BADD7C7C79C}" dt="2023-02-10T14:03:10.005" v="874" actId="47"/>
        <pc:sldMkLst>
          <pc:docMk/>
          <pc:sldMk cId="3001409730" sldId="295"/>
        </pc:sldMkLst>
        <pc:spChg chg="mod">
          <ac:chgData name="Dragan Javorac" userId="913c2858-fb97-4c6e-a42c-b1f1a16b225e" providerId="ADAL" clId="{5EB17B11-ECF6-4BDB-B0F7-1BADD7C7C79C}" dt="2023-02-10T14:02:34.355" v="854" actId="20577"/>
          <ac:spMkLst>
            <pc:docMk/>
            <pc:sldMk cId="3001409730" sldId="295"/>
            <ac:spMk id="2" creationId="{BF6A0D3E-CB9B-4182-95CD-8F3C11B52915}"/>
          </ac:spMkLst>
        </pc:spChg>
        <pc:spChg chg="mod">
          <ac:chgData name="Dragan Javorac" userId="913c2858-fb97-4c6e-a42c-b1f1a16b225e" providerId="ADAL" clId="{5EB17B11-ECF6-4BDB-B0F7-1BADD7C7C79C}" dt="2023-02-10T14:02:43.137" v="873" actId="20577"/>
          <ac:spMkLst>
            <pc:docMk/>
            <pc:sldMk cId="3001409730" sldId="295"/>
            <ac:spMk id="6" creationId="{5B09760B-7754-A2E2-93DB-E33965601A02}"/>
          </ac:spMkLst>
        </pc:spChg>
        <pc:picChg chg="del">
          <ac:chgData name="Dragan Javorac" userId="913c2858-fb97-4c6e-a42c-b1f1a16b225e" providerId="ADAL" clId="{5EB17B11-ECF6-4BDB-B0F7-1BADD7C7C79C}" dt="2023-02-10T13:35:16.303" v="605" actId="478"/>
          <ac:picMkLst>
            <pc:docMk/>
            <pc:sldMk cId="3001409730" sldId="295"/>
            <ac:picMk id="5" creationId="{DC7A6805-1EB1-13B3-0547-5B2EDF8BDC88}"/>
          </ac:picMkLst>
        </pc:picChg>
      </pc:sldChg>
      <pc:sldChg chg="addSp modSp add del mod ord">
        <pc:chgData name="Dragan Javorac" userId="913c2858-fb97-4c6e-a42c-b1f1a16b225e" providerId="ADAL" clId="{5EB17B11-ECF6-4BDB-B0F7-1BADD7C7C79C}" dt="2023-02-10T14:03:32.960" v="881" actId="47"/>
        <pc:sldMkLst>
          <pc:docMk/>
          <pc:sldMk cId="700047610" sldId="296"/>
        </pc:sldMkLst>
        <pc:spChg chg="mod">
          <ac:chgData name="Dragan Javorac" userId="913c2858-fb97-4c6e-a42c-b1f1a16b225e" providerId="ADAL" clId="{5EB17B11-ECF6-4BDB-B0F7-1BADD7C7C79C}" dt="2023-02-10T13:35:24.656" v="620" actId="20577"/>
          <ac:spMkLst>
            <pc:docMk/>
            <pc:sldMk cId="700047610" sldId="296"/>
            <ac:spMk id="2" creationId="{BF6A0D3E-CB9B-4182-95CD-8F3C11B52915}"/>
          </ac:spMkLst>
        </pc:spChg>
        <pc:spChg chg="mod">
          <ac:chgData name="Dragan Javorac" userId="913c2858-fb97-4c6e-a42c-b1f1a16b225e" providerId="ADAL" clId="{5EB17B11-ECF6-4BDB-B0F7-1BADD7C7C79C}" dt="2023-02-10T13:40:08.154" v="727" actId="20577"/>
          <ac:spMkLst>
            <pc:docMk/>
            <pc:sldMk cId="700047610" sldId="296"/>
            <ac:spMk id="6" creationId="{5B09760B-7754-A2E2-93DB-E33965601A02}"/>
          </ac:spMkLst>
        </pc:spChg>
        <pc:picChg chg="add mod">
          <ac:chgData name="Dragan Javorac" userId="913c2858-fb97-4c6e-a42c-b1f1a16b225e" providerId="ADAL" clId="{5EB17B11-ECF6-4BDB-B0F7-1BADD7C7C79C}" dt="2023-02-10T13:39:41.018" v="628" actId="1076"/>
          <ac:picMkLst>
            <pc:docMk/>
            <pc:sldMk cId="700047610" sldId="296"/>
            <ac:picMk id="5" creationId="{89397EA3-DECC-F148-F866-B1B0FCE6878F}"/>
          </ac:picMkLst>
        </pc:picChg>
        <pc:picChg chg="add mod">
          <ac:chgData name="Dragan Javorac" userId="913c2858-fb97-4c6e-a42c-b1f1a16b225e" providerId="ADAL" clId="{5EB17B11-ECF6-4BDB-B0F7-1BADD7C7C79C}" dt="2023-02-10T13:39:45.661" v="630" actId="14100"/>
          <ac:picMkLst>
            <pc:docMk/>
            <pc:sldMk cId="700047610" sldId="296"/>
            <ac:picMk id="8" creationId="{3BA43A72-7247-CF3B-4482-8CAE7A5F9A0C}"/>
          </ac:picMkLst>
        </pc:picChg>
      </pc:sldChg>
      <pc:sldChg chg="addSp delSp modSp add mod">
        <pc:chgData name="Dragan Javorac" userId="913c2858-fb97-4c6e-a42c-b1f1a16b225e" providerId="ADAL" clId="{5EB17B11-ECF6-4BDB-B0F7-1BADD7C7C79C}" dt="2023-02-10T14:03:23.266" v="880" actId="1076"/>
        <pc:sldMkLst>
          <pc:docMk/>
          <pc:sldMk cId="3009797541" sldId="297"/>
        </pc:sldMkLst>
        <pc:spChg chg="mod">
          <ac:chgData name="Dragan Javorac" userId="913c2858-fb97-4c6e-a42c-b1f1a16b225e" providerId="ADAL" clId="{5EB17B11-ECF6-4BDB-B0F7-1BADD7C7C79C}" dt="2023-02-10T13:41:29.897" v="841" actId="20577"/>
          <ac:spMkLst>
            <pc:docMk/>
            <pc:sldMk cId="3009797541" sldId="297"/>
            <ac:spMk id="2" creationId="{BF6A0D3E-CB9B-4182-95CD-8F3C11B52915}"/>
          </ac:spMkLst>
        </pc:spChg>
        <pc:spChg chg="mod">
          <ac:chgData name="Dragan Javorac" userId="913c2858-fb97-4c6e-a42c-b1f1a16b225e" providerId="ADAL" clId="{5EB17B11-ECF6-4BDB-B0F7-1BADD7C7C79C}" dt="2023-02-10T13:41:33.628" v="842" actId="20577"/>
          <ac:spMkLst>
            <pc:docMk/>
            <pc:sldMk cId="3009797541" sldId="297"/>
            <ac:spMk id="6" creationId="{5B09760B-7754-A2E2-93DB-E33965601A02}"/>
          </ac:spMkLst>
        </pc:spChg>
        <pc:picChg chg="del">
          <ac:chgData name="Dragan Javorac" userId="913c2858-fb97-4c6e-a42c-b1f1a16b225e" providerId="ADAL" clId="{5EB17B11-ECF6-4BDB-B0F7-1BADD7C7C79C}" dt="2023-02-10T14:02:07.032" v="843" actId="478"/>
          <ac:picMkLst>
            <pc:docMk/>
            <pc:sldMk cId="3009797541" sldId="297"/>
            <ac:picMk id="5" creationId="{DC7A6805-1EB1-13B3-0547-5B2EDF8BDC88}"/>
          </ac:picMkLst>
        </pc:picChg>
        <pc:picChg chg="add del mod">
          <ac:chgData name="Dragan Javorac" userId="913c2858-fb97-4c6e-a42c-b1f1a16b225e" providerId="ADAL" clId="{5EB17B11-ECF6-4BDB-B0F7-1BADD7C7C79C}" dt="2023-02-10T14:03:14.861" v="875" actId="478"/>
          <ac:picMkLst>
            <pc:docMk/>
            <pc:sldMk cId="3009797541" sldId="297"/>
            <ac:picMk id="7" creationId="{95AB5F3A-FE36-CECC-CF0E-D097D8A9D9C9}"/>
          </ac:picMkLst>
        </pc:picChg>
        <pc:picChg chg="add mod">
          <ac:chgData name="Dragan Javorac" userId="913c2858-fb97-4c6e-a42c-b1f1a16b225e" providerId="ADAL" clId="{5EB17B11-ECF6-4BDB-B0F7-1BADD7C7C79C}" dt="2023-02-10T14:03:23.266" v="880" actId="1076"/>
          <ac:picMkLst>
            <pc:docMk/>
            <pc:sldMk cId="3009797541" sldId="297"/>
            <ac:picMk id="9" creationId="{75715A69-266C-D05C-3B34-A00E17C3C129}"/>
          </ac:picMkLst>
        </pc:picChg>
      </pc:sldChg>
      <pc:sldChg chg="addSp delSp modSp add del mod modNotesTx">
        <pc:chgData name="Dragan Javorac" userId="913c2858-fb97-4c6e-a42c-b1f1a16b225e" providerId="ADAL" clId="{5EB17B11-ECF6-4BDB-B0F7-1BADD7C7C79C}" dt="2023-02-13T13:12:08.237" v="1332" actId="47"/>
        <pc:sldMkLst>
          <pc:docMk/>
          <pc:sldMk cId="2271208691" sldId="298"/>
        </pc:sldMkLst>
        <pc:spChg chg="mod">
          <ac:chgData name="Dragan Javorac" userId="913c2858-fb97-4c6e-a42c-b1f1a16b225e" providerId="ADAL" clId="{5EB17B11-ECF6-4BDB-B0F7-1BADD7C7C79C}" dt="2023-02-10T14:05:30.943" v="1108" actId="14100"/>
          <ac:spMkLst>
            <pc:docMk/>
            <pc:sldMk cId="2271208691" sldId="298"/>
            <ac:spMk id="2" creationId="{BF6A0D3E-CB9B-4182-95CD-8F3C11B52915}"/>
          </ac:spMkLst>
        </pc:spChg>
        <pc:spChg chg="add mod">
          <ac:chgData name="Dragan Javorac" userId="913c2858-fb97-4c6e-a42c-b1f1a16b225e" providerId="ADAL" clId="{5EB17B11-ECF6-4BDB-B0F7-1BADD7C7C79C}" dt="2023-02-10T14:05:24.694" v="1105" actId="20577"/>
          <ac:spMkLst>
            <pc:docMk/>
            <pc:sldMk cId="2271208691" sldId="298"/>
            <ac:spMk id="3" creationId="{FA3DF131-A238-23A8-70D9-0EAF3CA4EC69}"/>
          </ac:spMkLst>
        </pc:spChg>
        <pc:spChg chg="mod">
          <ac:chgData name="Dragan Javorac" userId="913c2858-fb97-4c6e-a42c-b1f1a16b225e" providerId="ADAL" clId="{5EB17B11-ECF6-4BDB-B0F7-1BADD7C7C79C}" dt="2023-02-10T14:05:41.937" v="1117" actId="122"/>
          <ac:spMkLst>
            <pc:docMk/>
            <pc:sldMk cId="2271208691" sldId="298"/>
            <ac:spMk id="6" creationId="{5B09760B-7754-A2E2-93DB-E33965601A02}"/>
          </ac:spMkLst>
        </pc:spChg>
        <pc:spChg chg="add del">
          <ac:chgData name="Dragan Javorac" userId="913c2858-fb97-4c6e-a42c-b1f1a16b225e" providerId="ADAL" clId="{5EB17B11-ECF6-4BDB-B0F7-1BADD7C7C79C}" dt="2023-02-10T14:05:11.296" v="1063" actId="22"/>
          <ac:spMkLst>
            <pc:docMk/>
            <pc:sldMk cId="2271208691" sldId="298"/>
            <ac:spMk id="8" creationId="{13D451D3-2CFA-DED6-304B-B38255F48B55}"/>
          </ac:spMkLst>
        </pc:spChg>
        <pc:picChg chg="del">
          <ac:chgData name="Dragan Javorac" userId="913c2858-fb97-4c6e-a42c-b1f1a16b225e" providerId="ADAL" clId="{5EB17B11-ECF6-4BDB-B0F7-1BADD7C7C79C}" dt="2023-02-10T14:04:26.910" v="1042" actId="478"/>
          <ac:picMkLst>
            <pc:docMk/>
            <pc:sldMk cId="2271208691" sldId="298"/>
            <ac:picMk id="7" creationId="{6C410FD2-D3A0-8C58-07EA-19AC3081D5AF}"/>
          </ac:picMkLst>
        </pc:picChg>
        <pc:picChg chg="del">
          <ac:chgData name="Dragan Javorac" userId="913c2858-fb97-4c6e-a42c-b1f1a16b225e" providerId="ADAL" clId="{5EB17B11-ECF6-4BDB-B0F7-1BADD7C7C79C}" dt="2023-02-10T14:04:26.517" v="1041" actId="478"/>
          <ac:picMkLst>
            <pc:docMk/>
            <pc:sldMk cId="2271208691" sldId="298"/>
            <ac:picMk id="11" creationId="{321FE302-2C2C-FCF3-7807-9DAD16B13406}"/>
          </ac:picMkLst>
        </pc:picChg>
      </pc:sldChg>
      <pc:sldChg chg="addSp delSp modSp add del mod modNotesTx">
        <pc:chgData name="Dragan Javorac" userId="913c2858-fb97-4c6e-a42c-b1f1a16b225e" providerId="ADAL" clId="{5EB17B11-ECF6-4BDB-B0F7-1BADD7C7C79C}" dt="2023-02-13T13:12:09.355" v="1333" actId="47"/>
        <pc:sldMkLst>
          <pc:docMk/>
          <pc:sldMk cId="3472728903" sldId="299"/>
        </pc:sldMkLst>
        <pc:spChg chg="mod">
          <ac:chgData name="Dragan Javorac" userId="913c2858-fb97-4c6e-a42c-b1f1a16b225e" providerId="ADAL" clId="{5EB17B11-ECF6-4BDB-B0F7-1BADD7C7C79C}" dt="2023-02-10T14:16:59.607" v="1139" actId="27636"/>
          <ac:spMkLst>
            <pc:docMk/>
            <pc:sldMk cId="3472728903" sldId="299"/>
            <ac:spMk id="2" creationId="{BF6A0D3E-CB9B-4182-95CD-8F3C11B52915}"/>
          </ac:spMkLst>
        </pc:spChg>
        <pc:spChg chg="del">
          <ac:chgData name="Dragan Javorac" userId="913c2858-fb97-4c6e-a42c-b1f1a16b225e" providerId="ADAL" clId="{5EB17B11-ECF6-4BDB-B0F7-1BADD7C7C79C}" dt="2023-02-10T14:18:12.038" v="1230" actId="478"/>
          <ac:spMkLst>
            <pc:docMk/>
            <pc:sldMk cId="3472728903" sldId="299"/>
            <ac:spMk id="3" creationId="{FA3DF131-A238-23A8-70D9-0EAF3CA4EC69}"/>
          </ac:spMkLst>
        </pc:spChg>
        <pc:spChg chg="mod">
          <ac:chgData name="Dragan Javorac" userId="913c2858-fb97-4c6e-a42c-b1f1a16b225e" providerId="ADAL" clId="{5EB17B11-ECF6-4BDB-B0F7-1BADD7C7C79C}" dt="2023-02-10T14:17:17.429" v="1227" actId="20577"/>
          <ac:spMkLst>
            <pc:docMk/>
            <pc:sldMk cId="3472728903" sldId="299"/>
            <ac:spMk id="6" creationId="{5B09760B-7754-A2E2-93DB-E33965601A02}"/>
          </ac:spMkLst>
        </pc:spChg>
        <pc:picChg chg="add del mod">
          <ac:chgData name="Dragan Javorac" userId="913c2858-fb97-4c6e-a42c-b1f1a16b225e" providerId="ADAL" clId="{5EB17B11-ECF6-4BDB-B0F7-1BADD7C7C79C}" dt="2023-02-10T14:18:40.105" v="1231" actId="478"/>
          <ac:picMkLst>
            <pc:docMk/>
            <pc:sldMk cId="3472728903" sldId="299"/>
            <ac:picMk id="7" creationId="{CCE6671F-62C7-8BFF-68EE-A255242479A4}"/>
          </ac:picMkLst>
        </pc:picChg>
        <pc:picChg chg="add mod">
          <ac:chgData name="Dragan Javorac" userId="913c2858-fb97-4c6e-a42c-b1f1a16b225e" providerId="ADAL" clId="{5EB17B11-ECF6-4BDB-B0F7-1BADD7C7C79C}" dt="2023-02-10T14:18:44.933" v="1235" actId="1076"/>
          <ac:picMkLst>
            <pc:docMk/>
            <pc:sldMk cId="3472728903" sldId="299"/>
            <ac:picMk id="9" creationId="{936110B6-160F-4C97-1443-C7BC15B3AE6F}"/>
          </ac:picMkLst>
        </pc:picChg>
      </pc:sldChg>
    </pc:docChg>
  </pc:docChgLst>
  <pc:docChgLst>
    <pc:chgData name="Dragan Javorac" userId="913c2858-fb97-4c6e-a42c-b1f1a16b225e" providerId="ADAL" clId="{C947D2EC-FF5C-4839-A9A2-72973C4E2A18}"/>
    <pc:docChg chg="custSel modSld">
      <pc:chgData name="Dragan Javorac" userId="913c2858-fb97-4c6e-a42c-b1f1a16b225e" providerId="ADAL" clId="{C947D2EC-FF5C-4839-A9A2-72973C4E2A18}" dt="2024-10-10T11:06:05.365" v="10" actId="20577"/>
      <pc:docMkLst>
        <pc:docMk/>
      </pc:docMkLst>
      <pc:sldChg chg="addSp delSp modSp mod">
        <pc:chgData name="Dragan Javorac" userId="913c2858-fb97-4c6e-a42c-b1f1a16b225e" providerId="ADAL" clId="{C947D2EC-FF5C-4839-A9A2-72973C4E2A18}" dt="2024-10-10T11:06:05.365" v="10" actId="20577"/>
        <pc:sldMkLst>
          <pc:docMk/>
          <pc:sldMk cId="698492982" sldId="279"/>
        </pc:sldMkLst>
        <pc:spChg chg="mod">
          <ac:chgData name="Dragan Javorac" userId="913c2858-fb97-4c6e-a42c-b1f1a16b225e" providerId="ADAL" clId="{C947D2EC-FF5C-4839-A9A2-72973C4E2A18}" dt="2024-10-07T05:40:23.121" v="6"/>
          <ac:spMkLst>
            <pc:docMk/>
            <pc:sldMk cId="698492982" sldId="279"/>
            <ac:spMk id="4" creationId="{8C4E84FB-8E3C-2FEE-37BC-1A941659F10D}"/>
          </ac:spMkLst>
        </pc:spChg>
        <pc:spChg chg="mod">
          <ac:chgData name="Dragan Javorac" userId="913c2858-fb97-4c6e-a42c-b1f1a16b225e" providerId="ADAL" clId="{C947D2EC-FF5C-4839-A9A2-72973C4E2A18}" dt="2024-10-10T11:06:05.365" v="10" actId="20577"/>
          <ac:spMkLst>
            <pc:docMk/>
            <pc:sldMk cId="698492982" sldId="279"/>
            <ac:spMk id="8" creationId="{29D1AE08-4CFC-4D37-A07F-A71AE2EA570E}"/>
          </ac:spMkLst>
        </pc:spChg>
        <pc:picChg chg="del">
          <ac:chgData name="Dragan Javorac" userId="913c2858-fb97-4c6e-a42c-b1f1a16b225e" providerId="ADAL" clId="{C947D2EC-FF5C-4839-A9A2-72973C4E2A18}" dt="2024-10-07T05:40:02.132" v="0" actId="478"/>
          <ac:picMkLst>
            <pc:docMk/>
            <pc:sldMk cId="698492982" sldId="279"/>
            <ac:picMk id="5" creationId="{8A8CB21C-1893-80C8-0EE1-6C152AC07C7A}"/>
          </ac:picMkLst>
        </pc:picChg>
        <pc:picChg chg="add mod">
          <ac:chgData name="Dragan Javorac" userId="913c2858-fb97-4c6e-a42c-b1f1a16b225e" providerId="ADAL" clId="{C947D2EC-FF5C-4839-A9A2-72973C4E2A18}" dt="2024-10-07T05:40:06.492" v="4" actId="1076"/>
          <ac:picMkLst>
            <pc:docMk/>
            <pc:sldMk cId="698492982" sldId="279"/>
            <ac:picMk id="6" creationId="{08912ECA-B223-D038-36CB-8925EA34B80D}"/>
          </ac:picMkLst>
        </pc:picChg>
      </pc:sldChg>
    </pc:docChg>
  </pc:docChgLst>
  <pc:docChgLst>
    <pc:chgData name="Dragan Javorac" userId="913c2858-fb97-4c6e-a42c-b1f1a16b225e" providerId="ADAL" clId="{96CFCC79-9A71-49C4-81AF-DAF2D38933F6}"/>
    <pc:docChg chg="undo custSel addSld delSld modSld sldOrd">
      <pc:chgData name="Dragan Javorac" userId="913c2858-fb97-4c6e-a42c-b1f1a16b225e" providerId="ADAL" clId="{96CFCC79-9A71-49C4-81AF-DAF2D38933F6}" dt="2023-03-09T11:04:07.178" v="653" actId="313"/>
      <pc:docMkLst>
        <pc:docMk/>
      </pc:docMkLst>
      <pc:sldChg chg="del">
        <pc:chgData name="Dragan Javorac" userId="913c2858-fb97-4c6e-a42c-b1f1a16b225e" providerId="ADAL" clId="{96CFCC79-9A71-49C4-81AF-DAF2D38933F6}" dt="2023-03-09T09:05:50.859" v="40" actId="47"/>
        <pc:sldMkLst>
          <pc:docMk/>
          <pc:sldMk cId="2663455734" sldId="272"/>
        </pc:sldMkLst>
      </pc:sldChg>
      <pc:sldChg chg="modSp mod">
        <pc:chgData name="Dragan Javorac" userId="913c2858-fb97-4c6e-a42c-b1f1a16b225e" providerId="ADAL" clId="{96CFCC79-9A71-49C4-81AF-DAF2D38933F6}" dt="2023-03-07T12:35:12.451" v="39" actId="20577"/>
        <pc:sldMkLst>
          <pc:docMk/>
          <pc:sldMk cId="698492982" sldId="279"/>
        </pc:sldMkLst>
        <pc:spChg chg="mod">
          <ac:chgData name="Dragan Javorac" userId="913c2858-fb97-4c6e-a42c-b1f1a16b225e" providerId="ADAL" clId="{96CFCC79-9A71-49C4-81AF-DAF2D38933F6}" dt="2023-03-07T12:35:12.451" v="39" actId="20577"/>
          <ac:spMkLst>
            <pc:docMk/>
            <pc:sldMk cId="698492982" sldId="279"/>
            <ac:spMk id="8" creationId="{29D1AE08-4CFC-4D37-A07F-A71AE2EA570E}"/>
          </ac:spMkLst>
        </pc:spChg>
      </pc:sldChg>
      <pc:sldChg chg="modSp mod ord">
        <pc:chgData name="Dragan Javorac" userId="913c2858-fb97-4c6e-a42c-b1f1a16b225e" providerId="ADAL" clId="{96CFCC79-9A71-49C4-81AF-DAF2D38933F6}" dt="2023-03-09T11:01:16.744" v="652" actId="20577"/>
        <pc:sldMkLst>
          <pc:docMk/>
          <pc:sldMk cId="3410521601" sldId="291"/>
        </pc:sldMkLst>
        <pc:spChg chg="mod">
          <ac:chgData name="Dragan Javorac" userId="913c2858-fb97-4c6e-a42c-b1f1a16b225e" providerId="ADAL" clId="{96CFCC79-9A71-49C4-81AF-DAF2D38933F6}" dt="2023-03-09T11:01:16.744" v="652" actId="20577"/>
          <ac:spMkLst>
            <pc:docMk/>
            <pc:sldMk cId="3410521601" sldId="291"/>
            <ac:spMk id="4" creationId="{02F6EA06-1376-2EBC-EDBD-6F27D35F4138}"/>
          </ac:spMkLst>
        </pc:spChg>
      </pc:sldChg>
      <pc:sldChg chg="ord">
        <pc:chgData name="Dragan Javorac" userId="913c2858-fb97-4c6e-a42c-b1f1a16b225e" providerId="ADAL" clId="{96CFCC79-9A71-49C4-81AF-DAF2D38933F6}" dt="2023-03-09T09:13:58.902" v="632"/>
        <pc:sldMkLst>
          <pc:docMk/>
          <pc:sldMk cId="3163139156" sldId="293"/>
        </pc:sldMkLst>
      </pc:sldChg>
      <pc:sldChg chg="addSp delSp modSp mod ord">
        <pc:chgData name="Dragan Javorac" userId="913c2858-fb97-4c6e-a42c-b1f1a16b225e" providerId="ADAL" clId="{96CFCC79-9A71-49C4-81AF-DAF2D38933F6}" dt="2023-03-09T09:14:47.240" v="646"/>
        <pc:sldMkLst>
          <pc:docMk/>
          <pc:sldMk cId="2807849242" sldId="294"/>
        </pc:sldMkLst>
        <pc:spChg chg="add del">
          <ac:chgData name="Dragan Javorac" userId="913c2858-fb97-4c6e-a42c-b1f1a16b225e" providerId="ADAL" clId="{96CFCC79-9A71-49C4-81AF-DAF2D38933F6}" dt="2023-03-09T09:06:15.506" v="42" actId="478"/>
          <ac:spMkLst>
            <pc:docMk/>
            <pc:sldMk cId="2807849242" sldId="294"/>
            <ac:spMk id="3" creationId="{CC032491-4C30-CE62-DA3E-89C5CC3ADE17}"/>
          </ac:spMkLst>
        </pc:spChg>
        <pc:spChg chg="add mod">
          <ac:chgData name="Dragan Javorac" userId="913c2858-fb97-4c6e-a42c-b1f1a16b225e" providerId="ADAL" clId="{96CFCC79-9A71-49C4-81AF-DAF2D38933F6}" dt="2023-03-09T09:07:05.016" v="133" actId="20577"/>
          <ac:spMkLst>
            <pc:docMk/>
            <pc:sldMk cId="2807849242" sldId="294"/>
            <ac:spMk id="6" creationId="{632855CB-5A9C-40E8-C14E-C4429BC3934F}"/>
          </ac:spMkLst>
        </pc:spChg>
        <pc:spChg chg="add mod">
          <ac:chgData name="Dragan Javorac" userId="913c2858-fb97-4c6e-a42c-b1f1a16b225e" providerId="ADAL" clId="{96CFCC79-9A71-49C4-81AF-DAF2D38933F6}" dt="2023-03-09T09:06:57.701" v="122" actId="14100"/>
          <ac:spMkLst>
            <pc:docMk/>
            <pc:sldMk cId="2807849242" sldId="294"/>
            <ac:spMk id="7" creationId="{E8112155-E593-EF68-1204-85A410D30E45}"/>
          </ac:spMkLst>
        </pc:spChg>
        <pc:spChg chg="add mod">
          <ac:chgData name="Dragan Javorac" userId="913c2858-fb97-4c6e-a42c-b1f1a16b225e" providerId="ADAL" clId="{96CFCC79-9A71-49C4-81AF-DAF2D38933F6}" dt="2023-03-09T09:07:14.933" v="143" actId="20577"/>
          <ac:spMkLst>
            <pc:docMk/>
            <pc:sldMk cId="2807849242" sldId="294"/>
            <ac:spMk id="8" creationId="{A099BEC1-CFDA-5156-2D78-3BA764E387DF}"/>
          </ac:spMkLst>
        </pc:spChg>
        <pc:picChg chg="mod">
          <ac:chgData name="Dragan Javorac" userId="913c2858-fb97-4c6e-a42c-b1f1a16b225e" providerId="ADAL" clId="{96CFCC79-9A71-49C4-81AF-DAF2D38933F6}" dt="2023-03-09T09:06:50.626" v="118" actId="1076"/>
          <ac:picMkLst>
            <pc:docMk/>
            <pc:sldMk cId="2807849242" sldId="294"/>
            <ac:picMk id="5" creationId="{2BA01E8C-44F3-336A-1DCF-B0456BA33075}"/>
          </ac:picMkLst>
        </pc:picChg>
      </pc:sldChg>
      <pc:sldChg chg="ord">
        <pc:chgData name="Dragan Javorac" userId="913c2858-fb97-4c6e-a42c-b1f1a16b225e" providerId="ADAL" clId="{96CFCC79-9A71-49C4-81AF-DAF2D38933F6}" dt="2023-03-09T09:14:31.742" v="640"/>
        <pc:sldMkLst>
          <pc:docMk/>
          <pc:sldMk cId="4267432575" sldId="295"/>
        </pc:sldMkLst>
      </pc:sldChg>
      <pc:sldChg chg="ord">
        <pc:chgData name="Dragan Javorac" userId="913c2858-fb97-4c6e-a42c-b1f1a16b225e" providerId="ADAL" clId="{96CFCC79-9A71-49C4-81AF-DAF2D38933F6}" dt="2023-03-09T09:15:06.186" v="648"/>
        <pc:sldMkLst>
          <pc:docMk/>
          <pc:sldMk cId="1262163514" sldId="296"/>
        </pc:sldMkLst>
      </pc:sldChg>
      <pc:sldChg chg="ord">
        <pc:chgData name="Dragan Javorac" userId="913c2858-fb97-4c6e-a42c-b1f1a16b225e" providerId="ADAL" clId="{96CFCC79-9A71-49C4-81AF-DAF2D38933F6}" dt="2023-03-09T09:15:07.864" v="650"/>
        <pc:sldMkLst>
          <pc:docMk/>
          <pc:sldMk cId="2390689232" sldId="297"/>
        </pc:sldMkLst>
      </pc:sldChg>
      <pc:sldChg chg="ord modNotesTx">
        <pc:chgData name="Dragan Javorac" userId="913c2858-fb97-4c6e-a42c-b1f1a16b225e" providerId="ADAL" clId="{96CFCC79-9A71-49C4-81AF-DAF2D38933F6}" dt="2023-03-09T11:00:41.114" v="651" actId="6549"/>
        <pc:sldMkLst>
          <pc:docMk/>
          <pc:sldMk cId="1943057012" sldId="298"/>
        </pc:sldMkLst>
      </pc:sldChg>
      <pc:sldChg chg="modSp mod">
        <pc:chgData name="Dragan Javorac" userId="913c2858-fb97-4c6e-a42c-b1f1a16b225e" providerId="ADAL" clId="{96CFCC79-9A71-49C4-81AF-DAF2D38933F6}" dt="2023-03-09T09:13:38.500" v="630" actId="20577"/>
        <pc:sldMkLst>
          <pc:docMk/>
          <pc:sldMk cId="3638888294" sldId="299"/>
        </pc:sldMkLst>
        <pc:spChg chg="mod">
          <ac:chgData name="Dragan Javorac" userId="913c2858-fb97-4c6e-a42c-b1f1a16b225e" providerId="ADAL" clId="{96CFCC79-9A71-49C4-81AF-DAF2D38933F6}" dt="2023-03-09T09:13:38.500" v="630" actId="20577"/>
          <ac:spMkLst>
            <pc:docMk/>
            <pc:sldMk cId="3638888294" sldId="299"/>
            <ac:spMk id="4" creationId="{02F6EA06-1376-2EBC-EDBD-6F27D35F4138}"/>
          </ac:spMkLst>
        </pc:spChg>
      </pc:sldChg>
      <pc:sldChg chg="modSp mod">
        <pc:chgData name="Dragan Javorac" userId="913c2858-fb97-4c6e-a42c-b1f1a16b225e" providerId="ADAL" clId="{96CFCC79-9A71-49C4-81AF-DAF2D38933F6}" dt="2023-03-09T11:04:07.178" v="653" actId="313"/>
        <pc:sldMkLst>
          <pc:docMk/>
          <pc:sldMk cId="1217233077" sldId="300"/>
        </pc:sldMkLst>
        <pc:spChg chg="mod">
          <ac:chgData name="Dragan Javorac" userId="913c2858-fb97-4c6e-a42c-b1f1a16b225e" providerId="ADAL" clId="{96CFCC79-9A71-49C4-81AF-DAF2D38933F6}" dt="2023-03-09T11:04:07.178" v="653" actId="313"/>
          <ac:spMkLst>
            <pc:docMk/>
            <pc:sldMk cId="1217233077" sldId="300"/>
            <ac:spMk id="4" creationId="{02F6EA06-1376-2EBC-EDBD-6F27D35F4138}"/>
          </ac:spMkLst>
        </pc:spChg>
      </pc:sldChg>
      <pc:sldChg chg="ord">
        <pc:chgData name="Dragan Javorac" userId="913c2858-fb97-4c6e-a42c-b1f1a16b225e" providerId="ADAL" clId="{96CFCC79-9A71-49C4-81AF-DAF2D38933F6}" dt="2023-03-09T09:14:35.599" v="642"/>
        <pc:sldMkLst>
          <pc:docMk/>
          <pc:sldMk cId="434305020" sldId="301"/>
        </pc:sldMkLst>
      </pc:sldChg>
      <pc:sldChg chg="addSp delSp modSp add mod ord">
        <pc:chgData name="Dragan Javorac" userId="913c2858-fb97-4c6e-a42c-b1f1a16b225e" providerId="ADAL" clId="{96CFCC79-9A71-49C4-81AF-DAF2D38933F6}" dt="2023-03-09T09:14:03.387" v="634"/>
        <pc:sldMkLst>
          <pc:docMk/>
          <pc:sldMk cId="1171581969" sldId="302"/>
        </pc:sldMkLst>
        <pc:spChg chg="mod">
          <ac:chgData name="Dragan Javorac" userId="913c2858-fb97-4c6e-a42c-b1f1a16b225e" providerId="ADAL" clId="{96CFCC79-9A71-49C4-81AF-DAF2D38933F6}" dt="2023-03-09T09:07:48.329" v="148" actId="20577"/>
          <ac:spMkLst>
            <pc:docMk/>
            <pc:sldMk cId="1171581969" sldId="302"/>
            <ac:spMk id="2" creationId="{BF6A0D3E-CB9B-4182-95CD-8F3C11B52915}"/>
          </ac:spMkLst>
        </pc:spChg>
        <pc:spChg chg="mod">
          <ac:chgData name="Dragan Javorac" userId="913c2858-fb97-4c6e-a42c-b1f1a16b225e" providerId="ADAL" clId="{96CFCC79-9A71-49C4-81AF-DAF2D38933F6}" dt="2023-03-09T09:11:31.069" v="526" actId="20577"/>
          <ac:spMkLst>
            <pc:docMk/>
            <pc:sldMk cId="1171581969" sldId="302"/>
            <ac:spMk id="4" creationId="{02F6EA06-1376-2EBC-EDBD-6F27D35F4138}"/>
          </ac:spMkLst>
        </pc:spChg>
        <pc:spChg chg="add mod">
          <ac:chgData name="Dragan Javorac" userId="913c2858-fb97-4c6e-a42c-b1f1a16b225e" providerId="ADAL" clId="{96CFCC79-9A71-49C4-81AF-DAF2D38933F6}" dt="2023-03-09T09:09:19.907" v="220" actId="20577"/>
          <ac:spMkLst>
            <pc:docMk/>
            <pc:sldMk cId="1171581969" sldId="302"/>
            <ac:spMk id="6" creationId="{E0FB96C5-73A1-424C-54F9-149B2699CAAC}"/>
          </ac:spMkLst>
        </pc:spChg>
        <pc:spChg chg="add mod">
          <ac:chgData name="Dragan Javorac" userId="913c2858-fb97-4c6e-a42c-b1f1a16b225e" providerId="ADAL" clId="{96CFCC79-9A71-49C4-81AF-DAF2D38933F6}" dt="2023-03-09T09:10:03.314" v="250" actId="14100"/>
          <ac:spMkLst>
            <pc:docMk/>
            <pc:sldMk cId="1171581969" sldId="302"/>
            <ac:spMk id="7" creationId="{BCD16FA5-04F2-D910-A4AD-110714F50C9E}"/>
          </ac:spMkLst>
        </pc:spChg>
        <pc:spChg chg="add mod">
          <ac:chgData name="Dragan Javorac" userId="913c2858-fb97-4c6e-a42c-b1f1a16b225e" providerId="ADAL" clId="{96CFCC79-9A71-49C4-81AF-DAF2D38933F6}" dt="2023-03-09T09:10:04.935" v="251" actId="14100"/>
          <ac:spMkLst>
            <pc:docMk/>
            <pc:sldMk cId="1171581969" sldId="302"/>
            <ac:spMk id="9" creationId="{8372CFF8-9114-FC37-C563-C23397482617}"/>
          </ac:spMkLst>
        </pc:spChg>
        <pc:spChg chg="add mod">
          <ac:chgData name="Dragan Javorac" userId="913c2858-fb97-4c6e-a42c-b1f1a16b225e" providerId="ADAL" clId="{96CFCC79-9A71-49C4-81AF-DAF2D38933F6}" dt="2023-03-09T09:10:09.102" v="257" actId="20577"/>
          <ac:spMkLst>
            <pc:docMk/>
            <pc:sldMk cId="1171581969" sldId="302"/>
            <ac:spMk id="10" creationId="{CA68A938-016C-3BE0-03ED-2616A1DE225A}"/>
          </ac:spMkLst>
        </pc:spChg>
        <pc:picChg chg="add mod">
          <ac:chgData name="Dragan Javorac" userId="913c2858-fb97-4c6e-a42c-b1f1a16b225e" providerId="ADAL" clId="{96CFCC79-9A71-49C4-81AF-DAF2D38933F6}" dt="2023-03-09T09:09:10.256" v="208" actId="1076"/>
          <ac:picMkLst>
            <pc:docMk/>
            <pc:sldMk cId="1171581969" sldId="302"/>
            <ac:picMk id="5" creationId="{B06B0AD6-E61A-925F-14F3-0F5031475072}"/>
          </ac:picMkLst>
        </pc:picChg>
        <pc:picChg chg="del">
          <ac:chgData name="Dragan Javorac" userId="913c2858-fb97-4c6e-a42c-b1f1a16b225e" providerId="ADAL" clId="{96CFCC79-9A71-49C4-81AF-DAF2D38933F6}" dt="2023-03-09T09:09:08.483" v="206" actId="478"/>
          <ac:picMkLst>
            <pc:docMk/>
            <pc:sldMk cId="1171581969" sldId="302"/>
            <ac:picMk id="8" creationId="{CCC69BA8-F254-B135-6EDE-D4596A8EEF19}"/>
          </ac:picMkLst>
        </pc:picChg>
        <pc:picChg chg="add mod">
          <ac:chgData name="Dragan Javorac" userId="913c2858-fb97-4c6e-a42c-b1f1a16b225e" providerId="ADAL" clId="{96CFCC79-9A71-49C4-81AF-DAF2D38933F6}" dt="2023-03-09T09:10:55.103" v="350" actId="1076"/>
          <ac:picMkLst>
            <pc:docMk/>
            <pc:sldMk cId="1171581969" sldId="302"/>
            <ac:picMk id="12" creationId="{689EBA9C-1BEE-7E6D-D014-D294B4D87A10}"/>
          </ac:picMkLst>
        </pc:picChg>
      </pc:sldChg>
    </pc:docChg>
  </pc:docChgLst>
  <pc:docChgLst>
    <pc:chgData name="Dragan Javorac" userId="913c2858-fb97-4c6e-a42c-b1f1a16b225e" providerId="ADAL" clId="{1C4E8FD6-2117-4825-B05F-C18A3525EE13}"/>
    <pc:docChg chg="undo custSel addSld delSld modSld sldOrd modMainMaster">
      <pc:chgData name="Dragan Javorac" userId="913c2858-fb97-4c6e-a42c-b1f1a16b225e" providerId="ADAL" clId="{1C4E8FD6-2117-4825-B05F-C18A3525EE13}" dt="2023-02-09T10:49:07.650" v="2285" actId="20577"/>
      <pc:docMkLst>
        <pc:docMk/>
      </pc:docMkLst>
      <pc:sldChg chg="delSp modSp mod setBg">
        <pc:chgData name="Dragan Javorac" userId="913c2858-fb97-4c6e-a42c-b1f1a16b225e" providerId="ADAL" clId="{1C4E8FD6-2117-4825-B05F-C18A3525EE13}" dt="2023-02-09T08:49:51.025" v="1753" actId="478"/>
        <pc:sldMkLst>
          <pc:docMk/>
          <pc:sldMk cId="1190764141" sldId="256"/>
        </pc:sldMkLst>
        <pc:spChg chg="mod">
          <ac:chgData name="Dragan Javorac" userId="913c2858-fb97-4c6e-a42c-b1f1a16b225e" providerId="ADAL" clId="{1C4E8FD6-2117-4825-B05F-C18A3525EE13}" dt="2023-02-09T08:04:28.782" v="1" actId="20577"/>
          <ac:spMkLst>
            <pc:docMk/>
            <pc:sldMk cId="1190764141" sldId="256"/>
            <ac:spMk id="2" creationId="{BF6A0D3E-CB9B-4182-95CD-8F3C11B52915}"/>
          </ac:spMkLst>
        </pc:spChg>
        <pc:spChg chg="del">
          <ac:chgData name="Dragan Javorac" userId="913c2858-fb97-4c6e-a42c-b1f1a16b225e" providerId="ADAL" clId="{1C4E8FD6-2117-4825-B05F-C18A3525EE13}" dt="2023-02-09T08:49:51.025" v="1753" actId="478"/>
          <ac:spMkLst>
            <pc:docMk/>
            <pc:sldMk cId="1190764141" sldId="256"/>
            <ac:spMk id="4" creationId="{3B558145-FCE0-43CE-9F78-3B5DB176FA5D}"/>
          </ac:spMkLst>
        </pc:spChg>
      </pc:sldChg>
      <pc:sldChg chg="del">
        <pc:chgData name="Dragan Javorac" userId="913c2858-fb97-4c6e-a42c-b1f1a16b225e" providerId="ADAL" clId="{1C4E8FD6-2117-4825-B05F-C18A3525EE13}" dt="2023-02-09T08:19:53.228" v="912" actId="47"/>
        <pc:sldMkLst>
          <pc:docMk/>
          <pc:sldMk cId="2903056974" sldId="258"/>
        </pc:sldMkLst>
      </pc:sldChg>
      <pc:sldChg chg="delSp mod ord setBg">
        <pc:chgData name="Dragan Javorac" userId="913c2858-fb97-4c6e-a42c-b1f1a16b225e" providerId="ADAL" clId="{1C4E8FD6-2117-4825-B05F-C18A3525EE13}" dt="2023-02-09T08:53:27.302" v="1770"/>
        <pc:sldMkLst>
          <pc:docMk/>
          <pc:sldMk cId="1786342002" sldId="260"/>
        </pc:sldMkLst>
        <pc:spChg chg="del">
          <ac:chgData name="Dragan Javorac" userId="913c2858-fb97-4c6e-a42c-b1f1a16b225e" providerId="ADAL" clId="{1C4E8FD6-2117-4825-B05F-C18A3525EE13}" dt="2023-02-09T08:50:08.058" v="1762" actId="478"/>
          <ac:spMkLst>
            <pc:docMk/>
            <pc:sldMk cId="1786342002" sldId="260"/>
            <ac:spMk id="7" creationId="{BD36E795-40C3-4484-B1C4-0CFEE9EE8005}"/>
          </ac:spMkLst>
        </pc:spChg>
      </pc:sldChg>
      <pc:sldChg chg="add del">
        <pc:chgData name="Dragan Javorac" userId="913c2858-fb97-4c6e-a42c-b1f1a16b225e" providerId="ADAL" clId="{1C4E8FD6-2117-4825-B05F-C18A3525EE13}" dt="2023-02-09T08:20:59.031" v="932" actId="47"/>
        <pc:sldMkLst>
          <pc:docMk/>
          <pc:sldMk cId="1908081153" sldId="262"/>
        </pc:sldMkLst>
      </pc:sldChg>
      <pc:sldChg chg="del">
        <pc:chgData name="Dragan Javorac" userId="913c2858-fb97-4c6e-a42c-b1f1a16b225e" providerId="ADAL" clId="{1C4E8FD6-2117-4825-B05F-C18A3525EE13}" dt="2023-02-09T08:06:05.998" v="21" actId="47"/>
        <pc:sldMkLst>
          <pc:docMk/>
          <pc:sldMk cId="2492287235" sldId="262"/>
        </pc:sldMkLst>
      </pc:sldChg>
      <pc:sldChg chg="addSp delSp modSp mod ord setBg">
        <pc:chgData name="Dragan Javorac" userId="913c2858-fb97-4c6e-a42c-b1f1a16b225e" providerId="ADAL" clId="{1C4E8FD6-2117-4825-B05F-C18A3525EE13}" dt="2023-02-09T08:50:15.800" v="1766" actId="478"/>
        <pc:sldMkLst>
          <pc:docMk/>
          <pc:sldMk cId="4175419852" sldId="263"/>
        </pc:sldMkLst>
        <pc:spChg chg="del">
          <ac:chgData name="Dragan Javorac" userId="913c2858-fb97-4c6e-a42c-b1f1a16b225e" providerId="ADAL" clId="{1C4E8FD6-2117-4825-B05F-C18A3525EE13}" dt="2023-02-09T08:50:15.800" v="1766" actId="478"/>
          <ac:spMkLst>
            <pc:docMk/>
            <pc:sldMk cId="4175419852" sldId="263"/>
            <ac:spMk id="7" creationId="{BD36E795-40C3-4484-B1C4-0CFEE9EE8005}"/>
          </ac:spMkLst>
        </pc:spChg>
        <pc:spChg chg="del mod">
          <ac:chgData name="Dragan Javorac" userId="913c2858-fb97-4c6e-a42c-b1f1a16b225e" providerId="ADAL" clId="{1C4E8FD6-2117-4825-B05F-C18A3525EE13}" dt="2023-02-09T08:04:54.142" v="10" actId="478"/>
          <ac:spMkLst>
            <pc:docMk/>
            <pc:sldMk cId="4175419852" sldId="263"/>
            <ac:spMk id="8" creationId="{29D1AE08-4CFC-4D37-A07F-A71AE2EA570E}"/>
          </ac:spMkLst>
        </pc:spChg>
        <pc:spChg chg="mod">
          <ac:chgData name="Dragan Javorac" userId="913c2858-fb97-4c6e-a42c-b1f1a16b225e" providerId="ADAL" clId="{1C4E8FD6-2117-4825-B05F-C18A3525EE13}" dt="2023-02-09T08:05:12.964" v="13"/>
          <ac:spMkLst>
            <pc:docMk/>
            <pc:sldMk cId="4175419852" sldId="263"/>
            <ac:spMk id="9" creationId="{6D6FE365-B339-4A26-9C24-531D4C46EBCE}"/>
          </ac:spMkLst>
        </pc:spChg>
        <pc:picChg chg="add mod">
          <ac:chgData name="Dragan Javorac" userId="913c2858-fb97-4c6e-a42c-b1f1a16b225e" providerId="ADAL" clId="{1C4E8FD6-2117-4825-B05F-C18A3525EE13}" dt="2023-02-09T08:05:23.199" v="19" actId="1076"/>
          <ac:picMkLst>
            <pc:docMk/>
            <pc:sldMk cId="4175419852" sldId="263"/>
            <ac:picMk id="3" creationId="{BC66DC3B-3222-9FF7-5BA0-B376F737344D}"/>
          </ac:picMkLst>
        </pc:picChg>
        <pc:picChg chg="del">
          <ac:chgData name="Dragan Javorac" userId="913c2858-fb97-4c6e-a42c-b1f1a16b225e" providerId="ADAL" clId="{1C4E8FD6-2117-4825-B05F-C18A3525EE13}" dt="2023-02-09T08:05:18.156" v="16" actId="478"/>
          <ac:picMkLst>
            <pc:docMk/>
            <pc:sldMk cId="4175419852" sldId="263"/>
            <ac:picMk id="5" creationId="{ECD19090-B99D-4E24-ACDF-3950E165134E}"/>
          </ac:picMkLst>
        </pc:picChg>
      </pc:sldChg>
      <pc:sldChg chg="add del">
        <pc:chgData name="Dragan Javorac" userId="913c2858-fb97-4c6e-a42c-b1f1a16b225e" providerId="ADAL" clId="{1C4E8FD6-2117-4825-B05F-C18A3525EE13}" dt="2023-02-09T08:21:58.885" v="964" actId="47"/>
        <pc:sldMkLst>
          <pc:docMk/>
          <pc:sldMk cId="2638211746" sldId="264"/>
        </pc:sldMkLst>
      </pc:sldChg>
      <pc:sldChg chg="addSp delSp modSp mod setBg">
        <pc:chgData name="Dragan Javorac" userId="913c2858-fb97-4c6e-a42c-b1f1a16b225e" providerId="ADAL" clId="{1C4E8FD6-2117-4825-B05F-C18A3525EE13}" dt="2023-02-09T09:03:15.408" v="2071" actId="21"/>
        <pc:sldMkLst>
          <pc:docMk/>
          <pc:sldMk cId="2499722581" sldId="265"/>
        </pc:sldMkLst>
        <pc:spChg chg="mod">
          <ac:chgData name="Dragan Javorac" userId="913c2858-fb97-4c6e-a42c-b1f1a16b225e" providerId="ADAL" clId="{1C4E8FD6-2117-4825-B05F-C18A3525EE13}" dt="2023-02-09T08:08:20.875" v="64"/>
          <ac:spMkLst>
            <pc:docMk/>
            <pc:sldMk cId="2499722581" sldId="265"/>
            <ac:spMk id="2" creationId="{3643F30F-C298-44B3-B485-EEF6F53BF151}"/>
          </ac:spMkLst>
        </pc:spChg>
        <pc:spChg chg="del">
          <ac:chgData name="Dragan Javorac" userId="913c2858-fb97-4c6e-a42c-b1f1a16b225e" providerId="ADAL" clId="{1C4E8FD6-2117-4825-B05F-C18A3525EE13}" dt="2023-02-09T08:50:17.289" v="1767" actId="478"/>
          <ac:spMkLst>
            <pc:docMk/>
            <pc:sldMk cId="2499722581" sldId="265"/>
            <ac:spMk id="7" creationId="{BD36E795-40C3-4484-B1C4-0CFEE9EE8005}"/>
          </ac:spMkLst>
        </pc:spChg>
        <pc:spChg chg="mod">
          <ac:chgData name="Dragan Javorac" userId="913c2858-fb97-4c6e-a42c-b1f1a16b225e" providerId="ADAL" clId="{1C4E8FD6-2117-4825-B05F-C18A3525EE13}" dt="2023-02-09T09:02:46.028" v="2069" actId="20577"/>
          <ac:spMkLst>
            <pc:docMk/>
            <pc:sldMk cId="2499722581" sldId="265"/>
            <ac:spMk id="8" creationId="{29D1AE08-4CFC-4D37-A07F-A71AE2EA570E}"/>
          </ac:spMkLst>
        </pc:spChg>
        <pc:picChg chg="add del">
          <ac:chgData name="Dragan Javorac" userId="913c2858-fb97-4c6e-a42c-b1f1a16b225e" providerId="ADAL" clId="{1C4E8FD6-2117-4825-B05F-C18A3525EE13}" dt="2023-02-09T09:03:15.408" v="2071" actId="21"/>
          <ac:picMkLst>
            <pc:docMk/>
            <pc:sldMk cId="2499722581" sldId="265"/>
            <ac:picMk id="4" creationId="{1CFC5ACC-C36C-630F-0BB6-76F4329FCD73}"/>
          </ac:picMkLst>
        </pc:picChg>
      </pc:sldChg>
      <pc:sldChg chg="addSp delSp modSp mod setBg">
        <pc:chgData name="Dragan Javorac" userId="913c2858-fb97-4c6e-a42c-b1f1a16b225e" providerId="ADAL" clId="{1C4E8FD6-2117-4825-B05F-C18A3525EE13}" dt="2023-02-09T08:49:56.811" v="1756" actId="478"/>
        <pc:sldMkLst>
          <pc:docMk/>
          <pc:sldMk cId="4085815419" sldId="271"/>
        </pc:sldMkLst>
        <pc:spChg chg="mod">
          <ac:chgData name="Dragan Javorac" userId="913c2858-fb97-4c6e-a42c-b1f1a16b225e" providerId="ADAL" clId="{1C4E8FD6-2117-4825-B05F-C18A3525EE13}" dt="2023-02-09T08:13:25.010" v="279"/>
          <ac:spMkLst>
            <pc:docMk/>
            <pc:sldMk cId="4085815419" sldId="271"/>
            <ac:spMk id="2" creationId="{BF6A0D3E-CB9B-4182-95CD-8F3C11B52915}"/>
          </ac:spMkLst>
        </pc:spChg>
        <pc:spChg chg="mod">
          <ac:chgData name="Dragan Javorac" userId="913c2858-fb97-4c6e-a42c-b1f1a16b225e" providerId="ADAL" clId="{1C4E8FD6-2117-4825-B05F-C18A3525EE13}" dt="2023-02-09T08:18:49.487" v="882" actId="14100"/>
          <ac:spMkLst>
            <pc:docMk/>
            <pc:sldMk cId="4085815419" sldId="271"/>
            <ac:spMk id="3" creationId="{DE75ECF5-4DF5-4FDA-ADD4-24091C8E8978}"/>
          </ac:spMkLst>
        </pc:spChg>
        <pc:spChg chg="del">
          <ac:chgData name="Dragan Javorac" userId="913c2858-fb97-4c6e-a42c-b1f1a16b225e" providerId="ADAL" clId="{1C4E8FD6-2117-4825-B05F-C18A3525EE13}" dt="2023-02-09T08:49:56.811" v="1756" actId="478"/>
          <ac:spMkLst>
            <pc:docMk/>
            <pc:sldMk cId="4085815419" sldId="271"/>
            <ac:spMk id="4" creationId="{3B558145-FCE0-43CE-9F78-3B5DB176FA5D}"/>
          </ac:spMkLst>
        </pc:spChg>
        <pc:spChg chg="add del mod">
          <ac:chgData name="Dragan Javorac" userId="913c2858-fb97-4c6e-a42c-b1f1a16b225e" providerId="ADAL" clId="{1C4E8FD6-2117-4825-B05F-C18A3525EE13}" dt="2023-02-09T08:17:36.678" v="740" actId="478"/>
          <ac:spMkLst>
            <pc:docMk/>
            <pc:sldMk cId="4085815419" sldId="271"/>
            <ac:spMk id="6" creationId="{D6EDCD39-7130-D7C1-42B0-087B1EC14AFD}"/>
          </ac:spMkLst>
        </pc:spChg>
        <pc:spChg chg="add del mod">
          <ac:chgData name="Dragan Javorac" userId="913c2858-fb97-4c6e-a42c-b1f1a16b225e" providerId="ADAL" clId="{1C4E8FD6-2117-4825-B05F-C18A3525EE13}" dt="2023-02-09T08:14:37.565" v="411" actId="478"/>
          <ac:spMkLst>
            <pc:docMk/>
            <pc:sldMk cId="4085815419" sldId="271"/>
            <ac:spMk id="7" creationId="{541F9C87-6737-2DD6-FB2E-EDAAD36C7011}"/>
          </ac:spMkLst>
        </pc:spChg>
      </pc:sldChg>
      <pc:sldChg chg="addSp delSp modSp mod setBg">
        <pc:chgData name="Dragan Javorac" userId="913c2858-fb97-4c6e-a42c-b1f1a16b225e" providerId="ADAL" clId="{1C4E8FD6-2117-4825-B05F-C18A3525EE13}" dt="2023-02-09T08:58:39.037" v="2000" actId="478"/>
        <pc:sldMkLst>
          <pc:docMk/>
          <pc:sldMk cId="2663455734" sldId="272"/>
        </pc:sldMkLst>
        <pc:spChg chg="mod">
          <ac:chgData name="Dragan Javorac" userId="913c2858-fb97-4c6e-a42c-b1f1a16b225e" providerId="ADAL" clId="{1C4E8FD6-2117-4825-B05F-C18A3525EE13}" dt="2023-02-09T08:24:20.688" v="1002" actId="122"/>
          <ac:spMkLst>
            <pc:docMk/>
            <pc:sldMk cId="2663455734" sldId="272"/>
            <ac:spMk id="2" creationId="{BF6A0D3E-CB9B-4182-95CD-8F3C11B52915}"/>
          </ac:spMkLst>
        </pc:spChg>
        <pc:spChg chg="mod">
          <ac:chgData name="Dragan Javorac" userId="913c2858-fb97-4c6e-a42c-b1f1a16b225e" providerId="ADAL" clId="{1C4E8FD6-2117-4825-B05F-C18A3525EE13}" dt="2023-02-09T08:31:42.349" v="1193" actId="21"/>
          <ac:spMkLst>
            <pc:docMk/>
            <pc:sldMk cId="2663455734" sldId="272"/>
            <ac:spMk id="3" creationId="{DE75ECF5-4DF5-4FDA-ADD4-24091C8E8978}"/>
          </ac:spMkLst>
        </pc:spChg>
        <pc:spChg chg="del">
          <ac:chgData name="Dragan Javorac" userId="913c2858-fb97-4c6e-a42c-b1f1a16b225e" providerId="ADAL" clId="{1C4E8FD6-2117-4825-B05F-C18A3525EE13}" dt="2023-02-09T08:50:01.212" v="1759" actId="478"/>
          <ac:spMkLst>
            <pc:docMk/>
            <pc:sldMk cId="2663455734" sldId="272"/>
            <ac:spMk id="4" creationId="{3B558145-FCE0-43CE-9F78-3B5DB176FA5D}"/>
          </ac:spMkLst>
        </pc:spChg>
        <pc:spChg chg="add del mod">
          <ac:chgData name="Dragan Javorac" userId="913c2858-fb97-4c6e-a42c-b1f1a16b225e" providerId="ADAL" clId="{1C4E8FD6-2117-4825-B05F-C18A3525EE13}" dt="2023-02-09T08:58:39.037" v="2000" actId="478"/>
          <ac:spMkLst>
            <pc:docMk/>
            <pc:sldMk cId="2663455734" sldId="272"/>
            <ac:spMk id="6" creationId="{71263D4D-1708-BE15-D968-320DD2F7D255}"/>
          </ac:spMkLst>
        </pc:spChg>
        <pc:picChg chg="add mod">
          <ac:chgData name="Dragan Javorac" userId="913c2858-fb97-4c6e-a42c-b1f1a16b225e" providerId="ADAL" clId="{1C4E8FD6-2117-4825-B05F-C18A3525EE13}" dt="2023-02-09T08:09:28.270" v="78" actId="1076"/>
          <ac:picMkLst>
            <pc:docMk/>
            <pc:sldMk cId="2663455734" sldId="272"/>
            <ac:picMk id="5" creationId="{E0722DE0-112E-E5D7-8C8B-6F95377918AB}"/>
          </ac:picMkLst>
        </pc:picChg>
      </pc:sldChg>
      <pc:sldChg chg="delSp modSp mod setBg">
        <pc:chgData name="Dragan Javorac" userId="913c2858-fb97-4c6e-a42c-b1f1a16b225e" providerId="ADAL" clId="{1C4E8FD6-2117-4825-B05F-C18A3525EE13}" dt="2023-02-09T08:49:59.558" v="1758" actId="478"/>
        <pc:sldMkLst>
          <pc:docMk/>
          <pc:sldMk cId="3094283307" sldId="274"/>
        </pc:sldMkLst>
        <pc:spChg chg="mod">
          <ac:chgData name="Dragan Javorac" userId="913c2858-fb97-4c6e-a42c-b1f1a16b225e" providerId="ADAL" clId="{1C4E8FD6-2117-4825-B05F-C18A3525EE13}" dt="2023-02-09T08:24:42.679" v="1022" actId="20577"/>
          <ac:spMkLst>
            <pc:docMk/>
            <pc:sldMk cId="3094283307" sldId="274"/>
            <ac:spMk id="2" creationId="{BF6A0D3E-CB9B-4182-95CD-8F3C11B52915}"/>
          </ac:spMkLst>
        </pc:spChg>
        <pc:spChg chg="mod">
          <ac:chgData name="Dragan Javorac" userId="913c2858-fb97-4c6e-a42c-b1f1a16b225e" providerId="ADAL" clId="{1C4E8FD6-2117-4825-B05F-C18A3525EE13}" dt="2023-02-09T08:19:09.874" v="911" actId="20577"/>
          <ac:spMkLst>
            <pc:docMk/>
            <pc:sldMk cId="3094283307" sldId="274"/>
            <ac:spMk id="3" creationId="{DE75ECF5-4DF5-4FDA-ADD4-24091C8E8978}"/>
          </ac:spMkLst>
        </pc:spChg>
        <pc:spChg chg="del">
          <ac:chgData name="Dragan Javorac" userId="913c2858-fb97-4c6e-a42c-b1f1a16b225e" providerId="ADAL" clId="{1C4E8FD6-2117-4825-B05F-C18A3525EE13}" dt="2023-02-09T08:49:59.558" v="1758" actId="478"/>
          <ac:spMkLst>
            <pc:docMk/>
            <pc:sldMk cId="3094283307" sldId="274"/>
            <ac:spMk id="4" creationId="{3B558145-FCE0-43CE-9F78-3B5DB176FA5D}"/>
          </ac:spMkLst>
        </pc:spChg>
      </pc:sldChg>
      <pc:sldChg chg="addSp delSp modSp mod setBg">
        <pc:chgData name="Dragan Javorac" userId="913c2858-fb97-4c6e-a42c-b1f1a16b225e" providerId="ADAL" clId="{1C4E8FD6-2117-4825-B05F-C18A3525EE13}" dt="2023-02-09T10:19:47.348" v="2283" actId="20577"/>
        <pc:sldMkLst>
          <pc:docMk/>
          <pc:sldMk cId="3862747346" sldId="275"/>
        </pc:sldMkLst>
        <pc:spChg chg="add mod">
          <ac:chgData name="Dragan Javorac" userId="913c2858-fb97-4c6e-a42c-b1f1a16b225e" providerId="ADAL" clId="{1C4E8FD6-2117-4825-B05F-C18A3525EE13}" dt="2023-02-09T10:19:47.348" v="2283" actId="20577"/>
          <ac:spMkLst>
            <pc:docMk/>
            <pc:sldMk cId="3862747346" sldId="275"/>
            <ac:spMk id="3" creationId="{6E437934-60C4-5AFB-2100-9921624C85EC}"/>
          </ac:spMkLst>
        </pc:spChg>
        <pc:spChg chg="add mod">
          <ac:chgData name="Dragan Javorac" userId="913c2858-fb97-4c6e-a42c-b1f1a16b225e" providerId="ADAL" clId="{1C4E8FD6-2117-4825-B05F-C18A3525EE13}" dt="2023-02-09T08:07:01.115" v="36" actId="12"/>
          <ac:spMkLst>
            <pc:docMk/>
            <pc:sldMk cId="3862747346" sldId="275"/>
            <ac:spMk id="5" creationId="{FFA63EC8-AA24-FF9C-1FBB-0D262260BEC4}"/>
          </ac:spMkLst>
        </pc:spChg>
        <pc:spChg chg="del">
          <ac:chgData name="Dragan Javorac" userId="913c2858-fb97-4c6e-a42c-b1f1a16b225e" providerId="ADAL" clId="{1C4E8FD6-2117-4825-B05F-C18A3525EE13}" dt="2023-02-09T08:50:14.296" v="1765" actId="478"/>
          <ac:spMkLst>
            <pc:docMk/>
            <pc:sldMk cId="3862747346" sldId="275"/>
            <ac:spMk id="7" creationId="{BD36E795-40C3-4484-B1C4-0CFEE9EE8005}"/>
          </ac:spMkLst>
        </pc:spChg>
        <pc:spChg chg="mod">
          <ac:chgData name="Dragan Javorac" userId="913c2858-fb97-4c6e-a42c-b1f1a16b225e" providerId="ADAL" clId="{1C4E8FD6-2117-4825-B05F-C18A3525EE13}" dt="2023-02-09T08:06:46.452" v="29" actId="27636"/>
          <ac:spMkLst>
            <pc:docMk/>
            <pc:sldMk cId="3862747346" sldId="275"/>
            <ac:spMk id="8" creationId="{29D1AE08-4CFC-4D37-A07F-A71AE2EA570E}"/>
          </ac:spMkLst>
        </pc:spChg>
      </pc:sldChg>
      <pc:sldChg chg="del">
        <pc:chgData name="Dragan Javorac" userId="913c2858-fb97-4c6e-a42c-b1f1a16b225e" providerId="ADAL" clId="{1C4E8FD6-2117-4825-B05F-C18A3525EE13}" dt="2023-02-09T08:05:43.107" v="20" actId="47"/>
        <pc:sldMkLst>
          <pc:docMk/>
          <pc:sldMk cId="3663914228" sldId="276"/>
        </pc:sldMkLst>
      </pc:sldChg>
      <pc:sldChg chg="del">
        <pc:chgData name="Dragan Javorac" userId="913c2858-fb97-4c6e-a42c-b1f1a16b225e" providerId="ADAL" clId="{1C4E8FD6-2117-4825-B05F-C18A3525EE13}" dt="2023-02-09T08:07:15.026" v="37" actId="47"/>
        <pc:sldMkLst>
          <pc:docMk/>
          <pc:sldMk cId="379009748" sldId="277"/>
        </pc:sldMkLst>
      </pc:sldChg>
      <pc:sldChg chg="del">
        <pc:chgData name="Dragan Javorac" userId="913c2858-fb97-4c6e-a42c-b1f1a16b225e" providerId="ADAL" clId="{1C4E8FD6-2117-4825-B05F-C18A3525EE13}" dt="2023-02-09T08:07:31.452" v="42" actId="47"/>
        <pc:sldMkLst>
          <pc:docMk/>
          <pc:sldMk cId="1939545950" sldId="278"/>
        </pc:sldMkLst>
      </pc:sldChg>
      <pc:sldChg chg="addSp delSp modSp mod setBg">
        <pc:chgData name="Dragan Javorac" userId="913c2858-fb97-4c6e-a42c-b1f1a16b225e" providerId="ADAL" clId="{1C4E8FD6-2117-4825-B05F-C18A3525EE13}" dt="2023-02-09T10:49:07.650" v="2285" actId="20577"/>
        <pc:sldMkLst>
          <pc:docMk/>
          <pc:sldMk cId="698492982" sldId="279"/>
        </pc:sldMkLst>
        <pc:spChg chg="mod">
          <ac:chgData name="Dragan Javorac" userId="913c2858-fb97-4c6e-a42c-b1f1a16b225e" providerId="ADAL" clId="{1C4E8FD6-2117-4825-B05F-C18A3525EE13}" dt="2023-02-09T08:56:38.067" v="1854" actId="20577"/>
          <ac:spMkLst>
            <pc:docMk/>
            <pc:sldMk cId="698492982" sldId="279"/>
            <ac:spMk id="2" creationId="{3643F30F-C298-44B3-B485-EEF6F53BF151}"/>
          </ac:spMkLst>
        </pc:spChg>
        <pc:spChg chg="del">
          <ac:chgData name="Dragan Javorac" userId="913c2858-fb97-4c6e-a42c-b1f1a16b225e" providerId="ADAL" clId="{1C4E8FD6-2117-4825-B05F-C18A3525EE13}" dt="2023-02-09T08:50:18.590" v="1768" actId="478"/>
          <ac:spMkLst>
            <pc:docMk/>
            <pc:sldMk cId="698492982" sldId="279"/>
            <ac:spMk id="7" creationId="{BD36E795-40C3-4484-B1C4-0CFEE9EE8005}"/>
          </ac:spMkLst>
        </pc:spChg>
        <pc:spChg chg="mod">
          <ac:chgData name="Dragan Javorac" userId="913c2858-fb97-4c6e-a42c-b1f1a16b225e" providerId="ADAL" clId="{1C4E8FD6-2117-4825-B05F-C18A3525EE13}" dt="2023-02-09T10:49:07.650" v="2285" actId="20577"/>
          <ac:spMkLst>
            <pc:docMk/>
            <pc:sldMk cId="698492982" sldId="279"/>
            <ac:spMk id="8" creationId="{29D1AE08-4CFC-4D37-A07F-A71AE2EA570E}"/>
          </ac:spMkLst>
        </pc:spChg>
        <pc:picChg chg="add mod modCrop">
          <ac:chgData name="Dragan Javorac" userId="913c2858-fb97-4c6e-a42c-b1f1a16b225e" providerId="ADAL" clId="{1C4E8FD6-2117-4825-B05F-C18A3525EE13}" dt="2023-02-09T10:49:05.400" v="2284" actId="732"/>
          <ac:picMkLst>
            <pc:docMk/>
            <pc:sldMk cId="698492982" sldId="279"/>
            <ac:picMk id="3" creationId="{08E1A6DB-F2A7-B8D1-B483-7407E6713B80}"/>
          </ac:picMkLst>
        </pc:picChg>
        <pc:picChg chg="del">
          <ac:chgData name="Dragan Javorac" userId="913c2858-fb97-4c6e-a42c-b1f1a16b225e" providerId="ADAL" clId="{1C4E8FD6-2117-4825-B05F-C18A3525EE13}" dt="2023-02-09T08:08:51.994" v="70" actId="478"/>
          <ac:picMkLst>
            <pc:docMk/>
            <pc:sldMk cId="698492982" sldId="279"/>
            <ac:picMk id="4" creationId="{71991CF7-6D60-4850-A83F-9AD82B4C9F3E}"/>
          </ac:picMkLst>
        </pc:picChg>
      </pc:sldChg>
      <pc:sldChg chg="addSp delSp modSp add mod setBg">
        <pc:chgData name="Dragan Javorac" userId="913c2858-fb97-4c6e-a42c-b1f1a16b225e" providerId="ADAL" clId="{1C4E8FD6-2117-4825-B05F-C18A3525EE13}" dt="2023-02-09T08:49:52.910" v="1754" actId="478"/>
        <pc:sldMkLst>
          <pc:docMk/>
          <pc:sldMk cId="717095900" sldId="280"/>
        </pc:sldMkLst>
        <pc:spChg chg="mod">
          <ac:chgData name="Dragan Javorac" userId="913c2858-fb97-4c6e-a42c-b1f1a16b225e" providerId="ADAL" clId="{1C4E8FD6-2117-4825-B05F-C18A3525EE13}" dt="2023-02-09T08:10:58.530" v="141" actId="20577"/>
          <ac:spMkLst>
            <pc:docMk/>
            <pc:sldMk cId="717095900" sldId="280"/>
            <ac:spMk id="2" creationId="{BF6A0D3E-CB9B-4182-95CD-8F3C11B52915}"/>
          </ac:spMkLst>
        </pc:spChg>
        <pc:spChg chg="mod">
          <ac:chgData name="Dragan Javorac" userId="913c2858-fb97-4c6e-a42c-b1f1a16b225e" providerId="ADAL" clId="{1C4E8FD6-2117-4825-B05F-C18A3525EE13}" dt="2023-02-09T08:11:14.029" v="148" actId="12"/>
          <ac:spMkLst>
            <pc:docMk/>
            <pc:sldMk cId="717095900" sldId="280"/>
            <ac:spMk id="3" creationId="{DE75ECF5-4DF5-4FDA-ADD4-24091C8E8978}"/>
          </ac:spMkLst>
        </pc:spChg>
        <pc:spChg chg="del">
          <ac:chgData name="Dragan Javorac" userId="913c2858-fb97-4c6e-a42c-b1f1a16b225e" providerId="ADAL" clId="{1C4E8FD6-2117-4825-B05F-C18A3525EE13}" dt="2023-02-09T08:49:52.910" v="1754" actId="478"/>
          <ac:spMkLst>
            <pc:docMk/>
            <pc:sldMk cId="717095900" sldId="280"/>
            <ac:spMk id="4" creationId="{3B558145-FCE0-43CE-9F78-3B5DB176FA5D}"/>
          </ac:spMkLst>
        </pc:spChg>
        <pc:picChg chg="add mod">
          <ac:chgData name="Dragan Javorac" userId="913c2858-fb97-4c6e-a42c-b1f1a16b225e" providerId="ADAL" clId="{1C4E8FD6-2117-4825-B05F-C18A3525EE13}" dt="2023-02-09T08:11:10.111" v="147" actId="14100"/>
          <ac:picMkLst>
            <pc:docMk/>
            <pc:sldMk cId="717095900" sldId="280"/>
            <ac:picMk id="5" creationId="{A14D9DD0-0DAD-9984-FFED-8EBC4360A99F}"/>
          </ac:picMkLst>
        </pc:picChg>
      </pc:sldChg>
      <pc:sldChg chg="addSp delSp modSp add mod setBg">
        <pc:chgData name="Dragan Javorac" userId="913c2858-fb97-4c6e-a42c-b1f1a16b225e" providerId="ADAL" clId="{1C4E8FD6-2117-4825-B05F-C18A3525EE13}" dt="2023-02-09T08:49:55.406" v="1755" actId="478"/>
        <pc:sldMkLst>
          <pc:docMk/>
          <pc:sldMk cId="22342155" sldId="281"/>
        </pc:sldMkLst>
        <pc:spChg chg="mod">
          <ac:chgData name="Dragan Javorac" userId="913c2858-fb97-4c6e-a42c-b1f1a16b225e" providerId="ADAL" clId="{1C4E8FD6-2117-4825-B05F-C18A3525EE13}" dt="2023-02-09T08:11:35.994" v="152"/>
          <ac:spMkLst>
            <pc:docMk/>
            <pc:sldMk cId="22342155" sldId="281"/>
            <ac:spMk id="2" creationId="{BF6A0D3E-CB9B-4182-95CD-8F3C11B52915}"/>
          </ac:spMkLst>
        </pc:spChg>
        <pc:spChg chg="mod">
          <ac:chgData name="Dragan Javorac" userId="913c2858-fb97-4c6e-a42c-b1f1a16b225e" providerId="ADAL" clId="{1C4E8FD6-2117-4825-B05F-C18A3525EE13}" dt="2023-02-09T08:13:05.103" v="262" actId="20577"/>
          <ac:spMkLst>
            <pc:docMk/>
            <pc:sldMk cId="22342155" sldId="281"/>
            <ac:spMk id="3" creationId="{DE75ECF5-4DF5-4FDA-ADD4-24091C8E8978}"/>
          </ac:spMkLst>
        </pc:spChg>
        <pc:spChg chg="del">
          <ac:chgData name="Dragan Javorac" userId="913c2858-fb97-4c6e-a42c-b1f1a16b225e" providerId="ADAL" clId="{1C4E8FD6-2117-4825-B05F-C18A3525EE13}" dt="2023-02-09T08:49:55.406" v="1755" actId="478"/>
          <ac:spMkLst>
            <pc:docMk/>
            <pc:sldMk cId="22342155" sldId="281"/>
            <ac:spMk id="4" creationId="{3B558145-FCE0-43CE-9F78-3B5DB176FA5D}"/>
          </ac:spMkLst>
        </pc:spChg>
        <pc:picChg chg="del">
          <ac:chgData name="Dragan Javorac" userId="913c2858-fb97-4c6e-a42c-b1f1a16b225e" providerId="ADAL" clId="{1C4E8FD6-2117-4825-B05F-C18A3525EE13}" dt="2023-02-09T08:11:38.743" v="153" actId="478"/>
          <ac:picMkLst>
            <pc:docMk/>
            <pc:sldMk cId="22342155" sldId="281"/>
            <ac:picMk id="5" creationId="{A14D9DD0-0DAD-9984-FFED-8EBC4360A99F}"/>
          </ac:picMkLst>
        </pc:picChg>
        <pc:picChg chg="add mod">
          <ac:chgData name="Dragan Javorac" userId="913c2858-fb97-4c6e-a42c-b1f1a16b225e" providerId="ADAL" clId="{1C4E8FD6-2117-4825-B05F-C18A3525EE13}" dt="2023-02-09T08:11:41.519" v="156" actId="14100"/>
          <ac:picMkLst>
            <pc:docMk/>
            <pc:sldMk cId="22342155" sldId="281"/>
            <ac:picMk id="6" creationId="{208EF519-A6F4-782B-273C-D36AAF0A2AAA}"/>
          </ac:picMkLst>
        </pc:picChg>
      </pc:sldChg>
      <pc:sldChg chg="delSp modSp add mod setBg">
        <pc:chgData name="Dragan Javorac" userId="913c2858-fb97-4c6e-a42c-b1f1a16b225e" providerId="ADAL" clId="{1C4E8FD6-2117-4825-B05F-C18A3525EE13}" dt="2023-02-09T08:49:58.194" v="1757" actId="478"/>
        <pc:sldMkLst>
          <pc:docMk/>
          <pc:sldMk cId="917348279" sldId="282"/>
        </pc:sldMkLst>
        <pc:spChg chg="mod">
          <ac:chgData name="Dragan Javorac" userId="913c2858-fb97-4c6e-a42c-b1f1a16b225e" providerId="ADAL" clId="{1C4E8FD6-2117-4825-B05F-C18A3525EE13}" dt="2023-02-09T08:18:25.443" v="844" actId="1076"/>
          <ac:spMkLst>
            <pc:docMk/>
            <pc:sldMk cId="917348279" sldId="282"/>
            <ac:spMk id="3" creationId="{DE75ECF5-4DF5-4FDA-ADD4-24091C8E8978}"/>
          </ac:spMkLst>
        </pc:spChg>
        <pc:spChg chg="del">
          <ac:chgData name="Dragan Javorac" userId="913c2858-fb97-4c6e-a42c-b1f1a16b225e" providerId="ADAL" clId="{1C4E8FD6-2117-4825-B05F-C18A3525EE13}" dt="2023-02-09T08:49:58.194" v="1757" actId="478"/>
          <ac:spMkLst>
            <pc:docMk/>
            <pc:sldMk cId="917348279" sldId="282"/>
            <ac:spMk id="4" creationId="{3B558145-FCE0-43CE-9F78-3B5DB176FA5D}"/>
          </ac:spMkLst>
        </pc:spChg>
        <pc:spChg chg="mod">
          <ac:chgData name="Dragan Javorac" userId="913c2858-fb97-4c6e-a42c-b1f1a16b225e" providerId="ADAL" clId="{1C4E8FD6-2117-4825-B05F-C18A3525EE13}" dt="2023-02-09T08:18:45.339" v="881" actId="1076"/>
          <ac:spMkLst>
            <pc:docMk/>
            <pc:sldMk cId="917348279" sldId="282"/>
            <ac:spMk id="6" creationId="{D6EDCD39-7130-D7C1-42B0-087B1EC14AFD}"/>
          </ac:spMkLst>
        </pc:spChg>
      </pc:sldChg>
      <pc:sldChg chg="add del">
        <pc:chgData name="Dragan Javorac" userId="913c2858-fb97-4c6e-a42c-b1f1a16b225e" providerId="ADAL" clId="{1C4E8FD6-2117-4825-B05F-C18A3525EE13}" dt="2023-02-09T08:23:08.453" v="1001" actId="47"/>
        <pc:sldMkLst>
          <pc:docMk/>
          <pc:sldMk cId="977743875" sldId="283"/>
        </pc:sldMkLst>
      </pc:sldChg>
      <pc:sldChg chg="addSp delSp modSp add del mod or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444906127" sldId="284"/>
        </pc:sldMkLst>
        <pc:spChg chg="mod">
          <ac:chgData name="Dragan Javorac" userId="913c2858-fb97-4c6e-a42c-b1f1a16b225e" providerId="ADAL" clId="{1C4E8FD6-2117-4825-B05F-C18A3525EE13}" dt="2023-02-09T08:20:56.462" v="931"/>
          <ac:spMkLst>
            <pc:docMk/>
            <pc:sldMk cId="444906127" sldId="284"/>
            <ac:spMk id="2" creationId="{3643F30F-C298-44B3-B485-EEF6F53BF151}"/>
          </ac:spMkLst>
        </pc:spChg>
        <pc:spChg chg="add mod">
          <ac:chgData name="Dragan Javorac" userId="913c2858-fb97-4c6e-a42c-b1f1a16b225e" providerId="ADAL" clId="{1C4E8FD6-2117-4825-B05F-C18A3525EE13}" dt="2023-02-09T08:20:34.587" v="919" actId="14100"/>
          <ac:spMkLst>
            <pc:docMk/>
            <pc:sldMk cId="444906127" sldId="284"/>
            <ac:spMk id="3" creationId="{9E4C582C-AC45-80CA-C997-104F6FC3EFF2}"/>
          </ac:spMkLst>
        </pc:spChg>
        <pc:spChg chg="add mod">
          <ac:chgData name="Dragan Javorac" userId="913c2858-fb97-4c6e-a42c-b1f1a16b225e" providerId="ADAL" clId="{1C4E8FD6-2117-4825-B05F-C18A3525EE13}" dt="2023-02-09T08:21:25.420" v="951" actId="1076"/>
          <ac:spMkLst>
            <pc:docMk/>
            <pc:sldMk cId="444906127" sldId="284"/>
            <ac:spMk id="4" creationId="{2681077B-8961-178C-653E-6724D3F175FB}"/>
          </ac:spMkLst>
        </pc:spChg>
        <pc:spChg chg="del">
          <ac:chgData name="Dragan Javorac" userId="913c2858-fb97-4c6e-a42c-b1f1a16b225e" providerId="ADAL" clId="{1C4E8FD6-2117-4825-B05F-C18A3525EE13}" dt="2023-02-09T08:50:10.027" v="1763" actId="478"/>
          <ac:spMkLst>
            <pc:docMk/>
            <pc:sldMk cId="444906127" sldId="284"/>
            <ac:spMk id="7" creationId="{BD36E795-40C3-4484-B1C4-0CFEE9EE8005}"/>
          </ac:spMkLst>
        </pc:spChg>
        <pc:spChg chg="mod">
          <ac:chgData name="Dragan Javorac" userId="913c2858-fb97-4c6e-a42c-b1f1a16b225e" providerId="ADAL" clId="{1C4E8FD6-2117-4825-B05F-C18A3525EE13}" dt="2023-02-09T08:21:23.459" v="950" actId="27636"/>
          <ac:spMkLst>
            <pc:docMk/>
            <pc:sldMk cId="444906127" sldId="284"/>
            <ac:spMk id="8" creationId="{29D1AE08-4CFC-4D37-A07F-A71AE2EA570E}"/>
          </ac:spMkLst>
        </pc:spChg>
        <pc:picChg chg="del mod">
          <ac:chgData name="Dragan Javorac" userId="913c2858-fb97-4c6e-a42c-b1f1a16b225e" providerId="ADAL" clId="{1C4E8FD6-2117-4825-B05F-C18A3525EE13}" dt="2023-02-09T08:20:39.394" v="922" actId="478"/>
          <ac:picMkLst>
            <pc:docMk/>
            <pc:sldMk cId="444906127" sldId="284"/>
            <ac:picMk id="5" creationId="{1B8E2D9F-89E7-4FCB-B9CE-9FC559C68B84}"/>
          </ac:picMkLst>
        </pc:picChg>
      </pc:sldChg>
      <pc:sldChg chg="add del setBg">
        <pc:chgData name="Dragan Javorac" userId="913c2858-fb97-4c6e-a42c-b1f1a16b225e" providerId="ADAL" clId="{1C4E8FD6-2117-4825-B05F-C18A3525EE13}" dt="2023-02-09T08:20:25.263" v="915" actId="47"/>
        <pc:sldMkLst>
          <pc:docMk/>
          <pc:sldMk cId="972744005" sldId="284"/>
        </pc:sldMkLst>
      </pc:sldChg>
      <pc:sldChg chg="addSp delSp modSp add del mod setBg">
        <pc:chgData name="Dragan Javorac" userId="913c2858-fb97-4c6e-a42c-b1f1a16b225e" providerId="ADAL" clId="{1C4E8FD6-2117-4825-B05F-C18A3525EE13}" dt="2023-02-09T08:54:01.313" v="1774" actId="47"/>
        <pc:sldMkLst>
          <pc:docMk/>
          <pc:sldMk cId="100578022" sldId="285"/>
        </pc:sldMkLst>
        <pc:spChg chg="mod">
          <ac:chgData name="Dragan Javorac" userId="913c2858-fb97-4c6e-a42c-b1f1a16b225e" providerId="ADAL" clId="{1C4E8FD6-2117-4825-B05F-C18A3525EE13}" dt="2023-02-09T08:21:41.363" v="954" actId="207"/>
          <ac:spMkLst>
            <pc:docMk/>
            <pc:sldMk cId="100578022" sldId="285"/>
            <ac:spMk id="2" creationId="{3643F30F-C298-44B3-B485-EEF6F53BF151}"/>
          </ac:spMkLst>
        </pc:spChg>
        <pc:spChg chg="del mod">
          <ac:chgData name="Dragan Javorac" userId="913c2858-fb97-4c6e-a42c-b1f1a16b225e" providerId="ADAL" clId="{1C4E8FD6-2117-4825-B05F-C18A3525EE13}" dt="2023-02-09T08:21:54.419" v="961" actId="478"/>
          <ac:spMkLst>
            <pc:docMk/>
            <pc:sldMk cId="100578022" sldId="285"/>
            <ac:spMk id="3" creationId="{9E4C582C-AC45-80CA-C997-104F6FC3EFF2}"/>
          </ac:spMkLst>
        </pc:spChg>
        <pc:spChg chg="del">
          <ac:chgData name="Dragan Javorac" userId="913c2858-fb97-4c6e-a42c-b1f1a16b225e" providerId="ADAL" clId="{1C4E8FD6-2117-4825-B05F-C18A3525EE13}" dt="2023-02-09T08:21:55.748" v="962" actId="478"/>
          <ac:spMkLst>
            <pc:docMk/>
            <pc:sldMk cId="100578022" sldId="285"/>
            <ac:spMk id="4" creationId="{2681077B-8961-178C-653E-6724D3F175FB}"/>
          </ac:spMkLst>
        </pc:spChg>
        <pc:spChg chg="add del mod">
          <ac:chgData name="Dragan Javorac" userId="913c2858-fb97-4c6e-a42c-b1f1a16b225e" providerId="ADAL" clId="{1C4E8FD6-2117-4825-B05F-C18A3525EE13}" dt="2023-02-09T08:22:39.826" v="978" actId="478"/>
          <ac:spMkLst>
            <pc:docMk/>
            <pc:sldMk cId="100578022" sldId="285"/>
            <ac:spMk id="5" creationId="{5F7C3820-DDC7-014D-4B72-32838C6D6C29}"/>
          </ac:spMkLst>
        </pc:spChg>
        <pc:spChg chg="add del mod">
          <ac:chgData name="Dragan Javorac" userId="913c2858-fb97-4c6e-a42c-b1f1a16b225e" providerId="ADAL" clId="{1C4E8FD6-2117-4825-B05F-C18A3525EE13}" dt="2023-02-09T08:50:11.492" v="1764" actId="478"/>
          <ac:spMkLst>
            <pc:docMk/>
            <pc:sldMk cId="100578022" sldId="285"/>
            <ac:spMk id="7" creationId="{BD36E795-40C3-4484-B1C4-0CFEE9EE8005}"/>
          </ac:spMkLst>
        </pc:spChg>
        <pc:spChg chg="mod">
          <ac:chgData name="Dragan Javorac" userId="913c2858-fb97-4c6e-a42c-b1f1a16b225e" providerId="ADAL" clId="{1C4E8FD6-2117-4825-B05F-C18A3525EE13}" dt="2023-02-09T08:22:11.714" v="967"/>
          <ac:spMkLst>
            <pc:docMk/>
            <pc:sldMk cId="100578022" sldId="285"/>
            <ac:spMk id="8" creationId="{29D1AE08-4CFC-4D37-A07F-A71AE2EA570E}"/>
          </ac:spMkLst>
        </pc:spChg>
      </pc:sldChg>
      <pc:sldChg chg="addSp delSp modSp add mod setBg">
        <pc:chgData name="Dragan Javorac" userId="913c2858-fb97-4c6e-a42c-b1f1a16b225e" providerId="ADAL" clId="{1C4E8FD6-2117-4825-B05F-C18A3525EE13}" dt="2023-02-09T08:57:51.697" v="1856" actId="21"/>
        <pc:sldMkLst>
          <pc:docMk/>
          <pc:sldMk cId="3918559090" sldId="286"/>
        </pc:sldMkLst>
        <pc:spChg chg="mod">
          <ac:chgData name="Dragan Javorac" userId="913c2858-fb97-4c6e-a42c-b1f1a16b225e" providerId="ADAL" clId="{1C4E8FD6-2117-4825-B05F-C18A3525EE13}" dt="2023-02-09T08:31:33.892" v="1192" actId="20577"/>
          <ac:spMkLst>
            <pc:docMk/>
            <pc:sldMk cId="3918559090" sldId="286"/>
            <ac:spMk id="2" creationId="{BF6A0D3E-CB9B-4182-95CD-8F3C11B52915}"/>
          </ac:spMkLst>
        </pc:spChg>
        <pc:spChg chg="mod">
          <ac:chgData name="Dragan Javorac" userId="913c2858-fb97-4c6e-a42c-b1f1a16b225e" providerId="ADAL" clId="{1C4E8FD6-2117-4825-B05F-C18A3525EE13}" dt="2023-02-09T08:31:28.229" v="1190" actId="20577"/>
          <ac:spMkLst>
            <pc:docMk/>
            <pc:sldMk cId="3918559090" sldId="286"/>
            <ac:spMk id="3" creationId="{DE75ECF5-4DF5-4FDA-ADD4-24091C8E8978}"/>
          </ac:spMkLst>
        </pc:spChg>
        <pc:spChg chg="del">
          <ac:chgData name="Dragan Javorac" userId="913c2858-fb97-4c6e-a42c-b1f1a16b225e" providerId="ADAL" clId="{1C4E8FD6-2117-4825-B05F-C18A3525EE13}" dt="2023-02-09T08:50:02.616" v="1760" actId="478"/>
          <ac:spMkLst>
            <pc:docMk/>
            <pc:sldMk cId="3918559090" sldId="286"/>
            <ac:spMk id="4" creationId="{3B558145-FCE0-43CE-9F78-3B5DB176FA5D}"/>
          </ac:spMkLst>
        </pc:spChg>
        <pc:spChg chg="add mod">
          <ac:chgData name="Dragan Javorac" userId="913c2858-fb97-4c6e-a42c-b1f1a16b225e" providerId="ADAL" clId="{1C4E8FD6-2117-4825-B05F-C18A3525EE13}" dt="2023-02-09T08:34:21.914" v="1197" actId="1076"/>
          <ac:spMkLst>
            <pc:docMk/>
            <pc:sldMk cId="3918559090" sldId="286"/>
            <ac:spMk id="9" creationId="{8E9F5D6D-96C9-D896-AEE8-DB94747A6547}"/>
          </ac:spMkLst>
        </pc:spChg>
        <pc:spChg chg="add del mod">
          <ac:chgData name="Dragan Javorac" userId="913c2858-fb97-4c6e-a42c-b1f1a16b225e" providerId="ADAL" clId="{1C4E8FD6-2117-4825-B05F-C18A3525EE13}" dt="2023-02-09T08:57:51.697" v="1856" actId="21"/>
          <ac:spMkLst>
            <pc:docMk/>
            <pc:sldMk cId="3918559090" sldId="286"/>
            <ac:spMk id="10" creationId="{ADC743B9-1876-50B1-2110-29563D80673F}"/>
          </ac:spMkLst>
        </pc:spChg>
        <pc:picChg chg="del">
          <ac:chgData name="Dragan Javorac" userId="913c2858-fb97-4c6e-a42c-b1f1a16b225e" providerId="ADAL" clId="{1C4E8FD6-2117-4825-B05F-C18A3525EE13}" dt="2023-02-09T08:30:31.390" v="1069" actId="478"/>
          <ac:picMkLst>
            <pc:docMk/>
            <pc:sldMk cId="3918559090" sldId="286"/>
            <ac:picMk id="5" creationId="{E0722DE0-112E-E5D7-8C8B-6F95377918AB}"/>
          </ac:picMkLst>
        </pc:picChg>
        <pc:picChg chg="add mod modCrop">
          <ac:chgData name="Dragan Javorac" userId="913c2858-fb97-4c6e-a42c-b1f1a16b225e" providerId="ADAL" clId="{1C4E8FD6-2117-4825-B05F-C18A3525EE13}" dt="2023-02-09T08:30:47.852" v="1076" actId="1076"/>
          <ac:picMkLst>
            <pc:docMk/>
            <pc:sldMk cId="3918559090" sldId="286"/>
            <ac:picMk id="7" creationId="{724C9BE8-5EA0-A9D9-D71C-4888A6A29618}"/>
          </ac:picMkLst>
        </pc:picChg>
      </pc:sldChg>
      <pc:sldChg chg="addSp delSp modSp add mod setBg modNotesTx">
        <pc:chgData name="Dragan Javorac" userId="913c2858-fb97-4c6e-a42c-b1f1a16b225e" providerId="ADAL" clId="{1C4E8FD6-2117-4825-B05F-C18A3525EE13}" dt="2023-02-09T09:08:15.185" v="2209"/>
        <pc:sldMkLst>
          <pc:docMk/>
          <pc:sldMk cId="553292120" sldId="287"/>
        </pc:sldMkLst>
        <pc:spChg chg="mod">
          <ac:chgData name="Dragan Javorac" userId="913c2858-fb97-4c6e-a42c-b1f1a16b225e" providerId="ADAL" clId="{1C4E8FD6-2117-4825-B05F-C18A3525EE13}" dt="2023-02-09T08:40:15.787" v="1309" actId="14100"/>
          <ac:spMkLst>
            <pc:docMk/>
            <pc:sldMk cId="553292120" sldId="287"/>
            <ac:spMk id="2" creationId="{BF6A0D3E-CB9B-4182-95CD-8F3C11B52915}"/>
          </ac:spMkLst>
        </pc:spChg>
        <pc:spChg chg="mod">
          <ac:chgData name="Dragan Javorac" userId="913c2858-fb97-4c6e-a42c-b1f1a16b225e" providerId="ADAL" clId="{1C4E8FD6-2117-4825-B05F-C18A3525EE13}" dt="2023-02-09T08:59:08.409" v="2004" actId="20577"/>
          <ac:spMkLst>
            <pc:docMk/>
            <pc:sldMk cId="553292120" sldId="287"/>
            <ac:spMk id="3" creationId="{DE75ECF5-4DF5-4FDA-ADD4-24091C8E8978}"/>
          </ac:spMkLst>
        </pc:spChg>
        <pc:spChg chg="del">
          <ac:chgData name="Dragan Javorac" userId="913c2858-fb97-4c6e-a42c-b1f1a16b225e" providerId="ADAL" clId="{1C4E8FD6-2117-4825-B05F-C18A3525EE13}" dt="2023-02-09T08:48:11.511" v="1520" actId="478"/>
          <ac:spMkLst>
            <pc:docMk/>
            <pc:sldMk cId="553292120" sldId="287"/>
            <ac:spMk id="4" creationId="{3B558145-FCE0-43CE-9F78-3B5DB176FA5D}"/>
          </ac:spMkLst>
        </pc:spChg>
        <pc:spChg chg="add mod">
          <ac:chgData name="Dragan Javorac" userId="913c2858-fb97-4c6e-a42c-b1f1a16b225e" providerId="ADAL" clId="{1C4E8FD6-2117-4825-B05F-C18A3525EE13}" dt="2023-02-09T08:40:30.754" v="1339" actId="14100"/>
          <ac:spMkLst>
            <pc:docMk/>
            <pc:sldMk cId="553292120" sldId="287"/>
            <ac:spMk id="5" creationId="{21C3D64A-9008-4DA9-8922-F5FB3E26E364}"/>
          </ac:spMkLst>
        </pc:spChg>
        <pc:picChg chg="del">
          <ac:chgData name="Dragan Javorac" userId="913c2858-fb97-4c6e-a42c-b1f1a16b225e" providerId="ADAL" clId="{1C4E8FD6-2117-4825-B05F-C18A3525EE13}" dt="2023-02-09T08:36:56.472" v="1210" actId="478"/>
          <ac:picMkLst>
            <pc:docMk/>
            <pc:sldMk cId="553292120" sldId="287"/>
            <ac:picMk id="7" creationId="{724C9BE8-5EA0-A9D9-D71C-4888A6A29618}"/>
          </ac:picMkLst>
        </pc:picChg>
      </pc:sldChg>
      <pc:sldChg chg="addSp modSp add mod">
        <pc:chgData name="Dragan Javorac" userId="913c2858-fb97-4c6e-a42c-b1f1a16b225e" providerId="ADAL" clId="{1C4E8FD6-2117-4825-B05F-C18A3525EE13}" dt="2023-02-09T09:08:53.608" v="2233" actId="14100"/>
        <pc:sldMkLst>
          <pc:docMk/>
          <pc:sldMk cId="221967776" sldId="288"/>
        </pc:sldMkLst>
        <pc:spChg chg="mod">
          <ac:chgData name="Dragan Javorac" userId="913c2858-fb97-4c6e-a42c-b1f1a16b225e" providerId="ADAL" clId="{1C4E8FD6-2117-4825-B05F-C18A3525EE13}" dt="2023-02-09T09:07:10.451" v="2191" actId="20577"/>
          <ac:spMkLst>
            <pc:docMk/>
            <pc:sldMk cId="221967776" sldId="288"/>
            <ac:spMk id="2" creationId="{BF6A0D3E-CB9B-4182-95CD-8F3C11B52915}"/>
          </ac:spMkLst>
        </pc:spChg>
        <pc:spChg chg="mod">
          <ac:chgData name="Dragan Javorac" userId="913c2858-fb97-4c6e-a42c-b1f1a16b225e" providerId="ADAL" clId="{1C4E8FD6-2117-4825-B05F-C18A3525EE13}" dt="2023-02-09T09:05:14.546" v="2092" actId="27636"/>
          <ac:spMkLst>
            <pc:docMk/>
            <pc:sldMk cId="221967776" sldId="288"/>
            <ac:spMk id="3" creationId="{DE75ECF5-4DF5-4FDA-ADD4-24091C8E8978}"/>
          </ac:spMkLst>
        </pc:spChg>
        <pc:spChg chg="mod">
          <ac:chgData name="Dragan Javorac" userId="913c2858-fb97-4c6e-a42c-b1f1a16b225e" providerId="ADAL" clId="{1C4E8FD6-2117-4825-B05F-C18A3525EE13}" dt="2023-02-09T09:05:13.095" v="2090" actId="6549"/>
          <ac:spMkLst>
            <pc:docMk/>
            <pc:sldMk cId="221967776" sldId="288"/>
            <ac:spMk id="5" creationId="{21C3D64A-9008-4DA9-8922-F5FB3E26E364}"/>
          </ac:spMkLst>
        </pc:spChg>
        <pc:spChg chg="add mod ord">
          <ac:chgData name="Dragan Javorac" userId="913c2858-fb97-4c6e-a42c-b1f1a16b225e" providerId="ADAL" clId="{1C4E8FD6-2117-4825-B05F-C18A3525EE13}" dt="2023-02-09T09:06:59.250" v="2170" actId="1076"/>
          <ac:spMkLst>
            <pc:docMk/>
            <pc:sldMk cId="221967776" sldId="288"/>
            <ac:spMk id="12" creationId="{73F31134-5517-7142-9B56-0B8FCBA699A2}"/>
          </ac:spMkLst>
        </pc:spChg>
        <pc:spChg chg="add mod">
          <ac:chgData name="Dragan Javorac" userId="913c2858-fb97-4c6e-a42c-b1f1a16b225e" providerId="ADAL" clId="{1C4E8FD6-2117-4825-B05F-C18A3525EE13}" dt="2023-02-09T09:06:53.185" v="2168" actId="1076"/>
          <ac:spMkLst>
            <pc:docMk/>
            <pc:sldMk cId="221967776" sldId="288"/>
            <ac:spMk id="13" creationId="{483CD274-4297-41DF-9D75-80E0062E9BF2}"/>
          </ac:spMkLst>
        </pc:spChg>
        <pc:spChg chg="add mod">
          <ac:chgData name="Dragan Javorac" userId="913c2858-fb97-4c6e-a42c-b1f1a16b225e" providerId="ADAL" clId="{1C4E8FD6-2117-4825-B05F-C18A3525EE13}" dt="2023-02-09T09:08:28.197" v="2215" actId="20577"/>
          <ac:spMkLst>
            <pc:docMk/>
            <pc:sldMk cId="221967776" sldId="288"/>
            <ac:spMk id="14" creationId="{8A1E27A0-6E54-4130-3D79-65DBBF7DC07D}"/>
          </ac:spMkLst>
        </pc:spChg>
        <pc:spChg chg="add mod">
          <ac:chgData name="Dragan Javorac" userId="913c2858-fb97-4c6e-a42c-b1f1a16b225e" providerId="ADAL" clId="{1C4E8FD6-2117-4825-B05F-C18A3525EE13}" dt="2023-02-09T09:08:32.543" v="2218" actId="20577"/>
          <ac:spMkLst>
            <pc:docMk/>
            <pc:sldMk cId="221967776" sldId="288"/>
            <ac:spMk id="15" creationId="{E77C7B33-311B-1D65-48B5-E008C7082A10}"/>
          </ac:spMkLst>
        </pc:spChg>
        <pc:spChg chg="add mod">
          <ac:chgData name="Dragan Javorac" userId="913c2858-fb97-4c6e-a42c-b1f1a16b225e" providerId="ADAL" clId="{1C4E8FD6-2117-4825-B05F-C18A3525EE13}" dt="2023-02-09T09:08:41.725" v="2224" actId="1076"/>
          <ac:spMkLst>
            <pc:docMk/>
            <pc:sldMk cId="221967776" sldId="288"/>
            <ac:spMk id="16" creationId="{E9E1E1C2-AA68-1154-FD87-4FB9BA01B56F}"/>
          </ac:spMkLst>
        </pc:spChg>
        <pc:spChg chg="add mod">
          <ac:chgData name="Dragan Javorac" userId="913c2858-fb97-4c6e-a42c-b1f1a16b225e" providerId="ADAL" clId="{1C4E8FD6-2117-4825-B05F-C18A3525EE13}" dt="2023-02-09T09:08:53.608" v="2233" actId="14100"/>
          <ac:spMkLst>
            <pc:docMk/>
            <pc:sldMk cId="221967776" sldId="288"/>
            <ac:spMk id="17" creationId="{514B5E76-9DEF-6A64-0C4E-F9AE3498B77A}"/>
          </ac:spMkLst>
        </pc:spChg>
        <pc:picChg chg="add mod">
          <ac:chgData name="Dragan Javorac" userId="913c2858-fb97-4c6e-a42c-b1f1a16b225e" providerId="ADAL" clId="{1C4E8FD6-2117-4825-B05F-C18A3525EE13}" dt="2023-02-09T09:05:37.459" v="2104" actId="1076"/>
          <ac:picMkLst>
            <pc:docMk/>
            <pc:sldMk cId="221967776" sldId="288"/>
            <ac:picMk id="6" creationId="{CA6AD0D3-A6C8-08F7-612B-5B33BCB96D11}"/>
          </ac:picMkLst>
        </pc:picChg>
        <pc:picChg chg="add mod ord modCrop">
          <ac:chgData name="Dragan Javorac" userId="913c2858-fb97-4c6e-a42c-b1f1a16b225e" providerId="ADAL" clId="{1C4E8FD6-2117-4825-B05F-C18A3525EE13}" dt="2023-02-09T09:05:53.660" v="2109" actId="166"/>
          <ac:picMkLst>
            <pc:docMk/>
            <pc:sldMk cId="221967776" sldId="288"/>
            <ac:picMk id="7" creationId="{8C246831-9F05-BD7C-541C-4DB07F9B0831}"/>
          </ac:picMkLst>
        </pc:picChg>
        <pc:picChg chg="add mod ord">
          <ac:chgData name="Dragan Javorac" userId="913c2858-fb97-4c6e-a42c-b1f1a16b225e" providerId="ADAL" clId="{1C4E8FD6-2117-4825-B05F-C18A3525EE13}" dt="2023-02-09T09:05:53.660" v="2109" actId="166"/>
          <ac:picMkLst>
            <pc:docMk/>
            <pc:sldMk cId="221967776" sldId="288"/>
            <ac:picMk id="9" creationId="{B5885965-093B-A57F-39A8-71BC6D64854E}"/>
          </ac:picMkLst>
        </pc:picChg>
        <pc:picChg chg="add mod">
          <ac:chgData name="Dragan Javorac" userId="913c2858-fb97-4c6e-a42c-b1f1a16b225e" providerId="ADAL" clId="{1C4E8FD6-2117-4825-B05F-C18A3525EE13}" dt="2023-02-09T09:06:35.617" v="2165" actId="1076"/>
          <ac:picMkLst>
            <pc:docMk/>
            <pc:sldMk cId="221967776" sldId="288"/>
            <ac:picMk id="11" creationId="{1D1AB718-AE70-51CD-8B11-A74C9E8C9E63}"/>
          </ac:picMkLst>
        </pc:picChg>
      </pc:sldChg>
      <pc:sldChg chg="addSp delSp modSp add del mod setBg">
        <pc:chgData name="Dragan Javorac" userId="913c2858-fb97-4c6e-a42c-b1f1a16b225e" providerId="ADAL" clId="{1C4E8FD6-2117-4825-B05F-C18A3525EE13}" dt="2023-02-09T08:53:32.261" v="1773" actId="47"/>
        <pc:sldMkLst>
          <pc:docMk/>
          <pc:sldMk cId="848320377" sldId="288"/>
        </pc:sldMkLst>
        <pc:spChg chg="mod">
          <ac:chgData name="Dragan Javorac" userId="913c2858-fb97-4c6e-a42c-b1f1a16b225e" providerId="ADAL" clId="{1C4E8FD6-2117-4825-B05F-C18A3525EE13}" dt="2023-02-09T08:47:15.039" v="1370" actId="20577"/>
          <ac:spMkLst>
            <pc:docMk/>
            <pc:sldMk cId="848320377" sldId="288"/>
            <ac:spMk id="2" creationId="{BF6A0D3E-CB9B-4182-95CD-8F3C11B52915}"/>
          </ac:spMkLst>
        </pc:spChg>
        <pc:spChg chg="add del mod">
          <ac:chgData name="Dragan Javorac" userId="913c2858-fb97-4c6e-a42c-b1f1a16b225e" providerId="ADAL" clId="{1C4E8FD6-2117-4825-B05F-C18A3525EE13}" dt="2023-02-09T08:50:06.739" v="1761" actId="478"/>
          <ac:spMkLst>
            <pc:docMk/>
            <pc:sldMk cId="848320377" sldId="288"/>
            <ac:spMk id="4" creationId="{3B558145-FCE0-43CE-9F78-3B5DB176FA5D}"/>
          </ac:spMkLst>
        </pc:spChg>
        <pc:spChg chg="del">
          <ac:chgData name="Dragan Javorac" userId="913c2858-fb97-4c6e-a42c-b1f1a16b225e" providerId="ADAL" clId="{1C4E8FD6-2117-4825-B05F-C18A3525EE13}" dt="2023-02-09T08:47:23.736" v="1375" actId="478"/>
          <ac:spMkLst>
            <pc:docMk/>
            <pc:sldMk cId="848320377" sldId="288"/>
            <ac:spMk id="5" creationId="{21C3D64A-9008-4DA9-8922-F5FB3E26E364}"/>
          </ac:spMkLst>
        </pc:spChg>
      </pc:sldChg>
      <pc:sldMasterChg chg="setBg modSldLayout">
        <pc:chgData name="Dragan Javorac" userId="913c2858-fb97-4c6e-a42c-b1f1a16b225e" providerId="ADAL" clId="{1C4E8FD6-2117-4825-B05F-C18A3525EE13}" dt="2023-02-09T09:08:12.660" v="2203"/>
        <pc:sldMasterMkLst>
          <pc:docMk/>
          <pc:sldMasterMk cId="2690968268" sldId="2147483648"/>
        </pc:sldMasterMkLst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983733024" sldId="2147483649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97123668" sldId="2147483650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894392568" sldId="2147483651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969907039" sldId="2147483652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547617900" sldId="2147483653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18136497" sldId="2147483654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405349772" sldId="2147483655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1537596044" sldId="2147483656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2982532260" sldId="2147483657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420336356" sldId="2147483658"/>
          </pc:sldLayoutMkLst>
        </pc:sldLayoutChg>
        <pc:sldLayoutChg chg="setBg">
          <pc:chgData name="Dragan Javorac" userId="913c2858-fb97-4c6e-a42c-b1f1a16b225e" providerId="ADAL" clId="{1C4E8FD6-2117-4825-B05F-C18A3525EE13}" dt="2023-02-09T09:08:12.660" v="2203"/>
          <pc:sldLayoutMkLst>
            <pc:docMk/>
            <pc:sldMasterMk cId="2690968268" sldId="2147483648"/>
            <pc:sldLayoutMk cId="363804669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456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841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457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170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226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7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6341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867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094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448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627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900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8713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4308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6271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06991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9089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948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AA2FE3A-5496-49E6-A95D-E49D199DC7C3}" type="datetimeFigureOut">
              <a:rPr lang="nl-NL" smtClean="0"/>
              <a:t>16-10-2025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2191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4962833-2EBB-47A0-9823-D4F8E16EE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7313" y="687388"/>
            <a:ext cx="6290687" cy="5483225"/>
          </a:xfrm>
          <a:effectLst/>
        </p:spPr>
        <p:txBody>
          <a:bodyPr wrap="square" anchor="ctr">
            <a:normAutofit/>
          </a:bodyPr>
          <a:lstStyle/>
          <a:p>
            <a:pPr algn="l"/>
            <a:r>
              <a:rPr lang="nl-NL" sz="7200" noProof="0" dirty="0">
                <a:solidFill>
                  <a:schemeClr val="tx1">
                    <a:lumMod val="95000"/>
                  </a:schemeClr>
                </a:solidFill>
              </a:rPr>
              <a:t>C#:</a:t>
            </a:r>
            <a:br>
              <a:rPr lang="nl-NL" sz="7200" noProof="0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nl-NL" sz="7200" noProof="0" dirty="0">
                <a:solidFill>
                  <a:schemeClr val="tx1">
                    <a:lumMod val="95000"/>
                  </a:schemeClr>
                </a:solidFill>
              </a:rPr>
              <a:t>Loops</a:t>
            </a:r>
            <a:br>
              <a:rPr lang="nl-NL" sz="7200" noProof="0" dirty="0">
                <a:solidFill>
                  <a:schemeClr val="tx1">
                    <a:lumMod val="95000"/>
                  </a:schemeClr>
                </a:solidFill>
              </a:rPr>
            </a:br>
            <a:endParaRPr lang="nl-NL" sz="7200" noProof="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E2D055-41C1-EEED-5719-9C096EC55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295400"/>
            <a:ext cx="2895646" cy="4267200"/>
          </a:xfrm>
        </p:spPr>
        <p:txBody>
          <a:bodyPr anchor="ctr">
            <a:normAutofit/>
          </a:bodyPr>
          <a:lstStyle/>
          <a:p>
            <a:endParaRPr lang="nl-NL" sz="2400" dirty="0"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FCCE20-1E4F-44FF-87B4-379D391A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580" y="2032907"/>
            <a:ext cx="0" cy="27921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301E-289C-0955-28C7-8A86CF62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24269-950C-6956-4FFD-FB2E9D35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Terugblik : Arrays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F5EB-4B88-3718-4010-EFED24BC4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Loops en arrays horen bij elkaar</a:t>
            </a:r>
          </a:p>
          <a:p>
            <a:endParaRPr lang="nl-NL" dirty="0"/>
          </a:p>
          <a:p>
            <a:r>
              <a:rPr lang="nl-NL" dirty="0"/>
              <a:t>Wat was een array?</a:t>
            </a:r>
          </a:p>
        </p:txBody>
      </p:sp>
    </p:spTree>
    <p:extLst>
      <p:ext uri="{BB962C8B-B14F-4D97-AF65-F5344CB8AC3E}">
        <p14:creationId xmlns:p14="http://schemas.microsoft.com/office/powerpoint/2010/main" val="406459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391D-FE58-DAB3-1DBA-7F9C36E8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Terugblik : Arrays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411BB-DA5D-5960-27D0-1D75FDB49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6397081" cy="4351338"/>
          </a:xfrm>
        </p:spPr>
        <p:txBody>
          <a:bodyPr/>
          <a:lstStyle/>
          <a:p>
            <a:r>
              <a:rPr lang="nl-NL" dirty="0"/>
              <a:t>Lijstjes van dingen</a:t>
            </a:r>
          </a:p>
          <a:p>
            <a:endParaRPr lang="nl-NL" dirty="0"/>
          </a:p>
          <a:p>
            <a:r>
              <a:rPr lang="nl-NL" dirty="0"/>
              <a:t>Elk ding in het lijstje heeft een index:</a:t>
            </a:r>
          </a:p>
          <a:p>
            <a:pPr lvl="1"/>
            <a:r>
              <a:rPr lang="nl-NL" dirty="0"/>
              <a:t>Een soort huisnummer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AC9C5-3EB2-7661-93EB-997AA2395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081" y="2199038"/>
            <a:ext cx="4118274" cy="309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250E6-12CB-6A67-B930-0BB68559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93B5-36F0-8069-C96F-D91D6824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5770C-2C87-4C15-EA6E-350AFE96A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Wat betekent dat nou?</a:t>
            </a:r>
          </a:p>
          <a:p>
            <a:endParaRPr lang="nl-NL" dirty="0"/>
          </a:p>
          <a:p>
            <a:r>
              <a:rPr lang="nl-NL" dirty="0"/>
              <a:t>Je loopt over alle elementen (dingen) in een lijstje</a:t>
            </a:r>
          </a:p>
          <a:p>
            <a:r>
              <a:rPr lang="nl-NL" dirty="0"/>
              <a:t>En doet voor elk ding wat</a:t>
            </a:r>
          </a:p>
          <a:p>
            <a:pPr lvl="1"/>
            <a:r>
              <a:rPr lang="nl-NL" dirty="0"/>
              <a:t>Herhalende code</a:t>
            </a:r>
          </a:p>
        </p:txBody>
      </p:sp>
    </p:spTree>
    <p:extLst>
      <p:ext uri="{BB962C8B-B14F-4D97-AF65-F5344CB8AC3E}">
        <p14:creationId xmlns:p14="http://schemas.microsoft.com/office/powerpoint/2010/main" val="2522637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B690-B961-F633-E6DC-345D4EFFD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77D1-BDF8-957A-AF87-CEC99235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7A08B-C2D5-C9A0-6D57-7A43B737FF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7" r="3401" b="-4905"/>
          <a:stretch>
            <a:fillRect/>
          </a:stretch>
        </p:blipFill>
        <p:spPr>
          <a:xfrm>
            <a:off x="0" y="1928195"/>
            <a:ext cx="11962568" cy="45646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CBE9C6E-D168-AC3E-EF7A-98C99C4CB673}"/>
              </a:ext>
            </a:extLst>
          </p:cNvPr>
          <p:cNvSpPr/>
          <p:nvPr/>
        </p:nvSpPr>
        <p:spPr>
          <a:xfrm>
            <a:off x="10339527" y="2017815"/>
            <a:ext cx="1484416" cy="641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array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5569BD-4019-C830-BA00-29963D28927B}"/>
              </a:ext>
            </a:extLst>
          </p:cNvPr>
          <p:cNvSpPr/>
          <p:nvPr/>
        </p:nvSpPr>
        <p:spPr>
          <a:xfrm>
            <a:off x="10339527" y="2748703"/>
            <a:ext cx="1484416" cy="532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For loop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0307AB-BC3B-ED10-D315-69C816221937}"/>
              </a:ext>
            </a:extLst>
          </p:cNvPr>
          <p:cNvSpPr/>
          <p:nvPr/>
        </p:nvSpPr>
        <p:spPr>
          <a:xfrm>
            <a:off x="9405434" y="3973407"/>
            <a:ext cx="2066307" cy="1048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Herhaal code in de loop</a:t>
            </a:r>
          </a:p>
          <a:p>
            <a:pPr algn="ctr"/>
            <a:r>
              <a:rPr lang="nl-NL" i="1" dirty="0"/>
              <a:t>VOOR elk getal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9B969D-E05D-33C6-4050-8B5452A8579D}"/>
              </a:ext>
            </a:extLst>
          </p:cNvPr>
          <p:cNvCxnSpPr>
            <a:stCxn id="8" idx="1"/>
          </p:cNvCxnSpPr>
          <p:nvPr/>
        </p:nvCxnSpPr>
        <p:spPr>
          <a:xfrm flipH="1">
            <a:off x="8170223" y="2338449"/>
            <a:ext cx="2169304" cy="1553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4A7612-FFD8-9A4B-6A49-E3B0000C5269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096000" y="2886694"/>
            <a:ext cx="4243527" cy="1282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A6C7564-0FA4-0EF8-DDE5-D77A6E280199}"/>
              </a:ext>
            </a:extLst>
          </p:cNvPr>
          <p:cNvSpPr/>
          <p:nvPr/>
        </p:nvSpPr>
        <p:spPr>
          <a:xfrm>
            <a:off x="7188569" y="3281113"/>
            <a:ext cx="2066306" cy="2679352"/>
          </a:xfrm>
          <a:prstGeom prst="rightBrace">
            <a:avLst>
              <a:gd name="adj1" fmla="val 8333"/>
              <a:gd name="adj2" fmla="val 4778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406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6A0AA-24FD-662E-3701-08054F229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AEAB-515F-8B65-D767-68F972B3D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EA957-5527-3286-48A6-F558B917C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Array maken herhaling</a:t>
            </a:r>
          </a:p>
          <a:p>
            <a:endParaRPr lang="nl-NL" dirty="0"/>
          </a:p>
          <a:p>
            <a:r>
              <a:rPr lang="nl-NL" dirty="0"/>
              <a:t>Loop en…:</a:t>
            </a:r>
          </a:p>
          <a:p>
            <a:pPr lvl="1"/>
            <a:r>
              <a:rPr lang="nl-NL" dirty="0"/>
              <a:t>toon op scherm</a:t>
            </a:r>
          </a:p>
          <a:p>
            <a:pPr lvl="1"/>
            <a:r>
              <a:rPr lang="nl-NL" dirty="0"/>
              <a:t>doe met wat in de array zit</a:t>
            </a:r>
          </a:p>
          <a:p>
            <a:endParaRPr lang="nl-NL" dirty="0"/>
          </a:p>
          <a:p>
            <a:r>
              <a:rPr lang="nl-NL" dirty="0"/>
              <a:t>Loop afbreken</a:t>
            </a:r>
          </a:p>
          <a:p>
            <a:pPr lvl="1"/>
            <a:r>
              <a:rPr lang="nl-NL" i="1" dirty="0"/>
              <a:t>break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AE4DD-8F05-FEBC-88E9-3C75CD434643}"/>
              </a:ext>
            </a:extLst>
          </p:cNvPr>
          <p:cNvSpPr/>
          <p:nvPr/>
        </p:nvSpPr>
        <p:spPr>
          <a:xfrm>
            <a:off x="7410202" y="2009899"/>
            <a:ext cx="4639294" cy="23631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Voor elke prijs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Zet de op het scherm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Zet de prijs met 25% korting op het scherm</a:t>
            </a:r>
          </a:p>
        </p:txBody>
      </p:sp>
    </p:spTree>
    <p:extLst>
      <p:ext uri="{BB962C8B-B14F-4D97-AF65-F5344CB8AC3E}">
        <p14:creationId xmlns:p14="http://schemas.microsoft.com/office/powerpoint/2010/main" val="72329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dirty="0"/>
              <a:t>Dit blok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06 loops</a:t>
            </a:r>
          </a:p>
          <a:p>
            <a:endParaRPr lang="nl-NL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</a:gradFill>
            </a:endParaRPr>
          </a:p>
          <a:p>
            <a:r>
              <a:rPr lang="nl-NL" dirty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rPr>
              <a:t>https://github.com/progsen/M1Prog_cs1</a:t>
            </a:r>
          </a:p>
          <a:p>
            <a:endParaRPr lang="nl-NL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</a:gradFill>
            </a:endParaRPr>
          </a:p>
          <a:p>
            <a:endParaRPr lang="nl-NL" dirty="0">
              <a:gradFill>
                <a:gsLst>
                  <a:gs pos="34000">
                    <a:schemeClr val="tx1">
                      <a:lumMod val="93000"/>
                    </a:schemeClr>
                  </a:gs>
                  <a:gs pos="0">
                    <a:schemeClr val="bg1">
                      <a:lumMod val="25000"/>
                      <a:lumOff val="75000"/>
                    </a:schemeClr>
                  </a:gs>
                  <a:gs pos="100000">
                    <a:schemeClr val="tx2">
                      <a:lumMod val="0"/>
                      <a:lumOff val="100000"/>
                    </a:schemeClr>
                  </a:gs>
                </a:gsLst>
                <a:lin ang="4800000" scaled="0"/>
              </a:gra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8ACE9-157B-8DAB-22F0-5780DB9DF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16" y="2021403"/>
            <a:ext cx="35242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2982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Create a new document." ma:contentTypeScope="" ma:versionID="d9582f3fdd3fa1894c99d2e39c29e8b4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460f85de64c16f6f8d8d05a4f0bd9a1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Props1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FCC3F8-D1A4-49D3-B365-400EBFB486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52-0706-4d6e-be72-eb152f539130"/>
    <ds:schemaRef ds:uri="92411348-3950-478e-aa07-b25ef9e2ab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29BF2C-6A79-4AA0-8BD6-9C1F3616C6B4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21a472d8-78c9-45f4-9082-168fbe4ab418"/>
    <ds:schemaRef ds:uri="2780dc34-1d7f-463b-804b-51e41c5c48a8"/>
    <ds:schemaRef ds:uri="23f2e982-2831-4f7d-9473-a432dcec5614"/>
    <ds:schemaRef ds:uri="49d84152-0706-4d6e-be72-eb152f539130"/>
    <ds:schemaRef ds:uri="92411348-3950-478e-aa07-b25ef9e2ab6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2175</TotalTime>
  <Words>131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Corbel</vt:lpstr>
      <vt:lpstr>Depth</vt:lpstr>
      <vt:lpstr>C#: Loops </vt:lpstr>
      <vt:lpstr>Terugblik : Arrays </vt:lpstr>
      <vt:lpstr>Terugblik : Arrays </vt:lpstr>
      <vt:lpstr>Loop</vt:lpstr>
      <vt:lpstr>Voorbeeld code</vt:lpstr>
      <vt:lpstr>Demo</vt:lpstr>
      <vt:lpstr>Dit blok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57</cp:revision>
  <dcterms:created xsi:type="dcterms:W3CDTF">2021-12-21T06:53:17Z</dcterms:created>
  <dcterms:modified xsi:type="dcterms:W3CDTF">2025-10-16T07:22:31Z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  <property fmtid="{D5CDD505-2E9C-101B-9397-08002B2CF9AE}" pid="3" name="MediaServiceImageTags">
    <vt:lpwstr/>
  </property>
</Properties>
</file>