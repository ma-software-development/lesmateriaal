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1" r:id="rId4"/>
    <p:sldId id="259" r:id="rId5"/>
    <p:sldId id="258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88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256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73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028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5125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364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48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914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0966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265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742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20000"/>
                <a:lumOff val="80000"/>
              </a:schemeClr>
            </a:gs>
            <a:gs pos="100000">
              <a:schemeClr val="accent6">
                <a:lumMod val="7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628F-524D-4B74-B2E8-D2F10917AE41}" type="datetimeFigureOut">
              <a:rPr lang="nl-NL" smtClean="0"/>
              <a:t>1-10-2024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94EF6-03CB-4C40-87E9-CDEBC575647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237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DB0C-8F2C-CC58-5F25-3DA2C001AF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Beoordeling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93244-C762-337F-31F3-244DC5985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Voorbereiding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1477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6464-3FD8-5E91-4EBB-CFD97BF8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Github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EDFFC-AC34-C5CD-7C65-16474CF25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Ga naar je repo voor dit vak</a:t>
            </a:r>
          </a:p>
          <a:p>
            <a:pPr lvl="1"/>
            <a:r>
              <a:rPr lang="nl-NL"/>
              <a:t>(M1prog_cs1)</a:t>
            </a:r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ED50A-15D5-E68A-CDE0-DCC992155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27" y="2967038"/>
            <a:ext cx="97059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0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6464-3FD8-5E91-4EBB-CFD97BF8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EDFFC-AC34-C5CD-7C65-16474CF25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people</a:t>
            </a:r>
            <a:endParaRPr lang="nl-NL" dirty="0"/>
          </a:p>
          <a:p>
            <a:endParaRPr lang="nl-NL" dirty="0"/>
          </a:p>
          <a:p>
            <a:r>
              <a:rPr lang="nl-NL" dirty="0"/>
              <a:t>Type </a:t>
            </a:r>
            <a:r>
              <a:rPr lang="nl-NL" dirty="0" err="1"/>
              <a:t>progsen</a:t>
            </a:r>
            <a:endParaRPr lang="nl-NL" dirty="0"/>
          </a:p>
          <a:p>
            <a:r>
              <a:rPr lang="nl-NL" dirty="0"/>
              <a:t>Check het icoon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2E259E-C36F-2748-33A1-7A3EEFCF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61"/>
          <a:stretch/>
        </p:blipFill>
        <p:spPr>
          <a:xfrm>
            <a:off x="4716338" y="846632"/>
            <a:ext cx="4918955" cy="3055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DE8ABD-B5A1-6159-95EC-1E9133732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29" y="4052860"/>
            <a:ext cx="5848350" cy="2400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225FD5-CD4E-99F5-A42E-C233ED13F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885" y="4052860"/>
            <a:ext cx="2355408" cy="227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1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8D5B-A9A1-C899-633E-E44647DB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Simulize</a:t>
            </a:r>
            <a:r>
              <a:rPr lang="nl-NL" dirty="0"/>
              <a:t> inleveren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ADEAC3-2568-0A75-7072-0B4BDE2780E0}"/>
              </a:ext>
            </a:extLst>
          </p:cNvPr>
          <p:cNvSpPr txBox="1">
            <a:spLocks/>
          </p:cNvSpPr>
          <p:nvPr/>
        </p:nvSpPr>
        <p:spPr>
          <a:xfrm>
            <a:off x="565088" y="1972404"/>
            <a:ext cx="10515600" cy="1161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Deze opgave: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0BCE8F-A257-0E02-3C10-0060F591B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37" y="2481616"/>
            <a:ext cx="58388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13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8D5B-A9A1-C899-633E-E44647DB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Simulize</a:t>
            </a:r>
            <a:r>
              <a:rPr lang="nl-NL" dirty="0"/>
              <a:t> inleveren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325CD-D159-00D4-E9F2-2A4F7AEE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9" t="1286" r="24960" b="7538"/>
          <a:stretch/>
        </p:blipFill>
        <p:spPr>
          <a:xfrm>
            <a:off x="838200" y="3367932"/>
            <a:ext cx="5957180" cy="234484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ADEAC3-2568-0A75-7072-0B4BDE2780E0}"/>
              </a:ext>
            </a:extLst>
          </p:cNvPr>
          <p:cNvSpPr txBox="1">
            <a:spLocks/>
          </p:cNvSpPr>
          <p:nvPr/>
        </p:nvSpPr>
        <p:spPr>
          <a:xfrm>
            <a:off x="565088" y="1972404"/>
            <a:ext cx="10515600" cy="1161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/>
              <a:t>Kopieeer</a:t>
            </a:r>
            <a:r>
              <a:rPr lang="nl-NL" dirty="0"/>
              <a:t> je git </a:t>
            </a:r>
            <a:r>
              <a:rPr lang="nl-NL" dirty="0" err="1"/>
              <a:t>url</a:t>
            </a:r>
            <a:r>
              <a:rPr lang="nl-NL" dirty="0"/>
              <a:t> uit je browser</a:t>
            </a:r>
          </a:p>
        </p:txBody>
      </p:sp>
    </p:spTree>
    <p:extLst>
      <p:ext uri="{BB962C8B-B14F-4D97-AF65-F5344CB8AC3E}">
        <p14:creationId xmlns:p14="http://schemas.microsoft.com/office/powerpoint/2010/main" val="104975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8D5B-A9A1-C899-633E-E44647DB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Simulize</a:t>
            </a:r>
            <a:r>
              <a:rPr lang="nl-NL" dirty="0"/>
              <a:t> inleveren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ADEAC3-2568-0A75-7072-0B4BDE2780E0}"/>
              </a:ext>
            </a:extLst>
          </p:cNvPr>
          <p:cNvSpPr txBox="1">
            <a:spLocks/>
          </p:cNvSpPr>
          <p:nvPr/>
        </p:nvSpPr>
        <p:spPr>
          <a:xfrm>
            <a:off x="565088" y="1972404"/>
            <a:ext cx="7266160" cy="3396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Klik op inleverstuk</a:t>
            </a:r>
          </a:p>
          <a:p>
            <a:r>
              <a:rPr lang="nl-NL" dirty="0"/>
              <a:t>Klik op nieuwe tekst</a:t>
            </a:r>
          </a:p>
          <a:p>
            <a:endParaRPr lang="nl-NL" dirty="0"/>
          </a:p>
          <a:p>
            <a:r>
              <a:rPr lang="nl-NL" dirty="0" err="1"/>
              <a:t>Title</a:t>
            </a:r>
            <a:r>
              <a:rPr lang="nl-NL" dirty="0"/>
              <a:t>/kopje: </a:t>
            </a:r>
            <a:r>
              <a:rPr lang="nl-NL" dirty="0" err="1"/>
              <a:t>github</a:t>
            </a:r>
            <a:endParaRPr lang="nl-NL" dirty="0"/>
          </a:p>
          <a:p>
            <a:r>
              <a:rPr lang="nl-NL" dirty="0"/>
              <a:t>Zet je link in de tekst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423AED-1AA2-C4A7-7B22-8FDE51CDA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703" y="996755"/>
            <a:ext cx="57531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5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8D5B-A9A1-C899-633E-E44647DB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Simulize</a:t>
            </a:r>
            <a:r>
              <a:rPr lang="nl-NL" dirty="0"/>
              <a:t> inleveren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ADEAC3-2568-0A75-7072-0B4BDE2780E0}"/>
              </a:ext>
            </a:extLst>
          </p:cNvPr>
          <p:cNvSpPr txBox="1">
            <a:spLocks/>
          </p:cNvSpPr>
          <p:nvPr/>
        </p:nvSpPr>
        <p:spPr>
          <a:xfrm>
            <a:off x="565087" y="1972405"/>
            <a:ext cx="8809821" cy="239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Lees de teksten, schat in waar jij bent</a:t>
            </a:r>
          </a:p>
          <a:p>
            <a:r>
              <a:rPr lang="nl-NL" dirty="0"/>
              <a:t>Click dat vak</a:t>
            </a:r>
          </a:p>
          <a:p>
            <a:endParaRPr lang="nl-NL" dirty="0"/>
          </a:p>
          <a:p>
            <a:r>
              <a:rPr lang="nl-NL" dirty="0"/>
              <a:t>Nu kan je inleveren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20889-A0AF-CA3B-1713-9D2BBE51D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749" y="2812328"/>
            <a:ext cx="7241164" cy="311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5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Een nieuw document maken." ma:contentTypeScope="" ma:versionID="3d0061fecda426af0c63257c117972de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a1c3229eba3970e43164a8226b8f4ea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Props1.xml><?xml version="1.0" encoding="utf-8"?>
<ds:datastoreItem xmlns:ds="http://schemas.openxmlformats.org/officeDocument/2006/customXml" ds:itemID="{854960B9-4B58-4BD1-962B-B4BBCCB29FD3}"/>
</file>

<file path=customXml/itemProps2.xml><?xml version="1.0" encoding="utf-8"?>
<ds:datastoreItem xmlns:ds="http://schemas.openxmlformats.org/officeDocument/2006/customXml" ds:itemID="{21229148-4D0A-4B4F-986A-895B3866B782}"/>
</file>

<file path=customXml/itemProps3.xml><?xml version="1.0" encoding="utf-8"?>
<ds:datastoreItem xmlns:ds="http://schemas.openxmlformats.org/officeDocument/2006/customXml" ds:itemID="{C47BF202-EC5E-4C36-9F3A-7918DB07B62B}"/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14</TotalTime>
  <Words>75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Theme</vt:lpstr>
      <vt:lpstr>Beoordeling</vt:lpstr>
      <vt:lpstr>Github</vt:lpstr>
      <vt:lpstr>Github</vt:lpstr>
      <vt:lpstr>Simulize inleveren</vt:lpstr>
      <vt:lpstr>Simulize inleveren</vt:lpstr>
      <vt:lpstr>Simulize inleveren</vt:lpstr>
      <vt:lpstr>Simulize inleveren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2</cp:revision>
  <dcterms:created xsi:type="dcterms:W3CDTF">2024-10-01T06:27:02Z</dcterms:created>
  <dcterms:modified xsi:type="dcterms:W3CDTF">2024-10-01T06:41:40Z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</Properties>
</file>