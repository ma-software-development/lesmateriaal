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304" r:id="rId6"/>
    <p:sldId id="272" r:id="rId7"/>
    <p:sldId id="298" r:id="rId8"/>
    <p:sldId id="300" r:id="rId9"/>
    <p:sldId id="302" r:id="rId10"/>
    <p:sldId id="299" r:id="rId11"/>
    <p:sldId id="303" r:id="rId12"/>
    <p:sldId id="279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6B0714-7C17-4EB3-9CE6-788DFA7136B6}" v="9" dt="2025-09-25T07:23:23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1835FD76-FCBF-4520-A6FF-50336F6D295E}"/>
    <pc:docChg chg="undo custSel addSld modSld">
      <pc:chgData name="Dragan Javorac" userId="913c2858-fb97-4c6e-a42c-b1f1a16b225e" providerId="ADAL" clId="{1835FD76-FCBF-4520-A6FF-50336F6D295E}" dt="2023-02-10T08:33:29.304" v="324" actId="20577"/>
      <pc:docMkLst>
        <pc:docMk/>
      </pc:docMkLst>
      <pc:sldChg chg="modSp mod modNotesTx">
        <pc:chgData name="Dragan Javorac" userId="913c2858-fb97-4c6e-a42c-b1f1a16b225e" providerId="ADAL" clId="{1835FD76-FCBF-4520-A6FF-50336F6D295E}" dt="2023-02-10T08:28:33.992" v="144" actId="20577"/>
        <pc:sldMkLst>
          <pc:docMk/>
          <pc:sldMk cId="3918559090" sldId="286"/>
        </pc:sldMkLst>
      </pc:sldChg>
      <pc:sldChg chg="modSp add mod">
        <pc:chgData name="Dragan Javorac" userId="913c2858-fb97-4c6e-a42c-b1f1a16b225e" providerId="ADAL" clId="{1835FD76-FCBF-4520-A6FF-50336F6D295E}" dt="2023-02-10T08:33:29.304" v="324" actId="20577"/>
        <pc:sldMkLst>
          <pc:docMk/>
          <pc:sldMk cId="71935414" sldId="289"/>
        </pc:sldMkLst>
      </pc:sldChg>
    </pc:docChg>
  </pc:docChgLst>
  <pc:docChgLst>
    <pc:chgData name="Dragan Javorac" userId="913c2858-fb97-4c6e-a42c-b1f1a16b225e" providerId="ADAL" clId="{A0EBCC61-D47A-4171-A17D-DA5B674FB8F1}"/>
    <pc:docChg chg="undo custSel modSld">
      <pc:chgData name="Dragan Javorac" userId="913c2858-fb97-4c6e-a42c-b1f1a16b225e" providerId="ADAL" clId="{A0EBCC61-D47A-4171-A17D-DA5B674FB8F1}" dt="2023-02-23T09:48:59.264" v="69" actId="478"/>
      <pc:docMkLst>
        <pc:docMk/>
      </pc:docMkLst>
      <pc:sldChg chg="addSp delSp modSp mod">
        <pc:chgData name="Dragan Javorac" userId="913c2858-fb97-4c6e-a42c-b1f1a16b225e" providerId="ADAL" clId="{A0EBCC61-D47A-4171-A17D-DA5B674FB8F1}" dt="2023-02-23T09:48:59.264" v="69" actId="478"/>
        <pc:sldMkLst>
          <pc:docMk/>
          <pc:sldMk cId="71935414" sldId="289"/>
        </pc:sldMkLst>
      </pc:sldChg>
    </pc:docChg>
  </pc:docChgLst>
  <pc:docChgLst>
    <pc:chgData name="Dragan Javorac" userId="913c2858-fb97-4c6e-a42c-b1f1a16b225e" providerId="ADAL" clId="{395B4F5B-C1C2-4424-9BA4-AB0F67B1B316}"/>
    <pc:docChg chg="undo custSel addSld delSld modSld sldOrd">
      <pc:chgData name="Dragan Javorac" userId="913c2858-fb97-4c6e-a42c-b1f1a16b225e" providerId="ADAL" clId="{395B4F5B-C1C2-4424-9BA4-AB0F67B1B316}" dt="2022-03-15T11:59:10.080" v="4987" actId="20577"/>
      <pc:docMkLst>
        <pc:docMk/>
      </pc:docMkLst>
      <pc:sldChg chg="modSp mod">
        <pc:chgData name="Dragan Javorac" userId="913c2858-fb97-4c6e-a42c-b1f1a16b225e" providerId="ADAL" clId="{395B4F5B-C1C2-4424-9BA4-AB0F67B1B316}" dt="2022-02-14T14:18:38.811" v="4521" actId="20577"/>
        <pc:sldMkLst>
          <pc:docMk/>
          <pc:sldMk cId="1190764141" sldId="256"/>
        </pc:sldMkLst>
      </pc:sldChg>
      <pc:sldChg chg="addSp delSp modSp del mod">
        <pc:chgData name="Dragan Javorac" userId="913c2858-fb97-4c6e-a42c-b1f1a16b225e" providerId="ADAL" clId="{395B4F5B-C1C2-4424-9BA4-AB0F67B1B316}" dt="2022-02-07T12:06:20.311" v="938" actId="47"/>
        <pc:sldMkLst>
          <pc:docMk/>
          <pc:sldMk cId="3412732380" sldId="257"/>
        </pc:sldMkLst>
      </pc:sldChg>
      <pc:sldChg chg="addSp delSp modSp mod delAnim">
        <pc:chgData name="Dragan Javorac" userId="913c2858-fb97-4c6e-a42c-b1f1a16b225e" providerId="ADAL" clId="{395B4F5B-C1C2-4424-9BA4-AB0F67B1B316}" dt="2022-02-10T14:26:17.788" v="2935" actId="2"/>
        <pc:sldMkLst>
          <pc:docMk/>
          <pc:sldMk cId="2903056974" sldId="258"/>
        </pc:sldMkLst>
      </pc:sldChg>
      <pc:sldChg chg="modSp del mod ord">
        <pc:chgData name="Dragan Javorac" userId="913c2858-fb97-4c6e-a42c-b1f1a16b225e" providerId="ADAL" clId="{395B4F5B-C1C2-4424-9BA4-AB0F67B1B316}" dt="2022-03-15T11:56:08.040" v="4875" actId="47"/>
        <pc:sldMkLst>
          <pc:docMk/>
          <pc:sldMk cId="3514793659" sldId="259"/>
        </pc:sldMkLst>
      </pc:sldChg>
      <pc:sldChg chg="del">
        <pc:chgData name="Dragan Javorac" userId="913c2858-fb97-4c6e-a42c-b1f1a16b225e" providerId="ADAL" clId="{395B4F5B-C1C2-4424-9BA4-AB0F67B1B316}" dt="2022-03-15T11:58:00.064" v="4883" actId="47"/>
        <pc:sldMkLst>
          <pc:docMk/>
          <pc:sldMk cId="500688997" sldId="261"/>
        </pc:sldMkLst>
      </pc:sldChg>
      <pc:sldChg chg="modSp mod ord">
        <pc:chgData name="Dragan Javorac" userId="913c2858-fb97-4c6e-a42c-b1f1a16b225e" providerId="ADAL" clId="{395B4F5B-C1C2-4424-9BA4-AB0F67B1B316}" dt="2022-02-10T14:21:23.950" v="2807" actId="207"/>
        <pc:sldMkLst>
          <pc:docMk/>
          <pc:sldMk cId="2492287235" sldId="262"/>
        </pc:sldMkLst>
      </pc:sldChg>
      <pc:sldChg chg="addSp delSp modSp mod ord">
        <pc:chgData name="Dragan Javorac" userId="913c2858-fb97-4c6e-a42c-b1f1a16b225e" providerId="ADAL" clId="{395B4F5B-C1C2-4424-9BA4-AB0F67B1B316}" dt="2022-03-10T12:38:52.620" v="4529" actId="1076"/>
        <pc:sldMkLst>
          <pc:docMk/>
          <pc:sldMk cId="4175419852" sldId="263"/>
        </pc:sldMkLst>
      </pc:sldChg>
      <pc:sldChg chg="modSp mod">
        <pc:chgData name="Dragan Javorac" userId="913c2858-fb97-4c6e-a42c-b1f1a16b225e" providerId="ADAL" clId="{395B4F5B-C1C2-4424-9BA4-AB0F67B1B316}" dt="2022-03-15T11:56:34.259" v="4882" actId="2057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395B4F5B-C1C2-4424-9BA4-AB0F67B1B316}" dt="2022-02-07T12:06:20.311" v="938" actId="47"/>
        <pc:sldMkLst>
          <pc:docMk/>
          <pc:sldMk cId="1373399082" sldId="266"/>
        </pc:sldMkLst>
      </pc:sldChg>
      <pc:sldChg chg="modSp del mod">
        <pc:chgData name="Dragan Javorac" userId="913c2858-fb97-4c6e-a42c-b1f1a16b225e" providerId="ADAL" clId="{395B4F5B-C1C2-4424-9BA4-AB0F67B1B316}" dt="2022-03-15T11:55:04.751" v="4835" actId="47"/>
        <pc:sldMkLst>
          <pc:docMk/>
          <pc:sldMk cId="2947993378" sldId="267"/>
        </pc:sldMkLst>
      </pc:sldChg>
      <pc:sldChg chg="del">
        <pc:chgData name="Dragan Javorac" userId="913c2858-fb97-4c6e-a42c-b1f1a16b225e" providerId="ADAL" clId="{395B4F5B-C1C2-4424-9BA4-AB0F67B1B316}" dt="2022-03-15T11:54:40.264" v="4834" actId="47"/>
        <pc:sldMkLst>
          <pc:docMk/>
          <pc:sldMk cId="1558647514" sldId="268"/>
        </pc:sldMkLst>
      </pc:sldChg>
      <pc:sldChg chg="new del">
        <pc:chgData name="Dragan Javorac" userId="913c2858-fb97-4c6e-a42c-b1f1a16b225e" providerId="ADAL" clId="{395B4F5B-C1C2-4424-9BA4-AB0F67B1B316}" dt="2022-02-07T08:42:06.309" v="2" actId="47"/>
        <pc:sldMkLst>
          <pc:docMk/>
          <pc:sldMk cId="1595405543" sldId="269"/>
        </pc:sldMkLst>
      </pc:sldChg>
      <pc:sldChg chg="modSp add del mod ord">
        <pc:chgData name="Dragan Javorac" userId="913c2858-fb97-4c6e-a42c-b1f1a16b225e" providerId="ADAL" clId="{395B4F5B-C1C2-4424-9BA4-AB0F67B1B316}" dt="2022-03-15T11:55:21.092" v="4836" actId="47"/>
        <pc:sldMkLst>
          <pc:docMk/>
          <pc:sldMk cId="3225599187" sldId="270"/>
        </pc:sldMkLst>
      </pc:sldChg>
      <pc:sldChg chg="delSp modSp add del mod">
        <pc:chgData name="Dragan Javorac" userId="913c2858-fb97-4c6e-a42c-b1f1a16b225e" providerId="ADAL" clId="{395B4F5B-C1C2-4424-9BA4-AB0F67B1B316}" dt="2022-02-07T08:45:09.751" v="268" actId="47"/>
        <pc:sldMkLst>
          <pc:docMk/>
          <pc:sldMk cId="2487281684" sldId="271"/>
        </pc:sldMkLst>
      </pc:sldChg>
      <pc:sldChg chg="modSp add mod">
        <pc:chgData name="Dragan Javorac" userId="913c2858-fb97-4c6e-a42c-b1f1a16b225e" providerId="ADAL" clId="{395B4F5B-C1C2-4424-9BA4-AB0F67B1B316}" dt="2022-02-13T15:19:02.525" v="3767" actId="20577"/>
        <pc:sldMkLst>
          <pc:docMk/>
          <pc:sldMk cId="4085815419" sldId="271"/>
        </pc:sldMkLst>
      </pc:sldChg>
      <pc:sldChg chg="modSp add mod ord">
        <pc:chgData name="Dragan Javorac" userId="913c2858-fb97-4c6e-a42c-b1f1a16b225e" providerId="ADAL" clId="{395B4F5B-C1C2-4424-9BA4-AB0F67B1B316}" dt="2022-02-10T14:19:14.453" v="2734" actId="20577"/>
        <pc:sldMkLst>
          <pc:docMk/>
          <pc:sldMk cId="2663455734" sldId="272"/>
        </pc:sldMkLst>
      </pc:sldChg>
      <pc:sldChg chg="modSp add del mod">
        <pc:chgData name="Dragan Javorac" userId="913c2858-fb97-4c6e-a42c-b1f1a16b225e" providerId="ADAL" clId="{395B4F5B-C1C2-4424-9BA4-AB0F67B1B316}" dt="2022-03-15T11:56:27.561" v="4876" actId="47"/>
        <pc:sldMkLst>
          <pc:docMk/>
          <pc:sldMk cId="692194894" sldId="273"/>
        </pc:sldMkLst>
      </pc:sldChg>
      <pc:sldChg chg="modSp add mod">
        <pc:chgData name="Dragan Javorac" userId="913c2858-fb97-4c6e-a42c-b1f1a16b225e" providerId="ADAL" clId="{395B4F5B-C1C2-4424-9BA4-AB0F67B1B316}" dt="2022-03-15T11:55:47.527" v="4874" actId="20577"/>
        <pc:sldMkLst>
          <pc:docMk/>
          <pc:sldMk cId="3094283307" sldId="274"/>
        </pc:sldMkLst>
      </pc:sldChg>
      <pc:sldChg chg="addSp delSp modSp add mod">
        <pc:chgData name="Dragan Javorac" userId="913c2858-fb97-4c6e-a42c-b1f1a16b225e" providerId="ADAL" clId="{395B4F5B-C1C2-4424-9BA4-AB0F67B1B316}" dt="2022-03-15T11:51:00.451" v="4761" actId="20577"/>
        <pc:sldMkLst>
          <pc:docMk/>
          <pc:sldMk cId="3862747346" sldId="275"/>
        </pc:sldMkLst>
      </pc:sldChg>
      <pc:sldChg chg="modSp add mod">
        <pc:chgData name="Dragan Javorac" userId="913c2858-fb97-4c6e-a42c-b1f1a16b225e" providerId="ADAL" clId="{395B4F5B-C1C2-4424-9BA4-AB0F67B1B316}" dt="2022-03-15T11:54:01.929" v="4833" actId="20577"/>
        <pc:sldMkLst>
          <pc:docMk/>
          <pc:sldMk cId="3663914228" sldId="276"/>
        </pc:sldMkLst>
      </pc:sldChg>
      <pc:sldChg chg="addSp delSp modSp add mod">
        <pc:chgData name="Dragan Javorac" userId="913c2858-fb97-4c6e-a42c-b1f1a16b225e" providerId="ADAL" clId="{395B4F5B-C1C2-4424-9BA4-AB0F67B1B316}" dt="2022-03-15T11:53:15.765" v="4832" actId="20577"/>
        <pc:sldMkLst>
          <pc:docMk/>
          <pc:sldMk cId="379009748" sldId="277"/>
        </pc:sldMkLst>
      </pc:sldChg>
      <pc:sldChg chg="modSp add mod">
        <pc:chgData name="Dragan Javorac" userId="913c2858-fb97-4c6e-a42c-b1f1a16b225e" providerId="ADAL" clId="{395B4F5B-C1C2-4424-9BA4-AB0F67B1B316}" dt="2022-03-15T11:49:52.140" v="4653" actId="20577"/>
        <pc:sldMkLst>
          <pc:docMk/>
          <pc:sldMk cId="1939545950" sldId="278"/>
        </pc:sldMkLst>
      </pc:sldChg>
      <pc:sldChg chg="addSp delSp modSp add mod">
        <pc:chgData name="Dragan Javorac" userId="913c2858-fb97-4c6e-a42c-b1f1a16b225e" providerId="ADAL" clId="{395B4F5B-C1C2-4424-9BA4-AB0F67B1B316}" dt="2022-03-15T11:59:10.080" v="4987" actId="20577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4A2E448A-6FD5-454E-89A1-AFCCC3AFDD16}"/>
    <pc:docChg chg="custSel delSld modSld">
      <pc:chgData name="Dragan Javorac" userId="913c2858-fb97-4c6e-a42c-b1f1a16b225e" providerId="ADAL" clId="{4A2E448A-6FD5-454E-89A1-AFCCC3AFDD16}" dt="2024-09-30T06:53:57.499" v="36" actId="20577"/>
      <pc:docMkLst>
        <pc:docMk/>
      </pc:docMkLst>
      <pc:sldChg chg="addSp delSp modSp mod">
        <pc:chgData name="Dragan Javorac" userId="913c2858-fb97-4c6e-a42c-b1f1a16b225e" providerId="ADAL" clId="{4A2E448A-6FD5-454E-89A1-AFCCC3AFDD16}" dt="2024-09-30T06:53:57.499" v="36" actId="20577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4A2E448A-6FD5-454E-89A1-AFCCC3AFDD16}" dt="2024-09-30T06:19:13.701" v="0" actId="47"/>
        <pc:sldMkLst>
          <pc:docMk/>
          <pc:sldMk cId="2780461342" sldId="290"/>
        </pc:sldMkLst>
      </pc:sldChg>
      <pc:sldChg chg="del">
        <pc:chgData name="Dragan Javorac" userId="913c2858-fb97-4c6e-a42c-b1f1a16b225e" providerId="ADAL" clId="{4A2E448A-6FD5-454E-89A1-AFCCC3AFDD16}" dt="2024-09-30T06:19:13.701" v="0" actId="47"/>
        <pc:sldMkLst>
          <pc:docMk/>
          <pc:sldMk cId="3284443213" sldId="301"/>
        </pc:sldMkLst>
      </pc:sldChg>
      <pc:sldChg chg="del">
        <pc:chgData name="Dragan Javorac" userId="913c2858-fb97-4c6e-a42c-b1f1a16b225e" providerId="ADAL" clId="{4A2E448A-6FD5-454E-89A1-AFCCC3AFDD16}" dt="2024-09-30T06:19:13.701" v="0" actId="47"/>
        <pc:sldMkLst>
          <pc:docMk/>
          <pc:sldMk cId="523715632" sldId="303"/>
        </pc:sldMkLst>
      </pc:sldChg>
      <pc:sldChg chg="del">
        <pc:chgData name="Dragan Javorac" userId="913c2858-fb97-4c6e-a42c-b1f1a16b225e" providerId="ADAL" clId="{4A2E448A-6FD5-454E-89A1-AFCCC3AFDD16}" dt="2024-09-30T06:19:13.701" v="0" actId="47"/>
        <pc:sldMkLst>
          <pc:docMk/>
          <pc:sldMk cId="3384735428" sldId="304"/>
        </pc:sldMkLst>
      </pc:sldChg>
    </pc:docChg>
  </pc:docChgLst>
  <pc:docChgLst>
    <pc:chgData name="Dragan Javorac" userId="913c2858-fb97-4c6e-a42c-b1f1a16b225e" providerId="ADAL" clId="{6D9BB647-5774-4D12-946E-680BD34CCF96}"/>
    <pc:docChg chg="undo custSel addSld modSld">
      <pc:chgData name="Dragan Javorac" userId="913c2858-fb97-4c6e-a42c-b1f1a16b225e" providerId="ADAL" clId="{6D9BB647-5774-4D12-946E-680BD34CCF96}" dt="2023-03-09T09:21:07.763" v="180" actId="20577"/>
      <pc:docMkLst>
        <pc:docMk/>
      </pc:docMkLst>
      <pc:sldChg chg="modSp mod modNotesTx">
        <pc:chgData name="Dragan Javorac" userId="913c2858-fb97-4c6e-a42c-b1f1a16b225e" providerId="ADAL" clId="{6D9BB647-5774-4D12-946E-680BD34CCF96}" dt="2023-03-09T09:21:07.763" v="180" actId="20577"/>
        <pc:sldMkLst>
          <pc:docMk/>
          <pc:sldMk cId="2780461342" sldId="290"/>
        </pc:sldMkLst>
      </pc:sldChg>
      <pc:sldChg chg="addSp modSp mod">
        <pc:chgData name="Dragan Javorac" userId="913c2858-fb97-4c6e-a42c-b1f1a16b225e" providerId="ADAL" clId="{6D9BB647-5774-4D12-946E-680BD34CCF96}" dt="2023-03-09T09:04:22.550" v="1" actId="1076"/>
        <pc:sldMkLst>
          <pc:docMk/>
          <pc:sldMk cId="1179543941" sldId="298"/>
        </pc:sldMkLst>
      </pc:sldChg>
      <pc:sldChg chg="addSp modSp mod">
        <pc:chgData name="Dragan Javorac" userId="913c2858-fb97-4c6e-a42c-b1f1a16b225e" providerId="ADAL" clId="{6D9BB647-5774-4D12-946E-680BD34CCF96}" dt="2023-03-09T09:19:17.550" v="123" actId="14100"/>
        <pc:sldMkLst>
          <pc:docMk/>
          <pc:sldMk cId="3284443213" sldId="301"/>
        </pc:sldMkLst>
      </pc:sldChg>
      <pc:sldChg chg="addSp delSp modSp add mod">
        <pc:chgData name="Dragan Javorac" userId="913c2858-fb97-4c6e-a42c-b1f1a16b225e" providerId="ADAL" clId="{6D9BB647-5774-4D12-946E-680BD34CCF96}" dt="2023-03-09T09:19:40.353" v="135" actId="478"/>
        <pc:sldMkLst>
          <pc:docMk/>
          <pc:sldMk cId="523715632" sldId="303"/>
        </pc:sldMkLst>
      </pc:sldChg>
    </pc:docChg>
  </pc:docChgLst>
  <pc:docChgLst>
    <pc:chgData name="Dragan Javorac" userId="913c2858-fb97-4c6e-a42c-b1f1a16b225e" providerId="ADAL" clId="{F083FD20-F3BD-41EC-B213-1B7E537A2FF5}"/>
    <pc:docChg chg="modSld">
      <pc:chgData name="Dragan Javorac" userId="913c2858-fb97-4c6e-a42c-b1f1a16b225e" providerId="ADAL" clId="{F083FD20-F3BD-41EC-B213-1B7E537A2FF5}" dt="2022-07-11T07:19:01.511" v="1" actId="20577"/>
      <pc:docMkLst>
        <pc:docMk/>
      </pc:docMkLst>
      <pc:sldChg chg="modSp mod">
        <pc:chgData name="Dragan Javorac" userId="913c2858-fb97-4c6e-a42c-b1f1a16b225e" providerId="ADAL" clId="{F083FD20-F3BD-41EC-B213-1B7E537A2FF5}" dt="2022-07-11T07:19:01.511" v="1" actId="20577"/>
        <pc:sldMkLst>
          <pc:docMk/>
          <pc:sldMk cId="2499722581" sldId="265"/>
        </pc:sldMkLst>
      </pc:sldChg>
    </pc:docChg>
  </pc:docChgLst>
  <pc:docChgLst>
    <pc:chgData name="Dragan Javorac" userId="913c2858-fb97-4c6e-a42c-b1f1a16b225e" providerId="ADAL" clId="{9CC38A4D-6068-43F0-AD21-876420179EF2}"/>
    <pc:docChg chg="custSel modSld">
      <pc:chgData name="Dragan Javorac" userId="913c2858-fb97-4c6e-a42c-b1f1a16b225e" providerId="ADAL" clId="{9CC38A4D-6068-43F0-AD21-876420179EF2}" dt="2023-03-09T10:55:03.862" v="0" actId="478"/>
      <pc:docMkLst>
        <pc:docMk/>
      </pc:docMkLst>
      <pc:sldChg chg="delSp mod">
        <pc:chgData name="Dragan Javorac" userId="913c2858-fb97-4c6e-a42c-b1f1a16b225e" providerId="ADAL" clId="{9CC38A4D-6068-43F0-AD21-876420179EF2}" dt="2023-03-09T10:55:03.862" v="0" actId="478"/>
        <pc:sldMkLst>
          <pc:docMk/>
          <pc:sldMk cId="2663455734" sldId="272"/>
        </pc:sldMkLst>
      </pc:sldChg>
    </pc:docChg>
  </pc:docChgLst>
  <pc:docChgLst>
    <pc:chgData name="Dragan Javorac" userId="913c2858-fb97-4c6e-a42c-b1f1a16b225e" providerId="ADAL" clId="{5EB17B11-ECF6-4BDB-B0F7-1BADD7C7C79C}"/>
    <pc:docChg chg="undo custSel addSld delSld modSld sldOrd">
      <pc:chgData name="Dragan Javorac" userId="913c2858-fb97-4c6e-a42c-b1f1a16b225e" providerId="ADAL" clId="{5EB17B11-ECF6-4BDB-B0F7-1BADD7C7C79C}" dt="2023-02-23T09:22:40.713" v="1346" actId="20577"/>
      <pc:docMkLst>
        <pc:docMk/>
      </pc:docMkLst>
      <pc:sldChg chg="addSp delSp modSp mod">
        <pc:chgData name="Dragan Javorac" userId="913c2858-fb97-4c6e-a42c-b1f1a16b225e" providerId="ADAL" clId="{5EB17B11-ECF6-4BDB-B0F7-1BADD7C7C79C}" dt="2023-02-10T11:55:55.521" v="30" actId="20577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5EB17B11-ECF6-4BDB-B0F7-1BADD7C7C79C}" dt="2023-02-10T11:59:12.876" v="130" actId="47"/>
        <pc:sldMkLst>
          <pc:docMk/>
          <pc:sldMk cId="1786342002" sldId="260"/>
        </pc:sldMkLst>
      </pc:sldChg>
      <pc:sldChg chg="del">
        <pc:chgData name="Dragan Javorac" userId="913c2858-fb97-4c6e-a42c-b1f1a16b225e" providerId="ADAL" clId="{5EB17B11-ECF6-4BDB-B0F7-1BADD7C7C79C}" dt="2023-02-10T11:59:19.110" v="132" actId="47"/>
        <pc:sldMkLst>
          <pc:docMk/>
          <pc:sldMk cId="4175419852" sldId="263"/>
        </pc:sldMkLst>
      </pc:sldChg>
      <pc:sldChg chg="del">
        <pc:chgData name="Dragan Javorac" userId="913c2858-fb97-4c6e-a42c-b1f1a16b225e" providerId="ADAL" clId="{5EB17B11-ECF6-4BDB-B0F7-1BADD7C7C79C}" dt="2023-02-10T12:01:20.820" v="165" actId="4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5EB17B11-ECF6-4BDB-B0F7-1BADD7C7C79C}" dt="2023-02-10T11:56:01.450" v="32" actId="47"/>
        <pc:sldMkLst>
          <pc:docMk/>
          <pc:sldMk cId="4085815419" sldId="271"/>
        </pc:sldMkLst>
      </pc:sldChg>
      <pc:sldChg chg="addSp delSp modSp mod">
        <pc:chgData name="Dragan Javorac" userId="913c2858-fb97-4c6e-a42c-b1f1a16b225e" providerId="ADAL" clId="{5EB17B11-ECF6-4BDB-B0F7-1BADD7C7C79C}" dt="2023-02-10T11:59:03.031" v="128" actId="14100"/>
        <pc:sldMkLst>
          <pc:docMk/>
          <pc:sldMk cId="2663455734" sldId="272"/>
        </pc:sldMkLst>
      </pc:sldChg>
      <pc:sldChg chg="del">
        <pc:chgData name="Dragan Javorac" userId="913c2858-fb97-4c6e-a42c-b1f1a16b225e" providerId="ADAL" clId="{5EB17B11-ECF6-4BDB-B0F7-1BADD7C7C79C}" dt="2023-02-10T11:56:03.671" v="34" actId="47"/>
        <pc:sldMkLst>
          <pc:docMk/>
          <pc:sldMk cId="3094283307" sldId="274"/>
        </pc:sldMkLst>
      </pc:sldChg>
      <pc:sldChg chg="del">
        <pc:chgData name="Dragan Javorac" userId="913c2858-fb97-4c6e-a42c-b1f1a16b225e" providerId="ADAL" clId="{5EB17B11-ECF6-4BDB-B0F7-1BADD7C7C79C}" dt="2023-02-10T11:59:16.421" v="131" actId="47"/>
        <pc:sldMkLst>
          <pc:docMk/>
          <pc:sldMk cId="3862747346" sldId="275"/>
        </pc:sldMkLst>
      </pc:sldChg>
      <pc:sldChg chg="addSp delSp modSp mod">
        <pc:chgData name="Dragan Javorac" userId="913c2858-fb97-4c6e-a42c-b1f1a16b225e" providerId="ADAL" clId="{5EB17B11-ECF6-4BDB-B0F7-1BADD7C7C79C}" dt="2023-02-10T12:33:24.009" v="585" actId="313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717095900" sldId="280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22342155" sldId="281"/>
        </pc:sldMkLst>
      </pc:sldChg>
      <pc:sldChg chg="del">
        <pc:chgData name="Dragan Javorac" userId="913c2858-fb97-4c6e-a42c-b1f1a16b225e" providerId="ADAL" clId="{5EB17B11-ECF6-4BDB-B0F7-1BADD7C7C79C}" dt="2023-02-10T11:56:02.740" v="33" actId="47"/>
        <pc:sldMkLst>
          <pc:docMk/>
          <pc:sldMk cId="917348279" sldId="282"/>
        </pc:sldMkLst>
      </pc:sldChg>
      <pc:sldChg chg="del">
        <pc:chgData name="Dragan Javorac" userId="913c2858-fb97-4c6e-a42c-b1f1a16b225e" providerId="ADAL" clId="{5EB17B11-ECF6-4BDB-B0F7-1BADD7C7C79C}" dt="2023-02-10T11:58:26.631" v="84" actId="47"/>
        <pc:sldMkLst>
          <pc:docMk/>
          <pc:sldMk cId="3918559090" sldId="286"/>
        </pc:sldMkLst>
      </pc:sldChg>
      <pc:sldChg chg="del">
        <pc:chgData name="Dragan Javorac" userId="913c2858-fb97-4c6e-a42c-b1f1a16b225e" providerId="ADAL" clId="{5EB17B11-ECF6-4BDB-B0F7-1BADD7C7C79C}" dt="2023-02-10T11:58:28.752" v="85" actId="47"/>
        <pc:sldMkLst>
          <pc:docMk/>
          <pc:sldMk cId="553292120" sldId="287"/>
        </pc:sldMkLst>
      </pc:sldChg>
      <pc:sldChg chg="add del">
        <pc:chgData name="Dragan Javorac" userId="913c2858-fb97-4c6e-a42c-b1f1a16b225e" providerId="ADAL" clId="{5EB17B11-ECF6-4BDB-B0F7-1BADD7C7C79C}" dt="2023-02-10T11:59:09.500" v="129" actId="47"/>
        <pc:sldMkLst>
          <pc:docMk/>
          <pc:sldMk cId="221967776" sldId="288"/>
        </pc:sldMkLst>
      </pc:sldChg>
      <pc:sldChg chg="modSp mod">
        <pc:chgData name="Dragan Javorac" userId="913c2858-fb97-4c6e-a42c-b1f1a16b225e" providerId="ADAL" clId="{5EB17B11-ECF6-4BDB-B0F7-1BADD7C7C79C}" dt="2023-02-23T09:22:31.291" v="1343" actId="403"/>
        <pc:sldMkLst>
          <pc:docMk/>
          <pc:sldMk cId="71935414" sldId="289"/>
        </pc:sldMkLst>
      </pc:sldChg>
      <pc:sldChg chg="addSp modSp add del mod">
        <pc:chgData name="Dragan Javorac" userId="913c2858-fb97-4c6e-a42c-b1f1a16b225e" providerId="ADAL" clId="{5EB17B11-ECF6-4BDB-B0F7-1BADD7C7C79C}" dt="2023-02-23T09:22:40.713" v="1346" actId="20577"/>
        <pc:sldMkLst>
          <pc:docMk/>
          <pc:sldMk cId="2780461342" sldId="290"/>
        </pc:sldMkLst>
      </pc:sldChg>
      <pc:sldChg chg="addSp delSp modSp add mod">
        <pc:chgData name="Dragan Javorac" userId="913c2858-fb97-4c6e-a42c-b1f1a16b225e" providerId="ADAL" clId="{5EB17B11-ECF6-4BDB-B0F7-1BADD7C7C79C}" dt="2023-02-10T12:19:15.879" v="266" actId="20577"/>
        <pc:sldMkLst>
          <pc:docMk/>
          <pc:sldMk cId="2792180233" sldId="291"/>
        </pc:sldMkLst>
      </pc:sldChg>
      <pc:sldChg chg="addSp delSp modSp add mod">
        <pc:chgData name="Dragan Javorac" userId="913c2858-fb97-4c6e-a42c-b1f1a16b225e" providerId="ADAL" clId="{5EB17B11-ECF6-4BDB-B0F7-1BADD7C7C79C}" dt="2023-02-10T12:24:39.425" v="355" actId="1076"/>
        <pc:sldMkLst>
          <pc:docMk/>
          <pc:sldMk cId="3255955701" sldId="292"/>
        </pc:sldMkLst>
      </pc:sldChg>
      <pc:sldChg chg="addSp delSp modSp add mod">
        <pc:chgData name="Dragan Javorac" userId="913c2858-fb97-4c6e-a42c-b1f1a16b225e" providerId="ADAL" clId="{5EB17B11-ECF6-4BDB-B0F7-1BADD7C7C79C}" dt="2023-02-10T12:33:07.588" v="584" actId="790"/>
        <pc:sldMkLst>
          <pc:docMk/>
          <pc:sldMk cId="3488254828" sldId="293"/>
        </pc:sldMkLst>
      </pc:sldChg>
      <pc:sldChg chg="addSp delSp modSp add mod modNotesTx">
        <pc:chgData name="Dragan Javorac" userId="913c2858-fb97-4c6e-a42c-b1f1a16b225e" providerId="ADAL" clId="{5EB17B11-ECF6-4BDB-B0F7-1BADD7C7C79C}" dt="2023-02-10T14:04:02.070" v="966" actId="20577"/>
        <pc:sldMkLst>
          <pc:docMk/>
          <pc:sldMk cId="3911019876" sldId="294"/>
        </pc:sldMkLst>
      </pc:sldChg>
      <pc:sldChg chg="delSp modSp add del mod">
        <pc:chgData name="Dragan Javorac" userId="913c2858-fb97-4c6e-a42c-b1f1a16b225e" providerId="ADAL" clId="{5EB17B11-ECF6-4BDB-B0F7-1BADD7C7C79C}" dt="2023-02-10T14:03:10.005" v="874" actId="47"/>
        <pc:sldMkLst>
          <pc:docMk/>
          <pc:sldMk cId="3001409730" sldId="295"/>
        </pc:sldMkLst>
      </pc:sldChg>
      <pc:sldChg chg="addSp modSp add del mod ord">
        <pc:chgData name="Dragan Javorac" userId="913c2858-fb97-4c6e-a42c-b1f1a16b225e" providerId="ADAL" clId="{5EB17B11-ECF6-4BDB-B0F7-1BADD7C7C79C}" dt="2023-02-10T14:03:32.960" v="881" actId="47"/>
        <pc:sldMkLst>
          <pc:docMk/>
          <pc:sldMk cId="700047610" sldId="296"/>
        </pc:sldMkLst>
      </pc:sldChg>
      <pc:sldChg chg="addSp delSp modSp add mod">
        <pc:chgData name="Dragan Javorac" userId="913c2858-fb97-4c6e-a42c-b1f1a16b225e" providerId="ADAL" clId="{5EB17B11-ECF6-4BDB-B0F7-1BADD7C7C79C}" dt="2023-02-10T14:03:23.266" v="880" actId="1076"/>
        <pc:sldMkLst>
          <pc:docMk/>
          <pc:sldMk cId="3009797541" sldId="297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8.237" v="1332" actId="47"/>
        <pc:sldMkLst>
          <pc:docMk/>
          <pc:sldMk cId="2271208691" sldId="298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9.355" v="1333" actId="47"/>
        <pc:sldMkLst>
          <pc:docMk/>
          <pc:sldMk cId="3472728903" sldId="299"/>
        </pc:sldMkLst>
      </pc:sldChg>
    </pc:docChg>
  </pc:docChgLst>
  <pc:docChgLst>
    <pc:chgData name="Dragan Javorac" userId="913c2858-fb97-4c6e-a42c-b1f1a16b225e" providerId="ADAL" clId="{72E135ED-8D36-4BD8-8E44-1667F0F436B4}"/>
    <pc:docChg chg="undo custSel addSld modSld">
      <pc:chgData name="Dragan Javorac" userId="913c2858-fb97-4c6e-a42c-b1f1a16b225e" providerId="ADAL" clId="{72E135ED-8D36-4BD8-8E44-1667F0F436B4}" dt="2024-03-11T08:38:50.417" v="255"/>
      <pc:docMkLst>
        <pc:docMk/>
      </pc:docMkLst>
      <pc:sldChg chg="modSp add mod">
        <pc:chgData name="Dragan Javorac" userId="913c2858-fb97-4c6e-a42c-b1f1a16b225e" providerId="ADAL" clId="{72E135ED-8D36-4BD8-8E44-1667F0F436B4}" dt="2024-03-11T08:38:50.417" v="255"/>
        <pc:sldMkLst>
          <pc:docMk/>
          <pc:sldMk cId="3384735428" sldId="304"/>
        </pc:sldMkLst>
      </pc:sldChg>
    </pc:docChg>
  </pc:docChgLst>
  <pc:docChgLst>
    <pc:chgData name="Dragan Javorac" userId="913c2858-fb97-4c6e-a42c-b1f1a16b225e" providerId="ADAL" clId="{1C4E8FD6-2117-4825-B05F-C18A3525EE13}"/>
    <pc:docChg chg="undo custSel addSld delSld modSld sldOrd modMainMaster">
      <pc:chgData name="Dragan Javorac" userId="913c2858-fb97-4c6e-a42c-b1f1a16b225e" providerId="ADAL" clId="{1C4E8FD6-2117-4825-B05F-C18A3525EE13}" dt="2023-02-09T10:49:07.650" v="2285" actId="20577"/>
      <pc:docMkLst>
        <pc:docMk/>
      </pc:docMkLst>
      <pc:sldChg chg="delSp modSp mod setBg">
        <pc:chgData name="Dragan Javorac" userId="913c2858-fb97-4c6e-a42c-b1f1a16b225e" providerId="ADAL" clId="{1C4E8FD6-2117-4825-B05F-C18A3525EE13}" dt="2023-02-09T08:49:51.025" v="1753" actId="478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1C4E8FD6-2117-4825-B05F-C18A3525EE13}" dt="2023-02-09T08:19:53.228" v="912" actId="47"/>
        <pc:sldMkLst>
          <pc:docMk/>
          <pc:sldMk cId="2903056974" sldId="258"/>
        </pc:sldMkLst>
      </pc:sldChg>
      <pc:sldChg chg="delSp mod ord setBg">
        <pc:chgData name="Dragan Javorac" userId="913c2858-fb97-4c6e-a42c-b1f1a16b225e" providerId="ADAL" clId="{1C4E8FD6-2117-4825-B05F-C18A3525EE13}" dt="2023-02-09T08:53:27.302" v="1770"/>
        <pc:sldMkLst>
          <pc:docMk/>
          <pc:sldMk cId="1786342002" sldId="260"/>
        </pc:sldMkLst>
      </pc:sldChg>
      <pc:sldChg chg="add del">
        <pc:chgData name="Dragan Javorac" userId="913c2858-fb97-4c6e-a42c-b1f1a16b225e" providerId="ADAL" clId="{1C4E8FD6-2117-4825-B05F-C18A3525EE13}" dt="2023-02-09T08:20:59.031" v="932" actId="47"/>
        <pc:sldMkLst>
          <pc:docMk/>
          <pc:sldMk cId="1908081153" sldId="262"/>
        </pc:sldMkLst>
      </pc:sldChg>
      <pc:sldChg chg="del">
        <pc:chgData name="Dragan Javorac" userId="913c2858-fb97-4c6e-a42c-b1f1a16b225e" providerId="ADAL" clId="{1C4E8FD6-2117-4825-B05F-C18A3525EE13}" dt="2023-02-09T08:06:05.998" v="21" actId="47"/>
        <pc:sldMkLst>
          <pc:docMk/>
          <pc:sldMk cId="2492287235" sldId="262"/>
        </pc:sldMkLst>
      </pc:sldChg>
      <pc:sldChg chg="addSp delSp modSp mod ord setBg">
        <pc:chgData name="Dragan Javorac" userId="913c2858-fb97-4c6e-a42c-b1f1a16b225e" providerId="ADAL" clId="{1C4E8FD6-2117-4825-B05F-C18A3525EE13}" dt="2023-02-09T08:50:15.800" v="1766" actId="478"/>
        <pc:sldMkLst>
          <pc:docMk/>
          <pc:sldMk cId="4175419852" sldId="263"/>
        </pc:sldMkLst>
      </pc:sldChg>
      <pc:sldChg chg="add del">
        <pc:chgData name="Dragan Javorac" userId="913c2858-fb97-4c6e-a42c-b1f1a16b225e" providerId="ADAL" clId="{1C4E8FD6-2117-4825-B05F-C18A3525EE13}" dt="2023-02-09T08:21:58.885" v="964" actId="47"/>
        <pc:sldMkLst>
          <pc:docMk/>
          <pc:sldMk cId="2638211746" sldId="264"/>
        </pc:sldMkLst>
      </pc:sldChg>
      <pc:sldChg chg="addSp delSp modSp mod setBg">
        <pc:chgData name="Dragan Javorac" userId="913c2858-fb97-4c6e-a42c-b1f1a16b225e" providerId="ADAL" clId="{1C4E8FD6-2117-4825-B05F-C18A3525EE13}" dt="2023-02-09T09:03:15.408" v="2071" actId="21"/>
        <pc:sldMkLst>
          <pc:docMk/>
          <pc:sldMk cId="2499722581" sldId="265"/>
        </pc:sldMkLst>
      </pc:sldChg>
      <pc:sldChg chg="addSp delSp modSp mod setBg">
        <pc:chgData name="Dragan Javorac" userId="913c2858-fb97-4c6e-a42c-b1f1a16b225e" providerId="ADAL" clId="{1C4E8FD6-2117-4825-B05F-C18A3525EE13}" dt="2023-02-09T08:49:56.811" v="1756" actId="478"/>
        <pc:sldMkLst>
          <pc:docMk/>
          <pc:sldMk cId="4085815419" sldId="271"/>
        </pc:sldMkLst>
      </pc:sldChg>
      <pc:sldChg chg="addSp delSp modSp mod setBg">
        <pc:chgData name="Dragan Javorac" userId="913c2858-fb97-4c6e-a42c-b1f1a16b225e" providerId="ADAL" clId="{1C4E8FD6-2117-4825-B05F-C18A3525EE13}" dt="2023-02-09T08:58:39.037" v="2000" actId="478"/>
        <pc:sldMkLst>
          <pc:docMk/>
          <pc:sldMk cId="2663455734" sldId="272"/>
        </pc:sldMkLst>
      </pc:sldChg>
      <pc:sldChg chg="delSp modSp mod setBg">
        <pc:chgData name="Dragan Javorac" userId="913c2858-fb97-4c6e-a42c-b1f1a16b225e" providerId="ADAL" clId="{1C4E8FD6-2117-4825-B05F-C18A3525EE13}" dt="2023-02-09T08:49:59.558" v="1758" actId="478"/>
        <pc:sldMkLst>
          <pc:docMk/>
          <pc:sldMk cId="3094283307" sldId="274"/>
        </pc:sldMkLst>
      </pc:sldChg>
      <pc:sldChg chg="addSp delSp modSp mod setBg">
        <pc:chgData name="Dragan Javorac" userId="913c2858-fb97-4c6e-a42c-b1f1a16b225e" providerId="ADAL" clId="{1C4E8FD6-2117-4825-B05F-C18A3525EE13}" dt="2023-02-09T10:19:47.348" v="2283" actId="20577"/>
        <pc:sldMkLst>
          <pc:docMk/>
          <pc:sldMk cId="3862747346" sldId="275"/>
        </pc:sldMkLst>
      </pc:sldChg>
      <pc:sldChg chg="del">
        <pc:chgData name="Dragan Javorac" userId="913c2858-fb97-4c6e-a42c-b1f1a16b225e" providerId="ADAL" clId="{1C4E8FD6-2117-4825-B05F-C18A3525EE13}" dt="2023-02-09T08:05:43.107" v="20" actId="47"/>
        <pc:sldMkLst>
          <pc:docMk/>
          <pc:sldMk cId="3663914228" sldId="276"/>
        </pc:sldMkLst>
      </pc:sldChg>
      <pc:sldChg chg="del">
        <pc:chgData name="Dragan Javorac" userId="913c2858-fb97-4c6e-a42c-b1f1a16b225e" providerId="ADAL" clId="{1C4E8FD6-2117-4825-B05F-C18A3525EE13}" dt="2023-02-09T08:07:15.026" v="37" actId="47"/>
        <pc:sldMkLst>
          <pc:docMk/>
          <pc:sldMk cId="379009748" sldId="277"/>
        </pc:sldMkLst>
      </pc:sldChg>
      <pc:sldChg chg="del">
        <pc:chgData name="Dragan Javorac" userId="913c2858-fb97-4c6e-a42c-b1f1a16b225e" providerId="ADAL" clId="{1C4E8FD6-2117-4825-B05F-C18A3525EE13}" dt="2023-02-09T08:07:31.452" v="42" actId="47"/>
        <pc:sldMkLst>
          <pc:docMk/>
          <pc:sldMk cId="1939545950" sldId="278"/>
        </pc:sldMkLst>
      </pc:sldChg>
      <pc:sldChg chg="addSp delSp modSp mod setBg">
        <pc:chgData name="Dragan Javorac" userId="913c2858-fb97-4c6e-a42c-b1f1a16b225e" providerId="ADAL" clId="{1C4E8FD6-2117-4825-B05F-C18A3525EE13}" dt="2023-02-09T10:49:07.650" v="2285" actId="20577"/>
        <pc:sldMkLst>
          <pc:docMk/>
          <pc:sldMk cId="698492982" sldId="279"/>
        </pc:sldMkLst>
      </pc:sldChg>
      <pc:sldChg chg="addSp delSp modSp add mod setBg">
        <pc:chgData name="Dragan Javorac" userId="913c2858-fb97-4c6e-a42c-b1f1a16b225e" providerId="ADAL" clId="{1C4E8FD6-2117-4825-B05F-C18A3525EE13}" dt="2023-02-09T08:49:52.910" v="1754" actId="478"/>
        <pc:sldMkLst>
          <pc:docMk/>
          <pc:sldMk cId="717095900" sldId="280"/>
        </pc:sldMkLst>
      </pc:sldChg>
      <pc:sldChg chg="addSp delSp modSp add mod setBg">
        <pc:chgData name="Dragan Javorac" userId="913c2858-fb97-4c6e-a42c-b1f1a16b225e" providerId="ADAL" clId="{1C4E8FD6-2117-4825-B05F-C18A3525EE13}" dt="2023-02-09T08:49:55.406" v="1755" actId="478"/>
        <pc:sldMkLst>
          <pc:docMk/>
          <pc:sldMk cId="22342155" sldId="281"/>
        </pc:sldMkLst>
      </pc:sldChg>
      <pc:sldChg chg="delSp modSp add mod setBg">
        <pc:chgData name="Dragan Javorac" userId="913c2858-fb97-4c6e-a42c-b1f1a16b225e" providerId="ADAL" clId="{1C4E8FD6-2117-4825-B05F-C18A3525EE13}" dt="2023-02-09T08:49:58.194" v="1757" actId="478"/>
        <pc:sldMkLst>
          <pc:docMk/>
          <pc:sldMk cId="917348279" sldId="282"/>
        </pc:sldMkLst>
      </pc:sldChg>
      <pc:sldChg chg="add del">
        <pc:chgData name="Dragan Javorac" userId="913c2858-fb97-4c6e-a42c-b1f1a16b225e" providerId="ADAL" clId="{1C4E8FD6-2117-4825-B05F-C18A3525EE13}" dt="2023-02-09T08:23:08.453" v="1001" actId="47"/>
        <pc:sldMkLst>
          <pc:docMk/>
          <pc:sldMk cId="977743875" sldId="283"/>
        </pc:sldMkLst>
      </pc:sldChg>
      <pc:sldChg chg="addSp delSp modSp add del mod or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444906127" sldId="284"/>
        </pc:sldMkLst>
      </pc:sldChg>
      <pc:sldChg chg="add del setBg">
        <pc:chgData name="Dragan Javorac" userId="913c2858-fb97-4c6e-a42c-b1f1a16b225e" providerId="ADAL" clId="{1C4E8FD6-2117-4825-B05F-C18A3525EE13}" dt="2023-02-09T08:20:25.263" v="915" actId="47"/>
        <pc:sldMkLst>
          <pc:docMk/>
          <pc:sldMk cId="972744005" sldId="284"/>
        </pc:sldMkLst>
      </pc:sldChg>
      <pc:sldChg chg="addSp delSp modSp add del mo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100578022" sldId="285"/>
        </pc:sldMkLst>
      </pc:sldChg>
      <pc:sldChg chg="addSp delSp modSp add mod setBg">
        <pc:chgData name="Dragan Javorac" userId="913c2858-fb97-4c6e-a42c-b1f1a16b225e" providerId="ADAL" clId="{1C4E8FD6-2117-4825-B05F-C18A3525EE13}" dt="2023-02-09T08:57:51.697" v="1856" actId="21"/>
        <pc:sldMkLst>
          <pc:docMk/>
          <pc:sldMk cId="3918559090" sldId="286"/>
        </pc:sldMkLst>
      </pc:sldChg>
      <pc:sldChg chg="addSp delSp modSp add mod setBg modNotesTx">
        <pc:chgData name="Dragan Javorac" userId="913c2858-fb97-4c6e-a42c-b1f1a16b225e" providerId="ADAL" clId="{1C4E8FD6-2117-4825-B05F-C18A3525EE13}" dt="2023-02-09T09:08:15.185" v="2209"/>
        <pc:sldMkLst>
          <pc:docMk/>
          <pc:sldMk cId="553292120" sldId="287"/>
        </pc:sldMkLst>
      </pc:sldChg>
      <pc:sldChg chg="addSp modSp add mod">
        <pc:chgData name="Dragan Javorac" userId="913c2858-fb97-4c6e-a42c-b1f1a16b225e" providerId="ADAL" clId="{1C4E8FD6-2117-4825-B05F-C18A3525EE13}" dt="2023-02-09T09:08:53.608" v="2233" actId="14100"/>
        <pc:sldMkLst>
          <pc:docMk/>
          <pc:sldMk cId="221967776" sldId="288"/>
        </pc:sldMkLst>
      </pc:sldChg>
      <pc:sldChg chg="addSp delSp modSp add del mod setBg">
        <pc:chgData name="Dragan Javorac" userId="913c2858-fb97-4c6e-a42c-b1f1a16b225e" providerId="ADAL" clId="{1C4E8FD6-2117-4825-B05F-C18A3525EE13}" dt="2023-02-09T08:53:32.261" v="1773" actId="47"/>
        <pc:sldMkLst>
          <pc:docMk/>
          <pc:sldMk cId="848320377" sldId="288"/>
        </pc:sldMkLst>
      </pc:sldChg>
      <pc:sldMasterChg chg="setBg modSldLayout">
        <pc:chgData name="Dragan Javorac" userId="913c2858-fb97-4c6e-a42c-b1f1a16b225e" providerId="ADAL" clId="{1C4E8FD6-2117-4825-B05F-C18A3525EE13}" dt="2023-02-09T09:08:12.660" v="2203"/>
        <pc:sldMasterMkLst>
          <pc:docMk/>
          <pc:sldMasterMk cId="2690968268" sldId="2147483648"/>
        </pc:sldMasterMkLst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983733024" sldId="2147483649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97123668" sldId="2147483650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894392568" sldId="2147483651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969907039" sldId="2147483652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547617900" sldId="2147483653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18136497" sldId="2147483654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405349772" sldId="2147483655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537596044" sldId="2147483656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982532260" sldId="2147483657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420336356" sldId="2147483658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63804669" sldId="2147483659"/>
          </pc:sldLayoutMkLst>
        </pc:sldLayoutChg>
      </pc:sldMasterChg>
    </pc:docChg>
  </pc:docChgLst>
  <pc:docChgLst>
    <pc:chgData name="Dragan Javorac" userId="913c2858-fb97-4c6e-a42c-b1f1a16b225e" providerId="ADAL" clId="{BC00D9DF-F858-4149-8B7B-F211D448CEDA}"/>
    <pc:docChg chg="custSel addSld modSld">
      <pc:chgData name="Dragan Javorac" userId="913c2858-fb97-4c6e-a42c-b1f1a16b225e" providerId="ADAL" clId="{BC00D9DF-F858-4149-8B7B-F211D448CEDA}" dt="2025-09-25T07:23:33.761" v="301" actId="14100"/>
      <pc:docMkLst>
        <pc:docMk/>
      </pc:docMkLst>
      <pc:sldChg chg="modSp mod">
        <pc:chgData name="Dragan Javorac" userId="913c2858-fb97-4c6e-a42c-b1f1a16b225e" providerId="ADAL" clId="{BC00D9DF-F858-4149-8B7B-F211D448CEDA}" dt="2025-09-25T07:17:54.095" v="32" actId="403"/>
        <pc:sldMkLst>
          <pc:docMk/>
          <pc:sldMk cId="1190764141" sldId="256"/>
        </pc:sldMkLst>
        <pc:spChg chg="mod">
          <ac:chgData name="Dragan Javorac" userId="913c2858-fb97-4c6e-a42c-b1f1a16b225e" providerId="ADAL" clId="{BC00D9DF-F858-4149-8B7B-F211D448CEDA}" dt="2025-09-25T07:17:49.346" v="27" actId="21"/>
          <ac:spMkLst>
            <pc:docMk/>
            <pc:sldMk cId="1190764141" sldId="256"/>
            <ac:spMk id="2" creationId="{BF6A0D3E-CB9B-4182-95CD-8F3C11B52915}"/>
          </ac:spMkLst>
        </pc:spChg>
        <pc:spChg chg="mod">
          <ac:chgData name="Dragan Javorac" userId="913c2858-fb97-4c6e-a42c-b1f1a16b225e" providerId="ADAL" clId="{BC00D9DF-F858-4149-8B7B-F211D448CEDA}" dt="2025-09-25T07:17:54.095" v="32" actId="403"/>
          <ac:spMkLst>
            <pc:docMk/>
            <pc:sldMk cId="1190764141" sldId="256"/>
            <ac:spMk id="5" creationId="{C6E2D055-41C1-EEED-5719-9C096EC55E2A}"/>
          </ac:spMkLst>
        </pc:spChg>
      </pc:sldChg>
      <pc:sldChg chg="addSp delSp modSp mod">
        <pc:chgData name="Dragan Javorac" userId="913c2858-fb97-4c6e-a42c-b1f1a16b225e" providerId="ADAL" clId="{BC00D9DF-F858-4149-8B7B-F211D448CEDA}" dt="2025-09-25T07:21:31.902" v="194" actId="6549"/>
        <pc:sldMkLst>
          <pc:docMk/>
          <pc:sldMk cId="698492982" sldId="279"/>
        </pc:sldMkLst>
        <pc:spChg chg="del">
          <ac:chgData name="Dragan Javorac" userId="913c2858-fb97-4c6e-a42c-b1f1a16b225e" providerId="ADAL" clId="{BC00D9DF-F858-4149-8B7B-F211D448CEDA}" dt="2025-09-25T07:21:27.629" v="188" actId="478"/>
          <ac:spMkLst>
            <pc:docMk/>
            <pc:sldMk cId="698492982" sldId="279"/>
            <ac:spMk id="4" creationId="{8C4E84FB-8E3C-2FEE-37BC-1A941659F10D}"/>
          </ac:spMkLst>
        </pc:spChg>
        <pc:spChg chg="mod">
          <ac:chgData name="Dragan Javorac" userId="913c2858-fb97-4c6e-a42c-b1f1a16b225e" providerId="ADAL" clId="{BC00D9DF-F858-4149-8B7B-F211D448CEDA}" dt="2025-09-25T07:21:31.902" v="194" actId="6549"/>
          <ac:spMkLst>
            <pc:docMk/>
            <pc:sldMk cId="698492982" sldId="279"/>
            <ac:spMk id="8" creationId="{29D1AE08-4CFC-4D37-A07F-A71AE2EA570E}"/>
          </ac:spMkLst>
        </pc:spChg>
        <pc:picChg chg="add mod">
          <ac:chgData name="Dragan Javorac" userId="913c2858-fb97-4c6e-a42c-b1f1a16b225e" providerId="ADAL" clId="{BC00D9DF-F858-4149-8B7B-F211D448CEDA}" dt="2025-09-25T07:20:30.160" v="171" actId="1076"/>
          <ac:picMkLst>
            <pc:docMk/>
            <pc:sldMk cId="698492982" sldId="279"/>
            <ac:picMk id="5" creationId="{8B0C3902-0B1A-B4DE-9EE0-F6EC67E9396B}"/>
          </ac:picMkLst>
        </pc:picChg>
        <pc:picChg chg="del">
          <ac:chgData name="Dragan Javorac" userId="913c2858-fb97-4c6e-a42c-b1f1a16b225e" providerId="ADAL" clId="{BC00D9DF-F858-4149-8B7B-F211D448CEDA}" dt="2025-09-25T07:20:26.879" v="168" actId="478"/>
          <ac:picMkLst>
            <pc:docMk/>
            <pc:sldMk cId="698492982" sldId="279"/>
            <ac:picMk id="6" creationId="{57FB11B4-689B-D86E-11AB-96B31FCB1B79}"/>
          </ac:picMkLst>
        </pc:picChg>
      </pc:sldChg>
      <pc:sldChg chg="addSp delSp modSp add mod">
        <pc:chgData name="Dragan Javorac" userId="913c2858-fb97-4c6e-a42c-b1f1a16b225e" providerId="ADAL" clId="{BC00D9DF-F858-4149-8B7B-F211D448CEDA}" dt="2025-09-25T07:18:58.444" v="163" actId="20577"/>
        <pc:sldMkLst>
          <pc:docMk/>
          <pc:sldMk cId="1625083411" sldId="303"/>
        </pc:sldMkLst>
        <pc:spChg chg="mod">
          <ac:chgData name="Dragan Javorac" userId="913c2858-fb97-4c6e-a42c-b1f1a16b225e" providerId="ADAL" clId="{BC00D9DF-F858-4149-8B7B-F211D448CEDA}" dt="2025-09-25T07:18:15.398" v="35"/>
          <ac:spMkLst>
            <pc:docMk/>
            <pc:sldMk cId="1625083411" sldId="303"/>
            <ac:spMk id="2" creationId="{18016D43-2B50-13E3-1C3C-DF7F9CA69845}"/>
          </ac:spMkLst>
        </pc:spChg>
        <pc:spChg chg="mod">
          <ac:chgData name="Dragan Javorac" userId="913c2858-fb97-4c6e-a42c-b1f1a16b225e" providerId="ADAL" clId="{BC00D9DF-F858-4149-8B7B-F211D448CEDA}" dt="2025-09-25T07:18:58.444" v="163" actId="20577"/>
          <ac:spMkLst>
            <pc:docMk/>
            <pc:sldMk cId="1625083411" sldId="303"/>
            <ac:spMk id="4" creationId="{3DB9BC92-3E60-1D35-0E94-D6A19F71E2C3}"/>
          </ac:spMkLst>
        </pc:spChg>
        <pc:spChg chg="add del">
          <ac:chgData name="Dragan Javorac" userId="913c2858-fb97-4c6e-a42c-b1f1a16b225e" providerId="ADAL" clId="{BC00D9DF-F858-4149-8B7B-F211D448CEDA}" dt="2025-09-25T07:18:20.824" v="38" actId="478"/>
          <ac:spMkLst>
            <pc:docMk/>
            <pc:sldMk cId="1625083411" sldId="303"/>
            <ac:spMk id="5" creationId="{AB1F37E8-6272-4DE8-E42B-35CE906937CD}"/>
          </ac:spMkLst>
        </pc:spChg>
        <pc:spChg chg="del">
          <ac:chgData name="Dragan Javorac" userId="913c2858-fb97-4c6e-a42c-b1f1a16b225e" providerId="ADAL" clId="{BC00D9DF-F858-4149-8B7B-F211D448CEDA}" dt="2025-09-25T07:18:22.358" v="40" actId="478"/>
          <ac:spMkLst>
            <pc:docMk/>
            <pc:sldMk cId="1625083411" sldId="303"/>
            <ac:spMk id="9" creationId="{9AD420D9-56B0-7E01-34C5-1C781FEDA3E2}"/>
          </ac:spMkLst>
        </pc:spChg>
        <pc:spChg chg="del">
          <ac:chgData name="Dragan Javorac" userId="913c2858-fb97-4c6e-a42c-b1f1a16b225e" providerId="ADAL" clId="{BC00D9DF-F858-4149-8B7B-F211D448CEDA}" dt="2025-09-25T07:18:19.576" v="37" actId="478"/>
          <ac:spMkLst>
            <pc:docMk/>
            <pc:sldMk cId="1625083411" sldId="303"/>
            <ac:spMk id="14" creationId="{D5D05279-5C29-FED2-0C2B-02E72DA3BACA}"/>
          </ac:spMkLst>
        </pc:spChg>
        <pc:picChg chg="del">
          <ac:chgData name="Dragan Javorac" userId="913c2858-fb97-4c6e-a42c-b1f1a16b225e" providerId="ADAL" clId="{BC00D9DF-F858-4149-8B7B-F211D448CEDA}" dt="2025-09-25T07:18:18.169" v="36" actId="478"/>
          <ac:picMkLst>
            <pc:docMk/>
            <pc:sldMk cId="1625083411" sldId="303"/>
            <ac:picMk id="6" creationId="{8383F25A-44F4-B91A-9C6B-0880E931EF26}"/>
          </ac:picMkLst>
        </pc:picChg>
        <pc:picChg chg="del">
          <ac:chgData name="Dragan Javorac" userId="913c2858-fb97-4c6e-a42c-b1f1a16b225e" providerId="ADAL" clId="{BC00D9DF-F858-4149-8B7B-F211D448CEDA}" dt="2025-09-25T07:18:21.438" v="39" actId="478"/>
          <ac:picMkLst>
            <pc:docMk/>
            <pc:sldMk cId="1625083411" sldId="303"/>
            <ac:picMk id="8" creationId="{198F9352-E621-3F66-13DA-56642817DB1E}"/>
          </ac:picMkLst>
        </pc:picChg>
      </pc:sldChg>
      <pc:sldChg chg="addSp modSp add mod">
        <pc:chgData name="Dragan Javorac" userId="913c2858-fb97-4c6e-a42c-b1f1a16b225e" providerId="ADAL" clId="{BC00D9DF-F858-4149-8B7B-F211D448CEDA}" dt="2025-09-25T07:23:33.761" v="301" actId="14100"/>
        <pc:sldMkLst>
          <pc:docMk/>
          <pc:sldMk cId="3564102576" sldId="304"/>
        </pc:sldMkLst>
        <pc:spChg chg="mod">
          <ac:chgData name="Dragan Javorac" userId="913c2858-fb97-4c6e-a42c-b1f1a16b225e" providerId="ADAL" clId="{BC00D9DF-F858-4149-8B7B-F211D448CEDA}" dt="2025-09-25T07:23:33.761" v="301" actId="14100"/>
          <ac:spMkLst>
            <pc:docMk/>
            <pc:sldMk cId="3564102576" sldId="304"/>
            <ac:spMk id="2" creationId="{EB3C0739-055C-8252-1DD6-AE085BD8853D}"/>
          </ac:spMkLst>
        </pc:spChg>
        <pc:spChg chg="add mod">
          <ac:chgData name="Dragan Javorac" userId="913c2858-fb97-4c6e-a42c-b1f1a16b225e" providerId="ADAL" clId="{BC00D9DF-F858-4149-8B7B-F211D448CEDA}" dt="2025-09-25T07:23:28.302" v="299" actId="6549"/>
          <ac:spMkLst>
            <pc:docMk/>
            <pc:sldMk cId="3564102576" sldId="304"/>
            <ac:spMk id="3" creationId="{4DCDD473-B2E2-2D23-F449-E1AE17328B56}"/>
          </ac:spMkLst>
        </pc:spChg>
        <pc:spChg chg="mod">
          <ac:chgData name="Dragan Javorac" userId="913c2858-fb97-4c6e-a42c-b1f1a16b225e" providerId="ADAL" clId="{BC00D9DF-F858-4149-8B7B-F211D448CEDA}" dt="2025-09-25T07:21:52.351" v="212" actId="1076"/>
          <ac:spMkLst>
            <pc:docMk/>
            <pc:sldMk cId="3564102576" sldId="304"/>
            <ac:spMk id="5" creationId="{C14788DD-5704-3E0C-C960-22711CDB1FCA}"/>
          </ac:spMkLst>
        </pc:spChg>
        <pc:picChg chg="add mod">
          <ac:chgData name="Dragan Javorac" userId="913c2858-fb97-4c6e-a42c-b1f1a16b225e" providerId="ADAL" clId="{BC00D9DF-F858-4149-8B7B-F211D448CEDA}" dt="2025-09-25T07:23:29.961" v="300" actId="1076"/>
          <ac:picMkLst>
            <pc:docMk/>
            <pc:sldMk cId="3564102576" sldId="304"/>
            <ac:picMk id="6" creationId="{AA4E1684-CB54-EBC3-22B5-03386360BA4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A9C-0C8D-4E75-9758-E3BC384B7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6A16-5879-45D5-A97D-0935F772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AEF-CE47-435A-B10A-2551A968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8B5-99F1-4F98-8A00-059E9622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0AF6-2181-4D66-BF2F-5BDA78D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56D-F5B0-4F44-BAB4-16AA2CD9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7D2-9044-42AF-885D-7121EC01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B618-BE22-4573-A3ED-E6AFF656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4094-1D4F-4E5C-8097-1936D28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A0F-AED1-47AC-A8D2-8445E67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80D-14BE-418C-B8C2-89D80B9D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E783-C1BE-462F-86CB-3693A0A4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7151-3EE1-4CE5-8244-FD6A057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4D7-79D7-4CE9-AD72-812FBD1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ECD0-0B8E-47C3-9EA5-8922112F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39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5EF-F22C-423B-B574-F99AD154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0C3D-3D2C-401D-8A0C-74F8F1C8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A416-24F3-4E1C-8A2F-01412C23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574E-8079-4EA2-B8AB-12453D52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C45E-DD17-4DF4-B781-19EDC3C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E7ED-C610-45EB-A864-051610A6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9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7E78-F362-4C57-A109-6C3E23B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F12F-0B62-4A86-8E40-4D16E655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A0DE1-6034-4D22-BC7C-53881BBF8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BDE81-64AA-4C51-AC6B-3BBC33E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46EA8-87EC-4DF2-B8DC-8152673E6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FCCF-C6A0-418D-8552-505C7F84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4874B-6C2D-4DE1-9725-846AAA26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3A982-233D-4BEE-97B6-C968D8D5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6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82F-E657-4483-AC10-EF13083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9BBF-3EEE-4200-98D1-800A8B7D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A0059-CF13-41E9-9F41-AF18A5A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75995-CA2D-4813-B032-BEFDAB5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13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4B576-534F-4C25-941E-CABBFF49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E77AA-04F2-4EAC-8939-54B0B9F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CF89-6CA2-4ED4-98D7-0B6251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3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854C-3A5D-4F3D-8CAE-01B72C17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49D-D2F7-4179-80E5-F696002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CECF-51B7-429C-B20F-72E3BE823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9D95-76F9-4051-BB2B-A94FD63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E9DC-9DD5-486F-A6AB-4205C531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2692-B0C8-4865-A67F-A2D4525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B883-B07A-481A-8335-6BF3A1E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13F4D-FD8C-4BBC-A2B5-9D6F70928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D495-79AE-4F56-8359-63F892DE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9E2-0279-4A65-87E7-2AFE0C59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0625-45B7-4D0D-9FCD-A74FDA8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71F27-457B-439B-827A-8AB93B3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53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5E6-B4F4-49F7-A8D6-5B59D15E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F1EA-A1CB-436E-A7F1-9D193A083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D540-36D9-4798-B21B-0668AB2D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824A-CFA3-4A00-8952-7D1BA5C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86E-7C7C-4B11-9447-43265892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3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65397-AB12-4737-8442-4BFF8ADE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7FA-5727-4807-A53E-4B9C4D59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1ABD-F5D7-4DD8-9BAF-54213E3E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5D81-8F78-4ABF-A137-FC52F3CC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6BD-E3FF-4BFB-869F-D409952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0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1"/>
            </a:gs>
            <a:gs pos="52000">
              <a:srgbClr val="4472C4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B964-7A5D-40F2-A2AC-70696A4A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E70A-C659-4CFC-A4AD-1728B395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6DB4-497B-4A62-B114-E9CB399F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2D22-5F4E-4FC0-B312-837AD7D00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21D-CE35-41E7-9682-9B2C7AC4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96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1Prog_cs1/blob/main/04_beslissen/01%20if.md" TargetMode="External"/><Relationship Id="rId2" Type="http://schemas.openxmlformats.org/officeDocument/2006/relationships/hyperlink" Target="https://github.com/progsen/M1Prog_cs1/tree/main/04_beslissen/01_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pPr algn="l"/>
            <a:r>
              <a:rPr lang="nl-NL" noProof="0" dirty="0">
                <a:solidFill>
                  <a:schemeClr val="bg1"/>
                </a:solidFill>
              </a:rPr>
              <a:t>C#:</a:t>
            </a:r>
            <a:br>
              <a:rPr lang="nl-NL" noProof="0" dirty="0">
                <a:solidFill>
                  <a:schemeClr val="bg1"/>
                </a:solidFill>
              </a:rPr>
            </a:br>
            <a:r>
              <a:rPr lang="nl-NL" noProof="0" dirty="0" err="1">
                <a:solidFill>
                  <a:schemeClr val="bg1"/>
                </a:solidFill>
              </a:rPr>
              <a:t>if</a:t>
            </a:r>
            <a:r>
              <a:rPr lang="nl-NL" noProof="0" dirty="0">
                <a:solidFill>
                  <a:schemeClr val="bg1"/>
                </a:solidFill>
              </a:rPr>
              <a:t> </a:t>
            </a:r>
            <a:r>
              <a:rPr lang="nl-NL" noProof="0" dirty="0" err="1">
                <a:solidFill>
                  <a:schemeClr val="bg1"/>
                </a:solidFill>
              </a:rPr>
              <a:t>else</a:t>
            </a:r>
            <a:r>
              <a:rPr lang="nl-NL" noProof="0" dirty="0">
                <a:solidFill>
                  <a:schemeClr val="bg1"/>
                </a:solidFill>
              </a:rPr>
              <a:t> &amp; Git</a:t>
            </a:r>
            <a:br>
              <a:rPr lang="nl-NL" noProof="0" dirty="0">
                <a:solidFill>
                  <a:schemeClr val="bg1"/>
                </a:solidFill>
              </a:rPr>
            </a:br>
            <a:br>
              <a:rPr lang="nl-NL" noProof="0" dirty="0">
                <a:solidFill>
                  <a:schemeClr val="bg1"/>
                </a:solidFill>
              </a:rPr>
            </a:b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E2D055-41C1-EEED-5719-9C096EC55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sz="4000" dirty="0">
                <a:solidFill>
                  <a:schemeClr val="bg1"/>
                </a:solidFill>
              </a:rPr>
              <a:t>Tussenbeoordeling</a:t>
            </a:r>
            <a:endParaRPr lang="nl-NL" sz="4000" dirty="0"/>
          </a:p>
        </p:txBody>
      </p: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0E18-94B9-583E-2FE9-FA107474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0739-055C-8252-1DD6-AE085BD88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587667"/>
          </a:xfrm>
        </p:spPr>
        <p:txBody>
          <a:bodyPr anchor="t">
            <a:normAutofit/>
          </a:bodyPr>
          <a:lstStyle/>
          <a:p>
            <a:pPr algn="l"/>
            <a:r>
              <a:rPr lang="nl-NL" noProof="0" dirty="0">
                <a:solidFill>
                  <a:schemeClr val="bg1"/>
                </a:solidFill>
              </a:rPr>
              <a:t>Volgende week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14788DD-5704-3E0C-C960-22711CDB1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3305" y="2386263"/>
            <a:ext cx="5197642" cy="1415716"/>
          </a:xfrm>
        </p:spPr>
        <p:txBody>
          <a:bodyPr>
            <a:normAutofit/>
          </a:bodyPr>
          <a:lstStyle/>
          <a:p>
            <a:r>
              <a:rPr lang="nl-NL" sz="4000" dirty="0">
                <a:solidFill>
                  <a:schemeClr val="bg1"/>
                </a:solidFill>
              </a:rPr>
              <a:t>Tussenbeoordeling</a:t>
            </a:r>
            <a:endParaRPr lang="nl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DD473-B2E2-2D23-F449-E1AE17328B56}"/>
              </a:ext>
            </a:extLst>
          </p:cNvPr>
          <p:cNvSpPr txBox="1">
            <a:spLocks/>
          </p:cNvSpPr>
          <p:nvPr/>
        </p:nvSpPr>
        <p:spPr>
          <a:xfrm>
            <a:off x="272502" y="1324768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Deze</a:t>
            </a:r>
            <a:r>
              <a:rPr lang="en-US" dirty="0">
                <a:solidFill>
                  <a:schemeClr val="bg1"/>
                </a:solidFill>
              </a:rPr>
              <a:t> week: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Git repo </a:t>
            </a:r>
            <a:r>
              <a:rPr lang="en-US" dirty="0" err="1">
                <a:solidFill>
                  <a:schemeClr val="bg1"/>
                </a:solidFill>
              </a:rPr>
              <a:t>maken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vullen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Simulize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inleveren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4E1684-CB54-EBC3-22B5-03386360B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01" y="3801979"/>
            <a:ext cx="38100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0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6F537C-C28E-BBA3-A03A-8EBD34914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24" y="1529843"/>
            <a:ext cx="5305425" cy="3381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 err="1">
                <a:solidFill>
                  <a:schemeClr val="bg1"/>
                </a:solidFill>
              </a:rPr>
              <a:t>if</a:t>
            </a:r>
            <a:r>
              <a:rPr lang="nl-NL" noProof="0" dirty="0">
                <a:solidFill>
                  <a:schemeClr val="bg1"/>
                </a:solidFill>
              </a:rPr>
              <a:t> in c#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Bijna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hetzelfde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als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javascript</a:t>
            </a:r>
            <a:endParaRPr lang="en-US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Strings zijn makkelijker te vergelijken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45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6F537C-C28E-BBA3-A03A-8EBD34914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24" y="1529843"/>
            <a:ext cx="5305425" cy="3381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>
                <a:solidFill>
                  <a:schemeClr val="bg1"/>
                </a:solidFill>
              </a:rPr>
              <a:t>type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solidFill>
                  <a:schemeClr val="bg1"/>
                </a:solidFill>
              </a:rPr>
              <a:t>Tussen</a:t>
            </a:r>
            <a:r>
              <a:rPr lang="en-US">
                <a:solidFill>
                  <a:schemeClr val="bg1"/>
                </a:solidFill>
              </a:rPr>
              <a:t> de </a:t>
            </a:r>
            <a:r>
              <a:rPr lang="en-US" err="1">
                <a:solidFill>
                  <a:schemeClr val="bg1"/>
                </a:solidFill>
              </a:rPr>
              <a:t>haakjes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moet</a:t>
            </a:r>
            <a:r>
              <a:rPr lang="en-US">
                <a:solidFill>
                  <a:schemeClr val="bg1"/>
                </a:solidFill>
              </a:rPr>
              <a:t> de ALS </a:t>
            </a:r>
            <a:r>
              <a:rPr lang="en-US" err="1">
                <a:solidFill>
                  <a:schemeClr val="bg1"/>
                </a:solidFill>
              </a:rPr>
              <a:t>een</a:t>
            </a:r>
            <a:r>
              <a:rPr lang="en-US">
                <a:solidFill>
                  <a:schemeClr val="bg1"/>
                </a:solidFill>
              </a:rPr>
              <a:t> Boolean </a:t>
            </a:r>
            <a:r>
              <a:rPr lang="en-US" err="1">
                <a:solidFill>
                  <a:schemeClr val="bg1"/>
                </a:solidFill>
              </a:rPr>
              <a:t>opleveren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4669032" y="1110743"/>
            <a:ext cx="1965232" cy="1671368"/>
          </a:xfrm>
          <a:prstGeom prst="wedgeRoundRectCallout">
            <a:avLst>
              <a:gd name="adj1" fmla="val -152458"/>
              <a:gd name="adj2" fmla="val 23554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input == “y”</a:t>
            </a:r>
          </a:p>
          <a:p>
            <a:pPr algn="ctr"/>
            <a:r>
              <a:rPr lang="nl-NL"/>
              <a:t>Levert of </a:t>
            </a:r>
            <a:r>
              <a:rPr lang="nl-NL" err="1"/>
              <a:t>true</a:t>
            </a:r>
            <a:r>
              <a:rPr lang="nl-NL"/>
              <a:t> of </a:t>
            </a:r>
            <a:r>
              <a:rPr lang="nl-NL" err="1"/>
              <a:t>false</a:t>
            </a:r>
            <a:r>
              <a:rPr lang="nl-NL"/>
              <a:t> op</a:t>
            </a:r>
          </a:p>
          <a:p>
            <a:pPr algn="ctr"/>
            <a:endParaRPr lang="nl-NL"/>
          </a:p>
          <a:p>
            <a:pPr algn="ctr"/>
            <a:r>
              <a:rPr lang="nl-NL"/>
              <a:t>Dus een </a:t>
            </a:r>
            <a:r>
              <a:rPr lang="nl-NL" err="1"/>
              <a:t>boolean</a:t>
            </a:r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7CEF5-76FD-422C-5954-E970DE3E1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24" y="5328157"/>
            <a:ext cx="553402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4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>
                <a:solidFill>
                  <a:schemeClr val="bg1"/>
                </a:solidFill>
              </a:rPr>
              <a:t>Wat mag je gebruiken?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|| 			or</a:t>
            </a:r>
          </a:p>
          <a:p>
            <a:r>
              <a:rPr lang="en-US">
                <a:solidFill>
                  <a:schemeClr val="bg1"/>
                </a:solidFill>
              </a:rPr>
              <a:t>&amp;&amp; 			and</a:t>
            </a:r>
          </a:p>
          <a:p>
            <a:r>
              <a:rPr lang="en-US">
                <a:solidFill>
                  <a:schemeClr val="bg1"/>
                </a:solidFill>
              </a:rPr>
              <a:t>&gt;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&gt;=		</a:t>
            </a:r>
            <a:r>
              <a:rPr lang="en-US" err="1">
                <a:solidFill>
                  <a:schemeClr val="bg1"/>
                </a:solidFill>
              </a:rPr>
              <a:t>groter</a:t>
            </a:r>
            <a:r>
              <a:rPr lang="en-US">
                <a:solidFill>
                  <a:schemeClr val="bg1"/>
                </a:solidFill>
              </a:rPr>
              <a:t> (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gelijk</a:t>
            </a:r>
            <a:r>
              <a:rPr lang="en-US">
                <a:solidFill>
                  <a:schemeClr val="bg1"/>
                </a:solidFill>
              </a:rPr>
              <a:t>)</a:t>
            </a:r>
          </a:p>
          <a:p>
            <a:r>
              <a:rPr lang="en-US">
                <a:solidFill>
                  <a:schemeClr val="bg1"/>
                </a:solidFill>
              </a:rPr>
              <a:t>&lt;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&lt;=		</a:t>
            </a:r>
            <a:r>
              <a:rPr lang="en-US" err="1">
                <a:solidFill>
                  <a:schemeClr val="bg1"/>
                </a:solidFill>
              </a:rPr>
              <a:t>kleiner</a:t>
            </a:r>
            <a:r>
              <a:rPr lang="en-US">
                <a:solidFill>
                  <a:schemeClr val="bg1"/>
                </a:solidFill>
              </a:rPr>
              <a:t> (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gelijk</a:t>
            </a:r>
            <a:r>
              <a:rPr lang="en-US">
                <a:solidFill>
                  <a:schemeClr val="bg1"/>
                </a:solidFill>
              </a:rPr>
              <a:t>)</a:t>
            </a:r>
          </a:p>
          <a:p>
            <a:r>
              <a:rPr lang="en-US">
                <a:solidFill>
                  <a:schemeClr val="bg1"/>
                </a:solidFill>
              </a:rPr>
              <a:t>==			</a:t>
            </a:r>
            <a:r>
              <a:rPr lang="en-US" err="1">
                <a:solidFill>
                  <a:schemeClr val="bg1"/>
                </a:solidFill>
              </a:rPr>
              <a:t>gelijk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! 			not</a:t>
            </a:r>
          </a:p>
          <a:p>
            <a:r>
              <a:rPr lang="en-US">
                <a:solidFill>
                  <a:schemeClr val="bg1"/>
                </a:solidFill>
              </a:rPr>
              <a:t>!=			</a:t>
            </a:r>
            <a:r>
              <a:rPr lang="en-US" err="1">
                <a:solidFill>
                  <a:schemeClr val="bg1"/>
                </a:solidFill>
              </a:rPr>
              <a:t>niet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gelijk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(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) 		</a:t>
            </a:r>
            <a:r>
              <a:rPr lang="en-US" err="1">
                <a:solidFill>
                  <a:schemeClr val="bg1"/>
                </a:solidFill>
              </a:rPr>
              <a:t>haakjes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voor</a:t>
            </a:r>
            <a:r>
              <a:rPr lang="en-US">
                <a:solidFill>
                  <a:schemeClr val="bg1"/>
                </a:solidFill>
              </a:rPr>
              <a:t> 			</a:t>
            </a:r>
            <a:r>
              <a:rPr lang="en-US" err="1">
                <a:solidFill>
                  <a:schemeClr val="bg1"/>
                </a:solidFill>
              </a:rPr>
              <a:t>volgorde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01EB7-6116-5353-CFF8-51BD830FE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61" y="3000831"/>
            <a:ext cx="6120439" cy="215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6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>
                <a:solidFill>
                  <a:schemeClr val="bg1"/>
                </a:solidFill>
              </a:rPr>
              <a:t>Volgorde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Let op je </a:t>
            </a:r>
            <a:r>
              <a:rPr lang="en-US" err="1">
                <a:solidFill>
                  <a:schemeClr val="bg1"/>
                </a:solidFill>
              </a:rPr>
              <a:t>volgorde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gebruik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haakjes</a:t>
            </a:r>
            <a:r>
              <a:rPr lang="en-US">
                <a:solidFill>
                  <a:schemeClr val="bg1"/>
                </a:solidFill>
              </a:rPr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4D174-524E-58CB-5FF0-4D4F300A5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4" y="1083316"/>
            <a:ext cx="5680389" cy="20003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814BFE-B574-5217-BF68-7EA244D3B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4" y="3972332"/>
            <a:ext cx="2083848" cy="120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4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>
                <a:solidFill>
                  <a:schemeClr val="bg1"/>
                </a:solidFill>
              </a:rPr>
              <a:t>Ander </a:t>
            </a:r>
            <a:r>
              <a:rPr lang="nl-NL" noProof="0" err="1">
                <a:solidFill>
                  <a:schemeClr val="bg1"/>
                </a:solidFill>
              </a:rPr>
              <a:t>ifs</a:t>
            </a:r>
            <a:endParaRPr lang="nl-NL" noProof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While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switch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97725E-63BE-F7A4-A3E5-3786D44B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0" y="2399776"/>
            <a:ext cx="3771900" cy="1533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91A7F8-3857-D957-538E-4E7DDD368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95" y="4695825"/>
            <a:ext cx="7038975" cy="1952625"/>
          </a:xfrm>
          <a:prstGeom prst="rect">
            <a:avLst/>
          </a:prstGeom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1896894" y="550228"/>
            <a:ext cx="3054485" cy="1300383"/>
          </a:xfrm>
          <a:prstGeom prst="wedgeRoundRectCallout">
            <a:avLst>
              <a:gd name="adj1" fmla="val -58910"/>
              <a:gd name="adj2" fmla="val 10769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err="1"/>
              <a:t>While</a:t>
            </a:r>
            <a:r>
              <a:rPr lang="nl-NL"/>
              <a:t> is ook een soort </a:t>
            </a:r>
            <a:r>
              <a:rPr lang="nl-NL" err="1"/>
              <a:t>if</a:t>
            </a:r>
            <a:r>
              <a:rPr lang="nl-NL"/>
              <a:t>. Je test weer een </a:t>
            </a:r>
            <a:r>
              <a:rPr lang="nl-NL" err="1"/>
              <a:t>boolean</a:t>
            </a:r>
            <a:r>
              <a:rPr lang="nl-NL"/>
              <a:t> </a:t>
            </a:r>
            <a:r>
              <a:rPr lang="nl-NL" err="1"/>
              <a:t>expression</a:t>
            </a:r>
            <a:endParaRPr lang="nl-NL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8FC83F7C-A15E-2C1E-5D72-C6D7EEEFD53A}"/>
              </a:ext>
            </a:extLst>
          </p:cNvPr>
          <p:cNvSpPr/>
          <p:nvPr/>
        </p:nvSpPr>
        <p:spPr>
          <a:xfrm>
            <a:off x="4031482" y="3864300"/>
            <a:ext cx="2577019" cy="900527"/>
          </a:xfrm>
          <a:prstGeom prst="wedgeRoundRectCallout">
            <a:avLst>
              <a:gd name="adj1" fmla="val -134706"/>
              <a:gd name="adj2" fmla="val 75533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Switch split wat je test en welke waarde je test</a:t>
            </a:r>
          </a:p>
        </p:txBody>
      </p:sp>
    </p:spTree>
    <p:extLst>
      <p:ext uri="{BB962C8B-B14F-4D97-AF65-F5344CB8AC3E}">
        <p14:creationId xmlns:p14="http://schemas.microsoft.com/office/powerpoint/2010/main" val="252518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4E1D-2FEA-ACCD-ABC2-DD5B8075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16D43-2B50-13E3-1C3C-DF7F9CA6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Demo &amp; git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B9BC92-3E60-1D35-0E94-D6A19F71E2C3}"/>
              </a:ext>
            </a:extLst>
          </p:cNvPr>
          <p:cNvSpPr txBox="1">
            <a:spLocks/>
          </p:cNvSpPr>
          <p:nvPr/>
        </p:nvSpPr>
        <p:spPr>
          <a:xfrm>
            <a:off x="653501" y="1324768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New if else </a:t>
            </a:r>
            <a:r>
              <a:rPr lang="en-US" dirty="0" err="1">
                <a:solidFill>
                  <a:schemeClr val="bg1"/>
                </a:solidFill>
              </a:rPr>
              <a:t>programma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Git repo </a:t>
            </a:r>
            <a:r>
              <a:rPr lang="en-US" dirty="0" err="1">
                <a:solidFill>
                  <a:schemeClr val="bg1"/>
                </a:solidFill>
              </a:rPr>
              <a:t>maken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Clone,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.git folder </a:t>
            </a:r>
            <a:r>
              <a:rPr lang="en-US" dirty="0" err="1">
                <a:solidFill>
                  <a:schemeClr val="bg1"/>
                </a:solidFill>
              </a:rPr>
              <a:t>neerzetten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 git </a:t>
            </a:r>
            <a:r>
              <a:rPr lang="en-US" dirty="0" err="1">
                <a:solidFill>
                  <a:schemeClr val="bg1"/>
                </a:solidFill>
              </a:rPr>
              <a:t>zetten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add,commit</a:t>
            </a:r>
            <a:r>
              <a:rPr lang="en-US" dirty="0">
                <a:solidFill>
                  <a:schemeClr val="bg1"/>
                </a:solidFill>
              </a:rPr>
              <a:t>, push)</a:t>
            </a:r>
          </a:p>
          <a:p>
            <a:r>
              <a:rPr lang="en-US" dirty="0">
                <a:solidFill>
                  <a:schemeClr val="bg1"/>
                </a:solidFill>
              </a:rPr>
              <a:t>Check!</a:t>
            </a:r>
          </a:p>
        </p:txBody>
      </p:sp>
    </p:spTree>
    <p:extLst>
      <p:ext uri="{BB962C8B-B14F-4D97-AF65-F5344CB8AC3E}">
        <p14:creationId xmlns:p14="http://schemas.microsoft.com/office/powerpoint/2010/main" val="162508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>
                <a:solidFill>
                  <a:schemeClr val="bg1"/>
                </a:solidFill>
              </a:rPr>
              <a:t>Dit blok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Eerst</a:t>
            </a:r>
          </a:p>
          <a:p>
            <a:pPr lvl="1"/>
            <a:r>
              <a:rPr lang="nl-NL" dirty="0">
                <a:solidFill>
                  <a:schemeClr val="bg1"/>
                </a:solidFill>
                <a:hlinkClick r:id="rId2"/>
              </a:rPr>
              <a:t>https://github.com/progsen/M1Prog_cs1/tree/main/04_beslissen/01_git</a:t>
            </a:r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Dan</a:t>
            </a:r>
          </a:p>
          <a:p>
            <a:pPr lvl="1"/>
            <a:r>
              <a:rPr lang="nl-NL" dirty="0">
                <a:solidFill>
                  <a:schemeClr val="bg1"/>
                </a:solidFill>
                <a:hlinkClick r:id="rId3"/>
              </a:rPr>
              <a:t>https://github.com/progsen/M1Prog_cs1/blob/main/04_beslissen/01%20if.md</a:t>
            </a:r>
            <a:endParaRPr lang="nl-NL" dirty="0">
              <a:solidFill>
                <a:schemeClr val="bg1"/>
              </a:solidFill>
            </a:endParaRPr>
          </a:p>
          <a:p>
            <a:pPr lvl="1"/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C3902-0B1A-B4DE-9EE0-F6EC67E93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442" y="1050087"/>
            <a:ext cx="5359919" cy="414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C3E5"/>
      </a:hlink>
      <a:folHlink>
        <a:srgbClr val="9CC3E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Een nieuw document maken." ma:contentTypeScope="" ma:versionID="3d0061fecda426af0c63257c117972de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a1c3229eba3970e43164a8226b8f4ea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Props1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59471D-F052-43B5-AA12-279E776912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52-0706-4d6e-be72-eb152f539130"/>
    <ds:schemaRef ds:uri="92411348-3950-478e-aa07-b25ef9e2ab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29BF2C-6A79-4AA0-8BD6-9C1F3616C6B4}">
  <ds:schemaRefs>
    <ds:schemaRef ds:uri="23f2e982-2831-4f7d-9473-a432dcec5614"/>
    <ds:schemaRef ds:uri="9990b2e4-f671-45e9-a507-7e01c19989e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9d84152-0706-4d6e-be72-eb152f539130"/>
    <ds:schemaRef ds:uri="92411348-3950-478e-aa07-b25ef9e2ab6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41</TotalTime>
  <Words>238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C#: if else &amp; Git  </vt:lpstr>
      <vt:lpstr>Volgende week</vt:lpstr>
      <vt:lpstr>if in c#</vt:lpstr>
      <vt:lpstr>type</vt:lpstr>
      <vt:lpstr>Wat mag je gebruiken?</vt:lpstr>
      <vt:lpstr>Volgorde</vt:lpstr>
      <vt:lpstr>Ander ifs</vt:lpstr>
      <vt:lpstr>Demo &amp; git</vt:lpstr>
      <vt:lpstr>Dit blok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1</cp:revision>
  <dcterms:created xsi:type="dcterms:W3CDTF">2021-12-21T06:53:17Z</dcterms:created>
  <dcterms:modified xsi:type="dcterms:W3CDTF">2025-09-25T07:23:34Z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  <property fmtid="{D5CDD505-2E9C-101B-9397-08002B2CF9AE}" pid="3" name="MediaServiceImageTags">
    <vt:lpwstr/>
  </property>
</Properties>
</file>