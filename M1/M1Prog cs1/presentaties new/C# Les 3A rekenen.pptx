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303" r:id="rId6"/>
    <p:sldId id="294" r:id="rId7"/>
    <p:sldId id="295" r:id="rId8"/>
    <p:sldId id="296" r:id="rId9"/>
    <p:sldId id="298" r:id="rId10"/>
    <p:sldId id="297" r:id="rId11"/>
    <p:sldId id="299" r:id="rId12"/>
    <p:sldId id="300" r:id="rId13"/>
    <p:sldId id="279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AA68F-76DE-487D-9B8E-1B808B7857D5}" v="3" dt="2025-09-25T07:50:14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86" autoAdjust="0"/>
  </p:normalViewPr>
  <p:slideViewPr>
    <p:cSldViewPr snapToGrid="0">
      <p:cViewPr varScale="1">
        <p:scale>
          <a:sx n="49" d="100"/>
          <a:sy n="49" d="100"/>
        </p:scale>
        <p:origin x="60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0T08:33:29.304" v="324" actId="20577"/>
      <pc:docMkLst>
        <pc:docMk/>
      </pc:docMkLst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33825011-A155-4A28-B258-2389E2629185}"/>
    <pc:docChg chg="custSel modSld">
      <pc:chgData name="Dragan Javorac" userId="913c2858-fb97-4c6e-a42c-b1f1a16b225e" providerId="ADAL" clId="{33825011-A155-4A28-B258-2389E2629185}" dt="2024-09-23T06:31:21.285" v="8" actId="6549"/>
      <pc:docMkLst>
        <pc:docMk/>
      </pc:docMkLst>
      <pc:sldChg chg="addSp delSp modSp mod">
        <pc:chgData name="Dragan Javorac" userId="913c2858-fb97-4c6e-a42c-b1f1a16b225e" providerId="ADAL" clId="{33825011-A155-4A28-B258-2389E2629185}" dt="2024-09-23T06:31:21.285" v="8" actId="6549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</pc:sldChg>
    </pc:docChg>
  </pc:docChgLst>
  <pc:docChgLst>
    <pc:chgData name="Dragan Javorac" userId="913c2858-fb97-4c6e-a42c-b1f1a16b225e" providerId="ADAL" clId="{5EB17B11-ECF6-4BDB-B0F7-1BADD7C7C79C}"/>
    <pc:docChg chg="undo custSel addSld delSld modSld sldOrd">
      <pc:chgData name="Dragan Javorac" userId="913c2858-fb97-4c6e-a42c-b1f1a16b225e" providerId="ADAL" clId="{5EB17B11-ECF6-4BDB-B0F7-1BADD7C7C79C}" dt="2023-02-13T13:12:09.355" v="1333" actId="47"/>
      <pc:docMkLst>
        <pc:docMk/>
      </pc:docMkLst>
      <pc:sldChg chg="addSp delSp modSp mod">
        <pc:chgData name="Dragan Javorac" userId="913c2858-fb97-4c6e-a42c-b1f1a16b225e" providerId="ADAL" clId="{5EB17B11-ECF6-4BDB-B0F7-1BADD7C7C79C}" dt="2023-02-10T11:55:55.521" v="30" actId="20577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5EB17B11-ECF6-4BDB-B0F7-1BADD7C7C79C}" dt="2023-02-10T11:59:12.876" v="130" actId="47"/>
        <pc:sldMkLst>
          <pc:docMk/>
          <pc:sldMk cId="1786342002" sldId="260"/>
        </pc:sldMkLst>
      </pc:sldChg>
      <pc:sldChg chg="del">
        <pc:chgData name="Dragan Javorac" userId="913c2858-fb97-4c6e-a42c-b1f1a16b225e" providerId="ADAL" clId="{5EB17B11-ECF6-4BDB-B0F7-1BADD7C7C79C}" dt="2023-02-10T11:59:19.110" v="132" actId="47"/>
        <pc:sldMkLst>
          <pc:docMk/>
          <pc:sldMk cId="4175419852" sldId="263"/>
        </pc:sldMkLst>
      </pc:sldChg>
      <pc:sldChg chg="del">
        <pc:chgData name="Dragan Javorac" userId="913c2858-fb97-4c6e-a42c-b1f1a16b225e" providerId="ADAL" clId="{5EB17B11-ECF6-4BDB-B0F7-1BADD7C7C79C}" dt="2023-02-10T12:01:20.820" v="165" actId="4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5EB17B11-ECF6-4BDB-B0F7-1BADD7C7C79C}" dt="2023-02-10T11:56:01.450" v="32" actId="47"/>
        <pc:sldMkLst>
          <pc:docMk/>
          <pc:sldMk cId="4085815419" sldId="271"/>
        </pc:sldMkLst>
      </pc:sldChg>
      <pc:sldChg chg="addSp delSp modSp mod">
        <pc:chgData name="Dragan Javorac" userId="913c2858-fb97-4c6e-a42c-b1f1a16b225e" providerId="ADAL" clId="{5EB17B11-ECF6-4BDB-B0F7-1BADD7C7C79C}" dt="2023-02-10T11:59:03.031" v="128" actId="14100"/>
        <pc:sldMkLst>
          <pc:docMk/>
          <pc:sldMk cId="2663455734" sldId="272"/>
        </pc:sldMkLst>
      </pc:sldChg>
      <pc:sldChg chg="del">
        <pc:chgData name="Dragan Javorac" userId="913c2858-fb97-4c6e-a42c-b1f1a16b225e" providerId="ADAL" clId="{5EB17B11-ECF6-4BDB-B0F7-1BADD7C7C79C}" dt="2023-02-10T11:56:03.671" v="34" actId="47"/>
        <pc:sldMkLst>
          <pc:docMk/>
          <pc:sldMk cId="3094283307" sldId="274"/>
        </pc:sldMkLst>
      </pc:sldChg>
      <pc:sldChg chg="del">
        <pc:chgData name="Dragan Javorac" userId="913c2858-fb97-4c6e-a42c-b1f1a16b225e" providerId="ADAL" clId="{5EB17B11-ECF6-4BDB-B0F7-1BADD7C7C79C}" dt="2023-02-10T11:59:16.421" v="131" actId="4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5EB17B11-ECF6-4BDB-B0F7-1BADD7C7C79C}" dt="2023-02-10T12:33:24.009" v="585" actId="313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717095900" sldId="280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22342155" sldId="281"/>
        </pc:sldMkLst>
      </pc:sldChg>
      <pc:sldChg chg="del">
        <pc:chgData name="Dragan Javorac" userId="913c2858-fb97-4c6e-a42c-b1f1a16b225e" providerId="ADAL" clId="{5EB17B11-ECF6-4BDB-B0F7-1BADD7C7C79C}" dt="2023-02-10T11:56:02.740" v="33" actId="47"/>
        <pc:sldMkLst>
          <pc:docMk/>
          <pc:sldMk cId="917348279" sldId="282"/>
        </pc:sldMkLst>
      </pc:sldChg>
      <pc:sldChg chg="del">
        <pc:chgData name="Dragan Javorac" userId="913c2858-fb97-4c6e-a42c-b1f1a16b225e" providerId="ADAL" clId="{5EB17B11-ECF6-4BDB-B0F7-1BADD7C7C79C}" dt="2023-02-10T11:58:26.631" v="84" actId="47"/>
        <pc:sldMkLst>
          <pc:docMk/>
          <pc:sldMk cId="3918559090" sldId="286"/>
        </pc:sldMkLst>
      </pc:sldChg>
      <pc:sldChg chg="del">
        <pc:chgData name="Dragan Javorac" userId="913c2858-fb97-4c6e-a42c-b1f1a16b225e" providerId="ADAL" clId="{5EB17B11-ECF6-4BDB-B0F7-1BADD7C7C79C}" dt="2023-02-10T11:58:28.752" v="85" actId="47"/>
        <pc:sldMkLst>
          <pc:docMk/>
          <pc:sldMk cId="553292120" sldId="287"/>
        </pc:sldMkLst>
      </pc:sldChg>
      <pc:sldChg chg="add del">
        <pc:chgData name="Dragan Javorac" userId="913c2858-fb97-4c6e-a42c-b1f1a16b225e" providerId="ADAL" clId="{5EB17B11-ECF6-4BDB-B0F7-1BADD7C7C79C}" dt="2023-02-10T11:59:09.500" v="129" actId="47"/>
        <pc:sldMkLst>
          <pc:docMk/>
          <pc:sldMk cId="221967776" sldId="288"/>
        </pc:sldMkLst>
      </pc:sldChg>
      <pc:sldChg chg="addSp modSp add mod">
        <pc:chgData name="Dragan Javorac" userId="913c2858-fb97-4c6e-a42c-b1f1a16b225e" providerId="ADAL" clId="{5EB17B11-ECF6-4BDB-B0F7-1BADD7C7C79C}" dt="2023-02-10T12:01:38.220" v="181" actId="404"/>
        <pc:sldMkLst>
          <pc:docMk/>
          <pc:sldMk cId="2780461342" sldId="290"/>
        </pc:sldMkLst>
      </pc:sldChg>
      <pc:sldChg chg="addSp delSp modSp add mod">
        <pc:chgData name="Dragan Javorac" userId="913c2858-fb97-4c6e-a42c-b1f1a16b225e" providerId="ADAL" clId="{5EB17B11-ECF6-4BDB-B0F7-1BADD7C7C79C}" dt="2023-02-10T12:19:15.879" v="266" actId="20577"/>
        <pc:sldMkLst>
          <pc:docMk/>
          <pc:sldMk cId="2792180233" sldId="291"/>
        </pc:sldMkLst>
      </pc:sldChg>
      <pc:sldChg chg="addSp delSp modSp add mod">
        <pc:chgData name="Dragan Javorac" userId="913c2858-fb97-4c6e-a42c-b1f1a16b225e" providerId="ADAL" clId="{5EB17B11-ECF6-4BDB-B0F7-1BADD7C7C79C}" dt="2023-02-10T12:24:39.425" v="355" actId="1076"/>
        <pc:sldMkLst>
          <pc:docMk/>
          <pc:sldMk cId="3255955701" sldId="292"/>
        </pc:sldMkLst>
      </pc:sldChg>
      <pc:sldChg chg="addSp delSp modSp add mod">
        <pc:chgData name="Dragan Javorac" userId="913c2858-fb97-4c6e-a42c-b1f1a16b225e" providerId="ADAL" clId="{5EB17B11-ECF6-4BDB-B0F7-1BADD7C7C79C}" dt="2023-02-10T12:33:07.588" v="584" actId="790"/>
        <pc:sldMkLst>
          <pc:docMk/>
          <pc:sldMk cId="3488254828" sldId="293"/>
        </pc:sldMkLst>
      </pc:sldChg>
      <pc:sldChg chg="addSp delSp modSp add mod modNotesTx">
        <pc:chgData name="Dragan Javorac" userId="913c2858-fb97-4c6e-a42c-b1f1a16b225e" providerId="ADAL" clId="{5EB17B11-ECF6-4BDB-B0F7-1BADD7C7C79C}" dt="2023-02-10T14:04:02.070" v="966" actId="20577"/>
        <pc:sldMkLst>
          <pc:docMk/>
          <pc:sldMk cId="3911019876" sldId="294"/>
        </pc:sldMkLst>
      </pc:sldChg>
      <pc:sldChg chg="delSp modSp add del mod">
        <pc:chgData name="Dragan Javorac" userId="913c2858-fb97-4c6e-a42c-b1f1a16b225e" providerId="ADAL" clId="{5EB17B11-ECF6-4BDB-B0F7-1BADD7C7C79C}" dt="2023-02-10T14:03:10.005" v="874" actId="47"/>
        <pc:sldMkLst>
          <pc:docMk/>
          <pc:sldMk cId="3001409730" sldId="295"/>
        </pc:sldMkLst>
      </pc:sldChg>
      <pc:sldChg chg="addSp modSp add del mod ord">
        <pc:chgData name="Dragan Javorac" userId="913c2858-fb97-4c6e-a42c-b1f1a16b225e" providerId="ADAL" clId="{5EB17B11-ECF6-4BDB-B0F7-1BADD7C7C79C}" dt="2023-02-10T14:03:32.960" v="881" actId="47"/>
        <pc:sldMkLst>
          <pc:docMk/>
          <pc:sldMk cId="700047610" sldId="296"/>
        </pc:sldMkLst>
      </pc:sldChg>
      <pc:sldChg chg="addSp delSp modSp add mod">
        <pc:chgData name="Dragan Javorac" userId="913c2858-fb97-4c6e-a42c-b1f1a16b225e" providerId="ADAL" clId="{5EB17B11-ECF6-4BDB-B0F7-1BADD7C7C79C}" dt="2023-02-10T14:03:23.266" v="880" actId="1076"/>
        <pc:sldMkLst>
          <pc:docMk/>
          <pc:sldMk cId="3009797541" sldId="297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8.237" v="1332" actId="47"/>
        <pc:sldMkLst>
          <pc:docMk/>
          <pc:sldMk cId="2271208691" sldId="298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9.355" v="1333" actId="47"/>
        <pc:sldMkLst>
          <pc:docMk/>
          <pc:sldMk cId="3472728903" sldId="299"/>
        </pc:sldMkLst>
      </pc:sldChg>
    </pc:docChg>
  </pc:docChgLst>
  <pc:docChgLst>
    <pc:chgData name="Dragan Javorac" userId="913c2858-fb97-4c6e-a42c-b1f1a16b225e" providerId="ADAL" clId="{466D4D97-31C9-4DDB-926B-CB865C7D233D}"/>
    <pc:docChg chg="custSel addSld modSld">
      <pc:chgData name="Dragan Javorac" userId="913c2858-fb97-4c6e-a42c-b1f1a16b225e" providerId="ADAL" clId="{466D4D97-31C9-4DDB-926B-CB865C7D233D}" dt="2023-02-23T09:53:33.507" v="4" actId="478"/>
      <pc:docMkLst>
        <pc:docMk/>
      </pc:docMkLst>
      <pc:sldChg chg="delSp modSp add mod">
        <pc:chgData name="Dragan Javorac" userId="913c2858-fb97-4c6e-a42c-b1f1a16b225e" providerId="ADAL" clId="{466D4D97-31C9-4DDB-926B-CB865C7D233D}" dt="2023-02-23T09:53:33.507" v="4" actId="478"/>
        <pc:sldMkLst>
          <pc:docMk/>
          <pc:sldMk cId="383777509" sldId="302"/>
        </pc:sldMkLst>
      </pc:sldChg>
    </pc:docChg>
  </pc:docChgLst>
  <pc:docChgLst>
    <pc:chgData name="Dragan Javorac" userId="913c2858-fb97-4c6e-a42c-b1f1a16b225e" providerId="ADAL" clId="{18CDEAA3-00B6-4F50-AC32-71437378CE84}"/>
    <pc:docChg chg="undo custSel addSld delSld modSld">
      <pc:chgData name="Dragan Javorac" userId="913c2858-fb97-4c6e-a42c-b1f1a16b225e" providerId="ADAL" clId="{18CDEAA3-00B6-4F50-AC32-71437378CE84}" dt="2023-02-20T14:37:05.832" v="809" actId="1076"/>
      <pc:docMkLst>
        <pc:docMk/>
      </pc:docMkLst>
      <pc:sldChg chg="addSp delSp modSp mod">
        <pc:chgData name="Dragan Javorac" userId="913c2858-fb97-4c6e-a42c-b1f1a16b225e" providerId="ADAL" clId="{18CDEAA3-00B6-4F50-AC32-71437378CE84}" dt="2023-02-13T14:24:43.797" v="17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8CDEAA3-00B6-4F50-AC32-71437378CE84}" dt="2023-02-13T14:25:04.398" v="18" actId="47"/>
        <pc:sldMkLst>
          <pc:docMk/>
          <pc:sldMk cId="2663455734" sldId="272"/>
        </pc:sldMkLst>
      </pc:sldChg>
      <pc:sldChg chg="addSp delSp modSp mod">
        <pc:chgData name="Dragan Javorac" userId="913c2858-fb97-4c6e-a42c-b1f1a16b225e" providerId="ADAL" clId="{18CDEAA3-00B6-4F50-AC32-71437378CE84}" dt="2023-02-13T14:25:37.312" v="31" actId="1076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18CDEAA3-00B6-4F50-AC32-71437378CE84}" dt="2023-02-20T14:15:31.177" v="738" actId="47"/>
        <pc:sldMkLst>
          <pc:docMk/>
          <pc:sldMk cId="71935414" sldId="289"/>
        </pc:sldMkLst>
      </pc:sldChg>
      <pc:sldChg chg="del">
        <pc:chgData name="Dragan Javorac" userId="913c2858-fb97-4c6e-a42c-b1f1a16b225e" providerId="ADAL" clId="{18CDEAA3-00B6-4F50-AC32-71437378CE84}" dt="2023-02-20T14:15:31.177" v="738" actId="47"/>
        <pc:sldMkLst>
          <pc:docMk/>
          <pc:sldMk cId="2780461342" sldId="290"/>
        </pc:sldMkLst>
      </pc:sldChg>
      <pc:sldChg chg="del">
        <pc:chgData name="Dragan Javorac" userId="913c2858-fb97-4c6e-a42c-b1f1a16b225e" providerId="ADAL" clId="{18CDEAA3-00B6-4F50-AC32-71437378CE84}" dt="2023-02-13T14:25:04.398" v="18" actId="47"/>
        <pc:sldMkLst>
          <pc:docMk/>
          <pc:sldMk cId="2792180233" sldId="291"/>
        </pc:sldMkLst>
      </pc:sldChg>
      <pc:sldChg chg="del">
        <pc:chgData name="Dragan Javorac" userId="913c2858-fb97-4c6e-a42c-b1f1a16b225e" providerId="ADAL" clId="{18CDEAA3-00B6-4F50-AC32-71437378CE84}" dt="2023-02-13T14:25:04.398" v="18" actId="47"/>
        <pc:sldMkLst>
          <pc:docMk/>
          <pc:sldMk cId="3255955701" sldId="292"/>
        </pc:sldMkLst>
      </pc:sldChg>
      <pc:sldChg chg="del">
        <pc:chgData name="Dragan Javorac" userId="913c2858-fb97-4c6e-a42c-b1f1a16b225e" providerId="ADAL" clId="{18CDEAA3-00B6-4F50-AC32-71437378CE84}" dt="2023-02-13T14:25:04.398" v="18" actId="47"/>
        <pc:sldMkLst>
          <pc:docMk/>
          <pc:sldMk cId="3488254828" sldId="293"/>
        </pc:sldMkLst>
      </pc:sldChg>
      <pc:sldChg chg="addSp delSp modSp mod">
        <pc:chgData name="Dragan Javorac" userId="913c2858-fb97-4c6e-a42c-b1f1a16b225e" providerId="ADAL" clId="{18CDEAA3-00B6-4F50-AC32-71437378CE84}" dt="2023-02-20T13:58:45.450" v="125" actId="1076"/>
        <pc:sldMkLst>
          <pc:docMk/>
          <pc:sldMk cId="3911019876" sldId="294"/>
        </pc:sldMkLst>
      </pc:sldChg>
      <pc:sldChg chg="addSp delSp modSp add mod">
        <pc:chgData name="Dragan Javorac" userId="913c2858-fb97-4c6e-a42c-b1f1a16b225e" providerId="ADAL" clId="{18CDEAA3-00B6-4F50-AC32-71437378CE84}" dt="2023-02-20T14:02:09.931" v="171" actId="20577"/>
        <pc:sldMkLst>
          <pc:docMk/>
          <pc:sldMk cId="3573909313" sldId="295"/>
        </pc:sldMkLst>
      </pc:sldChg>
      <pc:sldChg chg="addSp delSp modSp add mod">
        <pc:chgData name="Dragan Javorac" userId="913c2858-fb97-4c6e-a42c-b1f1a16b225e" providerId="ADAL" clId="{18CDEAA3-00B6-4F50-AC32-71437378CE84}" dt="2023-02-20T14:07:45.488" v="229" actId="14100"/>
        <pc:sldMkLst>
          <pc:docMk/>
          <pc:sldMk cId="681224265" sldId="296"/>
        </pc:sldMkLst>
      </pc:sldChg>
      <pc:sldChg chg="add">
        <pc:chgData name="Dragan Javorac" userId="913c2858-fb97-4c6e-a42c-b1f1a16b225e" providerId="ADAL" clId="{18CDEAA3-00B6-4F50-AC32-71437378CE84}" dt="2023-02-20T14:05:55.776" v="186" actId="2890"/>
        <pc:sldMkLst>
          <pc:docMk/>
          <pc:sldMk cId="2856739259" sldId="297"/>
        </pc:sldMkLst>
      </pc:sldChg>
      <pc:sldChg chg="del">
        <pc:chgData name="Dragan Javorac" userId="913c2858-fb97-4c6e-a42c-b1f1a16b225e" providerId="ADAL" clId="{18CDEAA3-00B6-4F50-AC32-71437378CE84}" dt="2023-02-13T14:25:04.398" v="18" actId="47"/>
        <pc:sldMkLst>
          <pc:docMk/>
          <pc:sldMk cId="3009797541" sldId="297"/>
        </pc:sldMkLst>
      </pc:sldChg>
      <pc:sldChg chg="addSp delSp modSp add mod">
        <pc:chgData name="Dragan Javorac" userId="913c2858-fb97-4c6e-a42c-b1f1a16b225e" providerId="ADAL" clId="{18CDEAA3-00B6-4F50-AC32-71437378CE84}" dt="2023-02-20T14:08:30.083" v="321" actId="1076"/>
        <pc:sldMkLst>
          <pc:docMk/>
          <pc:sldMk cId="2207700068" sldId="298"/>
        </pc:sldMkLst>
      </pc:sldChg>
      <pc:sldChg chg="addSp delSp modSp add mod">
        <pc:chgData name="Dragan Javorac" userId="913c2858-fb97-4c6e-a42c-b1f1a16b225e" providerId="ADAL" clId="{18CDEAA3-00B6-4F50-AC32-71437378CE84}" dt="2023-02-20T14:12:47.518" v="525" actId="20577"/>
        <pc:sldMkLst>
          <pc:docMk/>
          <pc:sldMk cId="1028399717" sldId="299"/>
        </pc:sldMkLst>
      </pc:sldChg>
      <pc:sldChg chg="addSp delSp modSp add mod">
        <pc:chgData name="Dragan Javorac" userId="913c2858-fb97-4c6e-a42c-b1f1a16b225e" providerId="ADAL" clId="{18CDEAA3-00B6-4F50-AC32-71437378CE84}" dt="2023-02-20T14:15:26.695" v="737" actId="732"/>
        <pc:sldMkLst>
          <pc:docMk/>
          <pc:sldMk cId="1427355962" sldId="300"/>
        </pc:sldMkLst>
      </pc:sldChg>
      <pc:sldChg chg="addSp delSp modSp add mod">
        <pc:chgData name="Dragan Javorac" userId="913c2858-fb97-4c6e-a42c-b1f1a16b225e" providerId="ADAL" clId="{18CDEAA3-00B6-4F50-AC32-71437378CE84}" dt="2023-02-20T14:37:05.832" v="809" actId="1076"/>
        <pc:sldMkLst>
          <pc:docMk/>
          <pc:sldMk cId="3719074409" sldId="301"/>
        </pc:sldMkLst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  <pc:docChgLst>
    <pc:chgData name="Dragan Javorac" userId="913c2858-fb97-4c6e-a42c-b1f1a16b225e" providerId="ADAL" clId="{BC00D9DF-F858-4149-8B7B-F211D448CEDA}"/>
    <pc:docChg chg="custSel delSld modSld">
      <pc:chgData name="Dragan Javorac" userId="913c2858-fb97-4c6e-a42c-b1f1a16b225e" providerId="ADAL" clId="{BC00D9DF-F858-4149-8B7B-F211D448CEDA}" dt="2025-09-25T07:50:21.259" v="25" actId="47"/>
      <pc:docMkLst>
        <pc:docMk/>
      </pc:docMkLst>
      <pc:sldChg chg="delSp modSp mod">
        <pc:chgData name="Dragan Javorac" userId="913c2858-fb97-4c6e-a42c-b1f1a16b225e" providerId="ADAL" clId="{BC00D9DF-F858-4149-8B7B-F211D448CEDA}" dt="2025-09-25T07:50:19.854" v="24" actId="478"/>
        <pc:sldMkLst>
          <pc:docMk/>
          <pc:sldMk cId="698492982" sldId="279"/>
        </pc:sldMkLst>
        <pc:spChg chg="del mod">
          <ac:chgData name="Dragan Javorac" userId="913c2858-fb97-4c6e-a42c-b1f1a16b225e" providerId="ADAL" clId="{BC00D9DF-F858-4149-8B7B-F211D448CEDA}" dt="2025-09-25T07:50:19.854" v="24" actId="478"/>
          <ac:spMkLst>
            <pc:docMk/>
            <pc:sldMk cId="698492982" sldId="279"/>
            <ac:spMk id="4" creationId="{8C4E84FB-8E3C-2FEE-37BC-1A941659F10D}"/>
          </ac:spMkLst>
        </pc:spChg>
        <pc:spChg chg="mod">
          <ac:chgData name="Dragan Javorac" userId="913c2858-fb97-4c6e-a42c-b1f1a16b225e" providerId="ADAL" clId="{BC00D9DF-F858-4149-8B7B-F211D448CEDA}" dt="2025-09-25T07:50:14.066" v="23" actId="27636"/>
          <ac:spMkLst>
            <pc:docMk/>
            <pc:sldMk cId="698492982" sldId="279"/>
            <ac:spMk id="8" creationId="{29D1AE08-4CFC-4D37-A07F-A71AE2EA570E}"/>
          </ac:spMkLst>
        </pc:spChg>
      </pc:sldChg>
      <pc:sldChg chg="modSp del mod">
        <pc:chgData name="Dragan Javorac" userId="913c2858-fb97-4c6e-a42c-b1f1a16b225e" providerId="ADAL" clId="{BC00D9DF-F858-4149-8B7B-F211D448CEDA}" dt="2025-09-25T07:50:21.259" v="25" actId="47"/>
        <pc:sldMkLst>
          <pc:docMk/>
          <pc:sldMk cId="383777509" sldId="302"/>
        </pc:sldMkLst>
        <pc:spChg chg="mod">
          <ac:chgData name="Dragan Javorac" userId="913c2858-fb97-4c6e-a42c-b1f1a16b225e" providerId="ADAL" clId="{BC00D9DF-F858-4149-8B7B-F211D448CEDA}" dt="2025-09-25T07:50:07.480" v="4" actId="21"/>
          <ac:spMkLst>
            <pc:docMk/>
            <pc:sldMk cId="383777509" sldId="302"/>
            <ac:spMk id="8" creationId="{29D1AE08-4CFC-4D37-A07F-A71AE2EA57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696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8919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4953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364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4815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5599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 value is een </a:t>
            </a:r>
            <a:r>
              <a:rPr lang="nl-NL" dirty="0" err="1"/>
              <a:t>variable</a:t>
            </a:r>
            <a:r>
              <a:rPr lang="nl-NL" dirty="0"/>
              <a:t> &amp; een function argument</a:t>
            </a:r>
          </a:p>
          <a:p>
            <a:endParaRPr lang="nl-NL" dirty="0"/>
          </a:p>
          <a:p>
            <a:r>
              <a:rPr lang="nl-NL" dirty="0"/>
              <a:t>Wordt gekopieerd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5687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cs1_opdrachten_md/blob/main/calc.MD" TargetMode="External"/><Relationship Id="rId2" Type="http://schemas.openxmlformats.org/officeDocument/2006/relationships/hyperlink" Target="https://github.com/progsen/M1Prog_cs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github.com/progsen/cs1_opdrachten_md/blob/main/extra/02_calc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>
                <a:solidFill>
                  <a:schemeClr val="bg1"/>
                </a:solidFill>
              </a:rPr>
              <a:t>Rekenen</a:t>
            </a: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BD57260-D6BA-6567-E300-1912C2019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3347-B42F-5527-E4D5-2B43036F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Vorige week: </a:t>
            </a:r>
            <a:r>
              <a:rPr lang="nl-NL" dirty="0" err="1">
                <a:solidFill>
                  <a:schemeClr val="bg1"/>
                </a:solidFill>
              </a:rPr>
              <a:t>variablen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A262-E4C6-7E1A-16AA-25877618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8060" y="1858617"/>
            <a:ext cx="4505739" cy="4318346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bewaren</a:t>
            </a:r>
          </a:p>
          <a:p>
            <a:r>
              <a:rPr lang="nl-NL" dirty="0">
                <a:solidFill>
                  <a:schemeClr val="bg1"/>
                </a:solidFill>
              </a:rPr>
              <a:t>Later of meteen een waarde</a:t>
            </a:r>
          </a:p>
          <a:p>
            <a:r>
              <a:rPr lang="nl-NL">
                <a:solidFill>
                  <a:schemeClr val="bg1"/>
                </a:solidFill>
              </a:rPr>
              <a:t>Later </a:t>
            </a:r>
            <a:r>
              <a:rPr lang="nl-NL" dirty="0">
                <a:solidFill>
                  <a:schemeClr val="bg1"/>
                </a:solidFill>
              </a:rPr>
              <a:t>a</a:t>
            </a:r>
            <a:r>
              <a:rPr lang="nl-NL">
                <a:solidFill>
                  <a:schemeClr val="bg1"/>
                </a:solidFill>
              </a:rPr>
              <a:t>anpassen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 err="1">
                <a:solidFill>
                  <a:schemeClr val="bg1"/>
                </a:solidFill>
              </a:rPr>
              <a:t>const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7C8C3-F28C-5196-B64A-934E634B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2" y="2046873"/>
            <a:ext cx="5516723" cy="1188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120AC3-F5DC-BBA4-1740-AD5886546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2" y="4017790"/>
            <a:ext cx="50101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0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Operators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Welke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reken</a:t>
            </a:r>
            <a:r>
              <a:rPr lang="en-US" dirty="0">
                <a:solidFill>
                  <a:schemeClr val="bg1"/>
                </a:solidFill>
              </a:rPr>
              <a:t> operators </a:t>
            </a:r>
            <a:r>
              <a:rPr lang="en-US" dirty="0" err="1">
                <a:solidFill>
                  <a:schemeClr val="bg1"/>
                </a:solidFill>
              </a:rPr>
              <a:t>hadden</a:t>
            </a:r>
            <a:r>
              <a:rPr lang="en-US" dirty="0">
                <a:solidFill>
                  <a:schemeClr val="bg1"/>
                </a:solidFill>
              </a:rPr>
              <a:t> we </a:t>
            </a:r>
            <a:r>
              <a:rPr lang="en-US" dirty="0" err="1">
                <a:solidFill>
                  <a:schemeClr val="bg1"/>
                </a:solidFill>
              </a:rPr>
              <a:t>ook</a:t>
            </a:r>
            <a:r>
              <a:rPr lang="en-US" dirty="0">
                <a:solidFill>
                  <a:schemeClr val="bg1"/>
                </a:solidFill>
              </a:rPr>
              <a:t> al </a:t>
            </a:r>
            <a:r>
              <a:rPr lang="en-US" dirty="0" err="1">
                <a:solidFill>
                  <a:schemeClr val="bg1"/>
                </a:solidFill>
              </a:rPr>
              <a:t>weer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3B092C1-1758-9F7C-74FD-C72113C91F1A}"/>
              </a:ext>
            </a:extLst>
          </p:cNvPr>
          <p:cNvSpPr/>
          <p:nvPr/>
        </p:nvSpPr>
        <p:spPr>
          <a:xfrm>
            <a:off x="2549278" y="874796"/>
            <a:ext cx="933856" cy="965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*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B9C0D9-E768-C756-B4F6-AFE0D8D1C0E5}"/>
              </a:ext>
            </a:extLst>
          </p:cNvPr>
          <p:cNvSpPr/>
          <p:nvPr/>
        </p:nvSpPr>
        <p:spPr>
          <a:xfrm>
            <a:off x="4586249" y="2463732"/>
            <a:ext cx="1079771" cy="965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1B62E6-8D6A-860C-A8C9-4734AA79AE5E}"/>
              </a:ext>
            </a:extLst>
          </p:cNvPr>
          <p:cNvSpPr/>
          <p:nvPr/>
        </p:nvSpPr>
        <p:spPr>
          <a:xfrm>
            <a:off x="3965769" y="4682331"/>
            <a:ext cx="1079771" cy="965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/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87A0B-7C94-C8F0-D5DA-50A9CDB7374B}"/>
              </a:ext>
            </a:extLst>
          </p:cNvPr>
          <p:cNvSpPr/>
          <p:nvPr/>
        </p:nvSpPr>
        <p:spPr>
          <a:xfrm>
            <a:off x="1080885" y="4682331"/>
            <a:ext cx="1079771" cy="965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5BC7EC-0938-9959-76F8-ABCB7ABA15DA}"/>
              </a:ext>
            </a:extLst>
          </p:cNvPr>
          <p:cNvSpPr/>
          <p:nvPr/>
        </p:nvSpPr>
        <p:spPr>
          <a:xfrm>
            <a:off x="475639" y="2463732"/>
            <a:ext cx="1079771" cy="965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91101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Vormen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Rekenen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op </a:t>
            </a:r>
            <a:r>
              <a:rPr lang="en-US" dirty="0" err="1">
                <a:solidFill>
                  <a:schemeClr val="bg1"/>
                </a:solidFill>
              </a:rPr>
              <a:t>veel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manieren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1AE641-6F8B-5C94-CE0A-9985C66A8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79" y="711199"/>
            <a:ext cx="5343016" cy="564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0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Volgorde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Volgorde</a:t>
            </a:r>
            <a:r>
              <a:rPr lang="en-US" dirty="0">
                <a:solidFill>
                  <a:schemeClr val="bg1"/>
                </a:solidFill>
              </a:rPr>
              <a:t> is </a:t>
            </a:r>
            <a:r>
              <a:rPr lang="en-US" dirty="0" err="1">
                <a:solidFill>
                  <a:schemeClr val="bg1"/>
                </a:solidFill>
              </a:rPr>
              <a:t>belangrijk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FA40F1-910D-C365-55D2-08C75DDF9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1" y="1907757"/>
            <a:ext cx="6137429" cy="3042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A1E56B-5A5A-E7BB-17D9-3C0784DBD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1" y="5446295"/>
            <a:ext cx="6130241" cy="111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Haakjes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Maak het </a:t>
            </a:r>
            <a:r>
              <a:rPr lang="en-US" dirty="0" err="1">
                <a:solidFill>
                  <a:schemeClr val="bg1"/>
                </a:solidFill>
              </a:rPr>
              <a:t>jezelf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makkelijk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gebruik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haakjes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Hiermee </a:t>
            </a:r>
            <a:r>
              <a:rPr lang="en-US" dirty="0" err="1">
                <a:solidFill>
                  <a:schemeClr val="bg1"/>
                </a:solidFill>
              </a:rPr>
              <a:t>zet</a:t>
            </a:r>
            <a:r>
              <a:rPr lang="en-US" dirty="0">
                <a:solidFill>
                  <a:schemeClr val="bg1"/>
                </a:solidFill>
              </a:rPr>
              <a:t> je de </a:t>
            </a:r>
            <a:r>
              <a:rPr lang="en-US" dirty="0" err="1">
                <a:solidFill>
                  <a:schemeClr val="bg1"/>
                </a:solidFill>
              </a:rPr>
              <a:t>volgorde</a:t>
            </a:r>
            <a:r>
              <a:rPr lang="en-US" dirty="0">
                <a:solidFill>
                  <a:schemeClr val="bg1"/>
                </a:solidFill>
              </a:rPr>
              <a:t> vast!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1FCCED-070C-DB42-5035-B7B99D68C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6" y="234071"/>
            <a:ext cx="6201320" cy="4545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D01A01-B7F5-929C-0060-44B254B6E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6" y="4885035"/>
            <a:ext cx="6140575" cy="197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00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Volgorde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Rekenen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op </a:t>
            </a:r>
            <a:r>
              <a:rPr lang="en-US" dirty="0" err="1">
                <a:solidFill>
                  <a:schemeClr val="bg1"/>
                </a:solidFill>
              </a:rPr>
              <a:t>veel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manieren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8FDD6-E924-49D9-CA53-43C612F5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92" y="1386387"/>
            <a:ext cx="6201320" cy="454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3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Rekenen met dingen..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Soms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wil</a:t>
            </a:r>
            <a:r>
              <a:rPr lang="en-US" dirty="0">
                <a:solidFill>
                  <a:schemeClr val="bg1"/>
                </a:solidFill>
              </a:rPr>
              <a:t> je classes of structs </a:t>
            </a:r>
            <a:r>
              <a:rPr lang="en-US" dirty="0" err="1">
                <a:solidFill>
                  <a:schemeClr val="bg1"/>
                </a:solidFill>
              </a:rPr>
              <a:t>bij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elkaar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kunnen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optellen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A3332-F25B-4257-0E86-062D4BC23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11" y="1359318"/>
            <a:ext cx="6120295" cy="1899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95DC80-19F9-4D5D-08BD-3F6FDBE30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0" y="4548981"/>
            <a:ext cx="5724962" cy="1370405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50C38E4F-E074-46A7-4262-083B3FFDFBD9}"/>
              </a:ext>
            </a:extLst>
          </p:cNvPr>
          <p:cNvSpPr/>
          <p:nvPr/>
        </p:nvSpPr>
        <p:spPr>
          <a:xfrm>
            <a:off x="574963" y="6032940"/>
            <a:ext cx="3734389" cy="770021"/>
          </a:xfrm>
          <a:prstGeom prst="wedgeRoundRectCallout">
            <a:avLst>
              <a:gd name="adj1" fmla="val -22616"/>
              <a:gd name="adj2" fmla="val -802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DateTime</a:t>
            </a:r>
            <a:r>
              <a:rPr lang="nl-NL" dirty="0"/>
              <a:t> – </a:t>
            </a:r>
            <a:r>
              <a:rPr lang="nl-NL" dirty="0" err="1"/>
              <a:t>DateTime</a:t>
            </a:r>
            <a:r>
              <a:rPr lang="nl-NL" dirty="0"/>
              <a:t> = Timespan?</a:t>
            </a:r>
          </a:p>
        </p:txBody>
      </p:sp>
    </p:spTree>
    <p:extLst>
      <p:ext uri="{BB962C8B-B14F-4D97-AF65-F5344CB8AC3E}">
        <p14:creationId xmlns:p14="http://schemas.microsoft.com/office/powerpoint/2010/main" val="102839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Hoe dan?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Operator overloading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Function ‘</a:t>
            </a:r>
            <a:r>
              <a:rPr lang="en-US" dirty="0" err="1">
                <a:solidFill>
                  <a:schemeClr val="bg1"/>
                </a:solidFill>
              </a:rPr>
              <a:t>achtig</a:t>
            </a:r>
            <a:r>
              <a:rPr lang="en-US" dirty="0">
                <a:solidFill>
                  <a:schemeClr val="bg1"/>
                </a:solidFill>
              </a:rPr>
              <a:t>’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Zelf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doen</a:t>
            </a:r>
            <a:r>
              <a:rPr lang="en-US" dirty="0">
                <a:solidFill>
                  <a:schemeClr val="bg1"/>
                </a:solidFill>
              </a:rPr>
              <a:t>? Kan!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Weet dan </a:t>
            </a:r>
            <a:r>
              <a:rPr lang="en-US" dirty="0" err="1">
                <a:solidFill>
                  <a:schemeClr val="bg1"/>
                </a:solidFill>
              </a:rPr>
              <a:t>wel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goed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</a:t>
            </a:r>
            <a:r>
              <a:rPr lang="en-US" dirty="0">
                <a:solidFill>
                  <a:schemeClr val="bg1"/>
                </a:solidFill>
              </a:rPr>
              <a:t> je mee </a:t>
            </a:r>
            <a:r>
              <a:rPr lang="en-US" dirty="0" err="1">
                <a:solidFill>
                  <a:schemeClr val="bg1"/>
                </a:solidFill>
              </a:rPr>
              <a:t>bezig</a:t>
            </a:r>
            <a:r>
              <a:rPr lang="en-US" dirty="0">
                <a:solidFill>
                  <a:schemeClr val="bg1"/>
                </a:solidFill>
              </a:rPr>
              <a:t> bent!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B39DA-9E3A-390E-ACD1-F8BD3FF58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64" t="-13132" r="564" b="13132"/>
          <a:stretch/>
        </p:blipFill>
        <p:spPr>
          <a:xfrm>
            <a:off x="90005" y="4995903"/>
            <a:ext cx="6120295" cy="721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FA6E7A-ADE4-D3D0-24E6-D5B4510C0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11" y="2001870"/>
            <a:ext cx="6177142" cy="34249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D6FF4C-8E8A-BF67-3E3C-51CCCA3DDA4C}"/>
              </a:ext>
            </a:extLst>
          </p:cNvPr>
          <p:cNvSpPr/>
          <p:nvPr/>
        </p:nvSpPr>
        <p:spPr>
          <a:xfrm>
            <a:off x="856034" y="3309385"/>
            <a:ext cx="4114800" cy="721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Weet dat het bestaat</a:t>
            </a:r>
          </a:p>
        </p:txBody>
      </p:sp>
    </p:spTree>
    <p:extLst>
      <p:ext uri="{BB962C8B-B14F-4D97-AF65-F5344CB8AC3E}">
        <p14:creationId xmlns:p14="http://schemas.microsoft.com/office/powerpoint/2010/main" val="142735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Rekenen</a:t>
            </a:r>
          </a:p>
          <a:p>
            <a:pPr lvl="1"/>
            <a:r>
              <a:rPr lang="nl-NL" dirty="0">
                <a:solidFill>
                  <a:schemeClr val="bg1"/>
                </a:solidFill>
                <a:hlinkClick r:id="rId2"/>
              </a:rPr>
              <a:t>https://github.com/progsen/M1Prog_cs1</a:t>
            </a:r>
            <a:endParaRPr lang="nl-NL" dirty="0">
              <a:solidFill>
                <a:schemeClr val="bg1"/>
              </a:solidFill>
            </a:endParaRPr>
          </a:p>
          <a:p>
            <a:pPr lvl="1"/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Klaar? Extra: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Een oefening met een belangrijke game berekening. </a:t>
            </a:r>
            <a:endParaRPr lang="nl-NL" dirty="0">
              <a:solidFill>
                <a:schemeClr val="bg1"/>
              </a:solidFill>
              <a:hlinkClick r:id="rId3"/>
            </a:endParaRPr>
          </a:p>
          <a:p>
            <a:endParaRPr lang="nl-NL" dirty="0">
              <a:solidFill>
                <a:schemeClr val="bg1"/>
              </a:solidFill>
              <a:hlinkClick r:id="rId3"/>
            </a:endParaRPr>
          </a:p>
          <a:p>
            <a:r>
              <a:rPr lang="nl-NL" dirty="0">
                <a:solidFill>
                  <a:schemeClr val="bg1"/>
                </a:solidFill>
                <a:hlinkClick r:id="rId4"/>
              </a:rPr>
              <a:t>https://github.com/progsen/cs1_opdrachten_md/blob/main/extra/02_calc.MD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B6A4F-BB08-40A3-BF82-E1E5EC393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018" y="1448971"/>
            <a:ext cx="4729027" cy="34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Een nieuw document maken." ma:contentTypeScope="" ma:versionID="3d0061fecda426af0c63257c117972de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a1c3229eba3970e43164a8226b8f4ea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29BF2C-6A79-4AA0-8BD6-9C1F3616C6B4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23f2e982-2831-4f7d-9473-a432dcec5614"/>
    <ds:schemaRef ds:uri="http://schemas.microsoft.com/office/2006/metadata/properties"/>
    <ds:schemaRef ds:uri="49d84152-0706-4d6e-be72-eb152f539130"/>
    <ds:schemaRef ds:uri="92411348-3950-478e-aa07-b25ef9e2ab6a"/>
  </ds:schemaRefs>
</ds:datastoreItem>
</file>

<file path=customXml/itemProps2.xml><?xml version="1.0" encoding="utf-8"?>
<ds:datastoreItem xmlns:ds="http://schemas.openxmlformats.org/officeDocument/2006/customXml" ds:itemID="{18C94AAE-CEE4-4519-B294-A490BDC73F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1528</TotalTime>
  <Words>246</Words>
  <Application>Microsoft Office PowerPoint</Application>
  <PresentationFormat>Widescreen</PresentationFormat>
  <Paragraphs>71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C#: Rekenen </vt:lpstr>
      <vt:lpstr>Vorige week: variablen</vt:lpstr>
      <vt:lpstr>Operators</vt:lpstr>
      <vt:lpstr>Vormen</vt:lpstr>
      <vt:lpstr>Volgorde</vt:lpstr>
      <vt:lpstr>Haakjes</vt:lpstr>
      <vt:lpstr>Volgorde</vt:lpstr>
      <vt:lpstr>Rekenen met dingen..</vt:lpstr>
      <vt:lpstr>Hoe dan?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29</cp:revision>
  <dcterms:created xsi:type="dcterms:W3CDTF">2021-12-21T06:53:17Z</dcterms:created>
  <dcterms:modified xsi:type="dcterms:W3CDTF">2025-09-25T07:50:21Z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