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72" r:id="rId6"/>
    <p:sldId id="302" r:id="rId7"/>
    <p:sldId id="275" r:id="rId8"/>
    <p:sldId id="291" r:id="rId9"/>
    <p:sldId id="303" r:id="rId10"/>
    <p:sldId id="292" r:id="rId11"/>
    <p:sldId id="293" r:id="rId12"/>
    <p:sldId id="297" r:id="rId13"/>
    <p:sldId id="299" r:id="rId14"/>
    <p:sldId id="304" r:id="rId15"/>
    <p:sldId id="279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78B38-C441-48DC-B1F4-BABAD028671F}" v="4" dt="2025-09-18T06:19:12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86" autoAdjust="0"/>
  </p:normalViewPr>
  <p:slideViewPr>
    <p:cSldViewPr snapToGrid="0">
      <p:cViewPr varScale="1">
        <p:scale>
          <a:sx n="46" d="100"/>
          <a:sy n="46" d="100"/>
        </p:scale>
        <p:origin x="36" y="11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0T08:33:29.304" v="324" actId="20577"/>
      <pc:docMkLst>
        <pc:docMk/>
      </pc:docMkLst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A0EBCC61-D47A-4171-A17D-DA5B674FB8F1}"/>
    <pc:docChg chg="undo custSel modSld">
      <pc:chgData name="Dragan Javorac" userId="913c2858-fb97-4c6e-a42c-b1f1a16b225e" providerId="ADAL" clId="{A0EBCC61-D47A-4171-A17D-DA5B674FB8F1}" dt="2023-02-23T09:48:59.264" v="69" actId="478"/>
      <pc:docMkLst>
        <pc:docMk/>
      </pc:docMkLst>
      <pc:sldChg chg="addSp delSp modSp mod">
        <pc:chgData name="Dragan Javorac" userId="913c2858-fb97-4c6e-a42c-b1f1a16b225e" providerId="ADAL" clId="{A0EBCC61-D47A-4171-A17D-DA5B674FB8F1}" dt="2023-02-23T09:48:59.264" v="69" actId="478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</pc:sldChg>
    </pc:docChg>
  </pc:docChgLst>
  <pc:docChgLst>
    <pc:chgData name="Dragan Javorac" userId="913c2858-fb97-4c6e-a42c-b1f1a16b225e" providerId="ADAL" clId="{81DA20FD-D8E4-4050-87CA-BB23C9A7289D}"/>
    <pc:docChg chg="addSld modSld">
      <pc:chgData name="Dragan Javorac" userId="913c2858-fb97-4c6e-a42c-b1f1a16b225e" providerId="ADAL" clId="{81DA20FD-D8E4-4050-87CA-BB23C9A7289D}" dt="2024-03-07T08:43:38.036" v="95"/>
      <pc:docMkLst>
        <pc:docMk/>
      </pc:docMkLst>
      <pc:sldChg chg="modSp mod">
        <pc:chgData name="Dragan Javorac" userId="913c2858-fb97-4c6e-a42c-b1f1a16b225e" providerId="ADAL" clId="{81DA20FD-D8E4-4050-87CA-BB23C9A7289D}" dt="2024-03-04T10:37:41.515" v="94" actId="20577"/>
        <pc:sldMkLst>
          <pc:docMk/>
          <pc:sldMk cId="71935414" sldId="289"/>
        </pc:sldMkLst>
      </pc:sldChg>
      <pc:sldChg chg="add">
        <pc:chgData name="Dragan Javorac" userId="913c2858-fb97-4c6e-a42c-b1f1a16b225e" providerId="ADAL" clId="{81DA20FD-D8E4-4050-87CA-BB23C9A7289D}" dt="2024-03-07T08:43:38.036" v="95"/>
        <pc:sldMkLst>
          <pc:docMk/>
          <pc:sldMk cId="2029484552" sldId="298"/>
        </pc:sldMkLst>
      </pc:sldChg>
      <pc:sldChg chg="add">
        <pc:chgData name="Dragan Javorac" userId="913c2858-fb97-4c6e-a42c-b1f1a16b225e" providerId="ADAL" clId="{81DA20FD-D8E4-4050-87CA-BB23C9A7289D}" dt="2024-03-07T08:43:38.036" v="95"/>
        <pc:sldMkLst>
          <pc:docMk/>
          <pc:sldMk cId="924120432" sldId="299"/>
        </pc:sldMkLst>
      </pc:sldChg>
      <pc:sldChg chg="add">
        <pc:chgData name="Dragan Javorac" userId="913c2858-fb97-4c6e-a42c-b1f1a16b225e" providerId="ADAL" clId="{81DA20FD-D8E4-4050-87CA-BB23C9A7289D}" dt="2024-03-07T08:43:38.036" v="95"/>
        <pc:sldMkLst>
          <pc:docMk/>
          <pc:sldMk cId="2349404184" sldId="300"/>
        </pc:sldMkLst>
      </pc:sldChg>
    </pc:docChg>
  </pc:docChgLst>
  <pc:docChgLst>
    <pc:chgData name="Dragan Javorac" userId="913c2858-fb97-4c6e-a42c-b1f1a16b225e" providerId="ADAL" clId="{1D57F075-24CA-41C7-8A9C-2D386D16786F}"/>
    <pc:docChg chg="undo custSel addSld delSld modSld">
      <pc:chgData name="Dragan Javorac" userId="913c2858-fb97-4c6e-a42c-b1f1a16b225e" providerId="ADAL" clId="{1D57F075-24CA-41C7-8A9C-2D386D16786F}" dt="2024-09-16T07:28:23.054" v="734" actId="47"/>
      <pc:docMkLst>
        <pc:docMk/>
      </pc:docMkLst>
      <pc:sldChg chg="modSp add del mod">
        <pc:chgData name="Dragan Javorac" userId="913c2858-fb97-4c6e-a42c-b1f1a16b225e" providerId="ADAL" clId="{1D57F075-24CA-41C7-8A9C-2D386D16786F}" dt="2024-09-16T06:33:59.575" v="439" actId="47"/>
        <pc:sldMkLst>
          <pc:docMk/>
          <pc:sldMk cId="1786342002" sldId="260"/>
        </pc:sldMkLst>
      </pc:sldChg>
      <pc:sldChg chg="addSp delSp modSp mod">
        <pc:chgData name="Dragan Javorac" userId="913c2858-fb97-4c6e-a42c-b1f1a16b225e" providerId="ADAL" clId="{1D57F075-24CA-41C7-8A9C-2D386D16786F}" dt="2024-09-16T06:28:50.600" v="346" actId="14100"/>
        <pc:sldMkLst>
          <pc:docMk/>
          <pc:sldMk cId="2663455734" sldId="272"/>
        </pc:sldMkLst>
      </pc:sldChg>
      <pc:sldChg chg="modSp add mod">
        <pc:chgData name="Dragan Javorac" userId="913c2858-fb97-4c6e-a42c-b1f1a16b225e" providerId="ADAL" clId="{1D57F075-24CA-41C7-8A9C-2D386D16786F}" dt="2024-09-16T06:34:55.972" v="502" actId="2057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1D57F075-24CA-41C7-8A9C-2D386D16786F}" dt="2024-09-16T06:31:44.956" v="420" actId="20577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1D57F075-24CA-41C7-8A9C-2D386D16786F}" dt="2024-09-16T06:29:31.983" v="347" actId="47"/>
        <pc:sldMkLst>
          <pc:docMk/>
          <pc:sldMk cId="71935414" sldId="289"/>
        </pc:sldMkLst>
      </pc:sldChg>
      <pc:sldChg chg="del">
        <pc:chgData name="Dragan Javorac" userId="913c2858-fb97-4c6e-a42c-b1f1a16b225e" providerId="ADAL" clId="{1D57F075-24CA-41C7-8A9C-2D386D16786F}" dt="2024-09-16T06:29:31.983" v="347" actId="47"/>
        <pc:sldMkLst>
          <pc:docMk/>
          <pc:sldMk cId="2780461342" sldId="290"/>
        </pc:sldMkLst>
      </pc:sldChg>
      <pc:sldChg chg="del">
        <pc:chgData name="Dragan Javorac" userId="913c2858-fb97-4c6e-a42c-b1f1a16b225e" providerId="ADAL" clId="{1D57F075-24CA-41C7-8A9C-2D386D16786F}" dt="2024-09-16T07:27:55.584" v="733" actId="47"/>
        <pc:sldMkLst>
          <pc:docMk/>
          <pc:sldMk cId="3911019876" sldId="294"/>
        </pc:sldMkLst>
      </pc:sldChg>
      <pc:sldChg chg="del">
        <pc:chgData name="Dragan Javorac" userId="913c2858-fb97-4c6e-a42c-b1f1a16b225e" providerId="ADAL" clId="{1D57F075-24CA-41C7-8A9C-2D386D16786F}" dt="2024-09-16T07:28:23.054" v="734" actId="47"/>
        <pc:sldMkLst>
          <pc:docMk/>
          <pc:sldMk cId="2029484552" sldId="298"/>
        </pc:sldMkLst>
      </pc:sldChg>
      <pc:sldChg chg="del">
        <pc:chgData name="Dragan Javorac" userId="913c2858-fb97-4c6e-a42c-b1f1a16b225e" providerId="ADAL" clId="{1D57F075-24CA-41C7-8A9C-2D386D16786F}" dt="2024-09-16T07:27:50.213" v="732" actId="47"/>
        <pc:sldMkLst>
          <pc:docMk/>
          <pc:sldMk cId="2349404184" sldId="300"/>
        </pc:sldMkLst>
      </pc:sldChg>
      <pc:sldChg chg="add del">
        <pc:chgData name="Dragan Javorac" userId="913c2858-fb97-4c6e-a42c-b1f1a16b225e" providerId="ADAL" clId="{1D57F075-24CA-41C7-8A9C-2D386D16786F}" dt="2024-09-16T06:25:48.682" v="6" actId="2696"/>
        <pc:sldMkLst>
          <pc:docMk/>
          <pc:sldMk cId="2282925980" sldId="301"/>
        </pc:sldMkLst>
      </pc:sldChg>
      <pc:sldChg chg="add">
        <pc:chgData name="Dragan Javorac" userId="913c2858-fb97-4c6e-a42c-b1f1a16b225e" providerId="ADAL" clId="{1D57F075-24CA-41C7-8A9C-2D386D16786F}" dt="2024-09-16T06:25:16.598" v="5" actId="2890"/>
        <pc:sldMkLst>
          <pc:docMk/>
          <pc:sldMk cId="3423901832" sldId="302"/>
        </pc:sldMkLst>
      </pc:sldChg>
      <pc:sldChg chg="addSp delSp modSp add mod">
        <pc:chgData name="Dragan Javorac" userId="913c2858-fb97-4c6e-a42c-b1f1a16b225e" providerId="ADAL" clId="{1D57F075-24CA-41C7-8A9C-2D386D16786F}" dt="2024-09-16T06:36:46.329" v="731" actId="14100"/>
        <pc:sldMkLst>
          <pc:docMk/>
          <pc:sldMk cId="945549062" sldId="303"/>
        </pc:sldMkLst>
      </pc:sldChg>
    </pc:docChg>
  </pc:docChgLst>
  <pc:docChgLst>
    <pc:chgData name="Dragan Javorac" userId="913c2858-fb97-4c6e-a42c-b1f1a16b225e" providerId="ADAL" clId="{5EB17B11-ECF6-4BDB-B0F7-1BADD7C7C79C}"/>
    <pc:docChg chg="undo custSel addSld delSld modSld sldOrd">
      <pc:chgData name="Dragan Javorac" userId="913c2858-fb97-4c6e-a42c-b1f1a16b225e" providerId="ADAL" clId="{5EB17B11-ECF6-4BDB-B0F7-1BADD7C7C79C}" dt="2023-02-23T09:22:40.713" v="1346" actId="20577"/>
      <pc:docMkLst>
        <pc:docMk/>
      </pc:docMkLst>
      <pc:sldChg chg="addSp delSp modSp mod">
        <pc:chgData name="Dragan Javorac" userId="913c2858-fb97-4c6e-a42c-b1f1a16b225e" providerId="ADAL" clId="{5EB17B11-ECF6-4BDB-B0F7-1BADD7C7C79C}" dt="2023-02-10T11:55:55.521" v="30" actId="20577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5EB17B11-ECF6-4BDB-B0F7-1BADD7C7C79C}" dt="2023-02-10T11:59:12.876" v="130" actId="47"/>
        <pc:sldMkLst>
          <pc:docMk/>
          <pc:sldMk cId="1786342002" sldId="260"/>
        </pc:sldMkLst>
      </pc:sldChg>
      <pc:sldChg chg="del">
        <pc:chgData name="Dragan Javorac" userId="913c2858-fb97-4c6e-a42c-b1f1a16b225e" providerId="ADAL" clId="{5EB17B11-ECF6-4BDB-B0F7-1BADD7C7C79C}" dt="2023-02-10T11:59:19.110" v="132" actId="47"/>
        <pc:sldMkLst>
          <pc:docMk/>
          <pc:sldMk cId="4175419852" sldId="263"/>
        </pc:sldMkLst>
      </pc:sldChg>
      <pc:sldChg chg="del">
        <pc:chgData name="Dragan Javorac" userId="913c2858-fb97-4c6e-a42c-b1f1a16b225e" providerId="ADAL" clId="{5EB17B11-ECF6-4BDB-B0F7-1BADD7C7C79C}" dt="2023-02-10T12:01:20.820" v="165" actId="4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5EB17B11-ECF6-4BDB-B0F7-1BADD7C7C79C}" dt="2023-02-10T11:56:01.450" v="32" actId="47"/>
        <pc:sldMkLst>
          <pc:docMk/>
          <pc:sldMk cId="4085815419" sldId="271"/>
        </pc:sldMkLst>
      </pc:sldChg>
      <pc:sldChg chg="addSp delSp modSp mod">
        <pc:chgData name="Dragan Javorac" userId="913c2858-fb97-4c6e-a42c-b1f1a16b225e" providerId="ADAL" clId="{5EB17B11-ECF6-4BDB-B0F7-1BADD7C7C79C}" dt="2023-02-10T11:59:03.031" v="128" actId="14100"/>
        <pc:sldMkLst>
          <pc:docMk/>
          <pc:sldMk cId="2663455734" sldId="272"/>
        </pc:sldMkLst>
      </pc:sldChg>
      <pc:sldChg chg="del">
        <pc:chgData name="Dragan Javorac" userId="913c2858-fb97-4c6e-a42c-b1f1a16b225e" providerId="ADAL" clId="{5EB17B11-ECF6-4BDB-B0F7-1BADD7C7C79C}" dt="2023-02-10T11:56:03.671" v="34" actId="47"/>
        <pc:sldMkLst>
          <pc:docMk/>
          <pc:sldMk cId="3094283307" sldId="274"/>
        </pc:sldMkLst>
      </pc:sldChg>
      <pc:sldChg chg="del">
        <pc:chgData name="Dragan Javorac" userId="913c2858-fb97-4c6e-a42c-b1f1a16b225e" providerId="ADAL" clId="{5EB17B11-ECF6-4BDB-B0F7-1BADD7C7C79C}" dt="2023-02-10T11:59:16.421" v="131" actId="4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5EB17B11-ECF6-4BDB-B0F7-1BADD7C7C79C}" dt="2023-02-10T12:33:24.009" v="585" actId="313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717095900" sldId="280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22342155" sldId="281"/>
        </pc:sldMkLst>
      </pc:sldChg>
      <pc:sldChg chg="del">
        <pc:chgData name="Dragan Javorac" userId="913c2858-fb97-4c6e-a42c-b1f1a16b225e" providerId="ADAL" clId="{5EB17B11-ECF6-4BDB-B0F7-1BADD7C7C79C}" dt="2023-02-10T11:56:02.740" v="33" actId="47"/>
        <pc:sldMkLst>
          <pc:docMk/>
          <pc:sldMk cId="917348279" sldId="282"/>
        </pc:sldMkLst>
      </pc:sldChg>
      <pc:sldChg chg="del">
        <pc:chgData name="Dragan Javorac" userId="913c2858-fb97-4c6e-a42c-b1f1a16b225e" providerId="ADAL" clId="{5EB17B11-ECF6-4BDB-B0F7-1BADD7C7C79C}" dt="2023-02-10T11:58:26.631" v="84" actId="47"/>
        <pc:sldMkLst>
          <pc:docMk/>
          <pc:sldMk cId="3918559090" sldId="286"/>
        </pc:sldMkLst>
      </pc:sldChg>
      <pc:sldChg chg="del">
        <pc:chgData name="Dragan Javorac" userId="913c2858-fb97-4c6e-a42c-b1f1a16b225e" providerId="ADAL" clId="{5EB17B11-ECF6-4BDB-B0F7-1BADD7C7C79C}" dt="2023-02-10T11:58:28.752" v="85" actId="47"/>
        <pc:sldMkLst>
          <pc:docMk/>
          <pc:sldMk cId="553292120" sldId="287"/>
        </pc:sldMkLst>
      </pc:sldChg>
      <pc:sldChg chg="add del">
        <pc:chgData name="Dragan Javorac" userId="913c2858-fb97-4c6e-a42c-b1f1a16b225e" providerId="ADAL" clId="{5EB17B11-ECF6-4BDB-B0F7-1BADD7C7C79C}" dt="2023-02-10T11:59:09.500" v="129" actId="47"/>
        <pc:sldMkLst>
          <pc:docMk/>
          <pc:sldMk cId="221967776" sldId="288"/>
        </pc:sldMkLst>
      </pc:sldChg>
      <pc:sldChg chg="modSp mod">
        <pc:chgData name="Dragan Javorac" userId="913c2858-fb97-4c6e-a42c-b1f1a16b225e" providerId="ADAL" clId="{5EB17B11-ECF6-4BDB-B0F7-1BADD7C7C79C}" dt="2023-02-23T09:22:31.291" v="1343" actId="403"/>
        <pc:sldMkLst>
          <pc:docMk/>
          <pc:sldMk cId="71935414" sldId="289"/>
        </pc:sldMkLst>
      </pc:sldChg>
      <pc:sldChg chg="addSp modSp add del mod">
        <pc:chgData name="Dragan Javorac" userId="913c2858-fb97-4c6e-a42c-b1f1a16b225e" providerId="ADAL" clId="{5EB17B11-ECF6-4BDB-B0F7-1BADD7C7C79C}" dt="2023-02-23T09:22:40.713" v="1346" actId="20577"/>
        <pc:sldMkLst>
          <pc:docMk/>
          <pc:sldMk cId="2780461342" sldId="290"/>
        </pc:sldMkLst>
      </pc:sldChg>
      <pc:sldChg chg="addSp delSp modSp add mod">
        <pc:chgData name="Dragan Javorac" userId="913c2858-fb97-4c6e-a42c-b1f1a16b225e" providerId="ADAL" clId="{5EB17B11-ECF6-4BDB-B0F7-1BADD7C7C79C}" dt="2023-02-10T12:19:15.879" v="266" actId="20577"/>
        <pc:sldMkLst>
          <pc:docMk/>
          <pc:sldMk cId="2792180233" sldId="291"/>
        </pc:sldMkLst>
      </pc:sldChg>
      <pc:sldChg chg="addSp delSp modSp add mod">
        <pc:chgData name="Dragan Javorac" userId="913c2858-fb97-4c6e-a42c-b1f1a16b225e" providerId="ADAL" clId="{5EB17B11-ECF6-4BDB-B0F7-1BADD7C7C79C}" dt="2023-02-10T12:24:39.425" v="355" actId="1076"/>
        <pc:sldMkLst>
          <pc:docMk/>
          <pc:sldMk cId="3255955701" sldId="292"/>
        </pc:sldMkLst>
      </pc:sldChg>
      <pc:sldChg chg="addSp delSp modSp add mod">
        <pc:chgData name="Dragan Javorac" userId="913c2858-fb97-4c6e-a42c-b1f1a16b225e" providerId="ADAL" clId="{5EB17B11-ECF6-4BDB-B0F7-1BADD7C7C79C}" dt="2023-02-10T12:33:07.588" v="584" actId="790"/>
        <pc:sldMkLst>
          <pc:docMk/>
          <pc:sldMk cId="3488254828" sldId="293"/>
        </pc:sldMkLst>
      </pc:sldChg>
      <pc:sldChg chg="addSp delSp modSp add mod modNotesTx">
        <pc:chgData name="Dragan Javorac" userId="913c2858-fb97-4c6e-a42c-b1f1a16b225e" providerId="ADAL" clId="{5EB17B11-ECF6-4BDB-B0F7-1BADD7C7C79C}" dt="2023-02-10T14:04:02.070" v="966" actId="20577"/>
        <pc:sldMkLst>
          <pc:docMk/>
          <pc:sldMk cId="3911019876" sldId="294"/>
        </pc:sldMkLst>
      </pc:sldChg>
      <pc:sldChg chg="delSp modSp add del mod">
        <pc:chgData name="Dragan Javorac" userId="913c2858-fb97-4c6e-a42c-b1f1a16b225e" providerId="ADAL" clId="{5EB17B11-ECF6-4BDB-B0F7-1BADD7C7C79C}" dt="2023-02-10T14:03:10.005" v="874" actId="47"/>
        <pc:sldMkLst>
          <pc:docMk/>
          <pc:sldMk cId="3001409730" sldId="295"/>
        </pc:sldMkLst>
      </pc:sldChg>
      <pc:sldChg chg="addSp modSp add del mod ord">
        <pc:chgData name="Dragan Javorac" userId="913c2858-fb97-4c6e-a42c-b1f1a16b225e" providerId="ADAL" clId="{5EB17B11-ECF6-4BDB-B0F7-1BADD7C7C79C}" dt="2023-02-10T14:03:32.960" v="881" actId="47"/>
        <pc:sldMkLst>
          <pc:docMk/>
          <pc:sldMk cId="700047610" sldId="296"/>
        </pc:sldMkLst>
      </pc:sldChg>
      <pc:sldChg chg="addSp delSp modSp add mod">
        <pc:chgData name="Dragan Javorac" userId="913c2858-fb97-4c6e-a42c-b1f1a16b225e" providerId="ADAL" clId="{5EB17B11-ECF6-4BDB-B0F7-1BADD7C7C79C}" dt="2023-02-10T14:03:23.266" v="880" actId="1076"/>
        <pc:sldMkLst>
          <pc:docMk/>
          <pc:sldMk cId="3009797541" sldId="297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8.237" v="1332" actId="47"/>
        <pc:sldMkLst>
          <pc:docMk/>
          <pc:sldMk cId="2271208691" sldId="298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9.355" v="1333" actId="47"/>
        <pc:sldMkLst>
          <pc:docMk/>
          <pc:sldMk cId="3472728903" sldId="299"/>
        </pc:sldMkLst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  <pc:docChgLst>
    <pc:chgData name="Dragan Javorac" userId="913c2858-fb97-4c6e-a42c-b1f1a16b225e" providerId="ADAL" clId="{BC00D9DF-F858-4149-8B7B-F211D448CEDA}"/>
    <pc:docChg chg="custSel addSld modSld">
      <pc:chgData name="Dragan Javorac" userId="913c2858-fb97-4c6e-a42c-b1f1a16b225e" providerId="ADAL" clId="{BC00D9DF-F858-4149-8B7B-F211D448CEDA}" dt="2025-09-25T07:19:55.863" v="166" actId="14"/>
      <pc:docMkLst>
        <pc:docMk/>
      </pc:docMkLst>
      <pc:sldChg chg="modSp mod">
        <pc:chgData name="Dragan Javorac" userId="913c2858-fb97-4c6e-a42c-b1f1a16b225e" providerId="ADAL" clId="{BC00D9DF-F858-4149-8B7B-F211D448CEDA}" dt="2025-09-25T07:17:27.096" v="139" actId="20577"/>
        <pc:sldMkLst>
          <pc:docMk/>
          <pc:sldMk cId="1190764141" sldId="256"/>
        </pc:sldMkLst>
        <pc:spChg chg="mod">
          <ac:chgData name="Dragan Javorac" userId="913c2858-fb97-4c6e-a42c-b1f1a16b225e" providerId="ADAL" clId="{BC00D9DF-F858-4149-8B7B-F211D448CEDA}" dt="2025-09-25T07:17:27.096" v="139" actId="20577"/>
          <ac:spMkLst>
            <pc:docMk/>
            <pc:sldMk cId="1190764141" sldId="256"/>
            <ac:spMk id="2" creationId="{BF6A0D3E-CB9B-4182-95CD-8F3C11B52915}"/>
          </ac:spMkLst>
        </pc:spChg>
      </pc:sldChg>
      <pc:sldChg chg="addSp delSp modSp mod">
        <pc:chgData name="Dragan Javorac" userId="913c2858-fb97-4c6e-a42c-b1f1a16b225e" providerId="ADAL" clId="{BC00D9DF-F858-4149-8B7B-F211D448CEDA}" dt="2025-09-25T07:19:55.863" v="166" actId="14"/>
        <pc:sldMkLst>
          <pc:docMk/>
          <pc:sldMk cId="698492982" sldId="279"/>
        </pc:sldMkLst>
        <pc:spChg chg="mod">
          <ac:chgData name="Dragan Javorac" userId="913c2858-fb97-4c6e-a42c-b1f1a16b225e" providerId="ADAL" clId="{BC00D9DF-F858-4149-8B7B-F211D448CEDA}" dt="2025-09-25T07:19:55.863" v="166" actId="14"/>
          <ac:spMkLst>
            <pc:docMk/>
            <pc:sldMk cId="698492982" sldId="279"/>
            <ac:spMk id="8" creationId="{29D1AE08-4CFC-4D37-A07F-A71AE2EA570E}"/>
          </ac:spMkLst>
        </pc:spChg>
        <pc:picChg chg="add mod">
          <ac:chgData name="Dragan Javorac" userId="913c2858-fb97-4c6e-a42c-b1f1a16b225e" providerId="ADAL" clId="{BC00D9DF-F858-4149-8B7B-F211D448CEDA}" dt="2025-09-25T07:19:46.077" v="149" actId="14100"/>
          <ac:picMkLst>
            <pc:docMk/>
            <pc:sldMk cId="698492982" sldId="279"/>
            <ac:picMk id="4" creationId="{FEE254C3-38A2-F0FA-0651-6EA43B473730}"/>
          </ac:picMkLst>
        </pc:picChg>
        <pc:picChg chg="add del mod">
          <ac:chgData name="Dragan Javorac" userId="913c2858-fb97-4c6e-a42c-b1f1a16b225e" providerId="ADAL" clId="{BC00D9DF-F858-4149-8B7B-F211D448CEDA}" dt="2025-09-25T07:19:41.174" v="145" actId="478"/>
          <ac:picMkLst>
            <pc:docMk/>
            <pc:sldMk cId="698492982" sldId="279"/>
            <ac:picMk id="5" creationId="{52FFEA3C-C89A-30B6-3346-DB028B89B4B2}"/>
          </ac:picMkLst>
        </pc:picChg>
      </pc:sldChg>
      <pc:sldChg chg="modSp new mod">
        <pc:chgData name="Dragan Javorac" userId="913c2858-fb97-4c6e-a42c-b1f1a16b225e" providerId="ADAL" clId="{BC00D9DF-F858-4149-8B7B-F211D448CEDA}" dt="2025-09-25T07:19:38.081" v="143" actId="20577"/>
        <pc:sldMkLst>
          <pc:docMk/>
          <pc:sldMk cId="245497828" sldId="304"/>
        </pc:sldMkLst>
        <pc:spChg chg="mod">
          <ac:chgData name="Dragan Javorac" userId="913c2858-fb97-4c6e-a42c-b1f1a16b225e" providerId="ADAL" clId="{BC00D9DF-F858-4149-8B7B-F211D448CEDA}" dt="2025-09-25T07:19:38.081" v="143" actId="20577"/>
          <ac:spMkLst>
            <pc:docMk/>
            <pc:sldMk cId="245497828" sldId="304"/>
            <ac:spMk id="2" creationId="{4516BFF9-C1DE-6326-1604-062F96D01331}"/>
          </ac:spMkLst>
        </pc:spChg>
        <pc:spChg chg="mod">
          <ac:chgData name="Dragan Javorac" userId="913c2858-fb97-4c6e-a42c-b1f1a16b225e" providerId="ADAL" clId="{BC00D9DF-F858-4149-8B7B-F211D448CEDA}" dt="2025-09-25T07:19:36.715" v="140" actId="20577"/>
          <ac:spMkLst>
            <pc:docMk/>
            <pc:sldMk cId="245497828" sldId="304"/>
            <ac:spMk id="3" creationId="{262394F7-A9BD-E01A-4F77-5BEA4DA372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998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25-9-2025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progsen/M1Prog_cs1/tree/main/02_va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>
                <a:solidFill>
                  <a:schemeClr val="bg1"/>
                </a:solidFill>
              </a:rPr>
              <a:t>Variables</a:t>
            </a: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Onthouden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Denk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bijvoorbeeld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whatsapp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Deze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berichten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onthouden</a:t>
            </a:r>
            <a:endParaRPr lang="en-US" dirty="0">
              <a:solidFill>
                <a:schemeClr val="bg1"/>
              </a:solidFill>
            </a:endParaRPr>
          </a:p>
          <a:p>
            <a:pPr lvl="2"/>
            <a:r>
              <a:rPr lang="en-US" dirty="0">
                <a:solidFill>
                  <a:schemeClr val="bg1"/>
                </a:solidFill>
              </a:rPr>
              <a:t>Elk </a:t>
            </a:r>
            <a:r>
              <a:rPr lang="en-US" dirty="0" err="1">
                <a:solidFill>
                  <a:schemeClr val="bg1"/>
                </a:solidFill>
              </a:rPr>
              <a:t>bericht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heeft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Van </a:t>
            </a:r>
            <a:r>
              <a:rPr lang="en-US" dirty="0" err="1">
                <a:solidFill>
                  <a:schemeClr val="bg1"/>
                </a:solidFill>
              </a:rPr>
              <a:t>wie</a:t>
            </a:r>
            <a:r>
              <a:rPr lang="en-US" dirty="0">
                <a:solidFill>
                  <a:schemeClr val="bg1"/>
                </a:solidFill>
              </a:rPr>
              <a:t> het </a:t>
            </a:r>
            <a:r>
              <a:rPr lang="en-US" dirty="0" err="1">
                <a:solidFill>
                  <a:schemeClr val="bg1"/>
                </a:solidFill>
              </a:rPr>
              <a:t>kwam</a:t>
            </a:r>
            <a:endParaRPr lang="en-US" dirty="0">
              <a:solidFill>
                <a:schemeClr val="bg1"/>
              </a:solidFill>
            </a:endParaRPr>
          </a:p>
          <a:p>
            <a:pPr lvl="3"/>
            <a:r>
              <a:rPr lang="en-US" dirty="0" err="1">
                <a:solidFill>
                  <a:schemeClr val="bg1"/>
                </a:solidFill>
              </a:rPr>
              <a:t>Wanneer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Het </a:t>
            </a:r>
            <a:r>
              <a:rPr lang="en-US" dirty="0" err="1">
                <a:solidFill>
                  <a:schemeClr val="bg1"/>
                </a:solidFill>
              </a:rPr>
              <a:t>bericht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zelf</a:t>
            </a:r>
            <a:endParaRPr lang="en-US" dirty="0">
              <a:solidFill>
                <a:schemeClr val="bg1"/>
              </a:solidFill>
            </a:endParaRP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3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AC46D19-8B13-EF3B-DCC5-5743743953FD}"/>
              </a:ext>
            </a:extLst>
          </p:cNvPr>
          <p:cNvSpPr txBox="1">
            <a:spLocks/>
          </p:cNvSpPr>
          <p:nvPr/>
        </p:nvSpPr>
        <p:spPr>
          <a:xfrm>
            <a:off x="380031" y="716913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Permanent op de </a:t>
            </a:r>
            <a:r>
              <a:rPr lang="en-US" dirty="0" err="1">
                <a:solidFill>
                  <a:schemeClr val="bg1"/>
                </a:solidFill>
              </a:rPr>
              <a:t>hardeschijf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269C7D-2D22-38F4-E7FB-E203F16BB15D}"/>
              </a:ext>
            </a:extLst>
          </p:cNvPr>
          <p:cNvSpPr txBox="1">
            <a:spLocks/>
          </p:cNvSpPr>
          <p:nvPr/>
        </p:nvSpPr>
        <p:spPr>
          <a:xfrm>
            <a:off x="380030" y="4060528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Terwijl</a:t>
            </a:r>
            <a:r>
              <a:rPr lang="en-US" dirty="0">
                <a:solidFill>
                  <a:schemeClr val="bg1"/>
                </a:solidFill>
              </a:rPr>
              <a:t> het </a:t>
            </a:r>
            <a:r>
              <a:rPr lang="en-US" dirty="0" err="1">
                <a:solidFill>
                  <a:schemeClr val="bg1"/>
                </a:solidFill>
              </a:rPr>
              <a:t>programma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actief</a:t>
            </a:r>
            <a:r>
              <a:rPr lang="en-US" dirty="0">
                <a:solidFill>
                  <a:schemeClr val="bg1"/>
                </a:solidFill>
              </a:rPr>
              <a:t> is</a:t>
            </a:r>
          </a:p>
        </p:txBody>
      </p:sp>
      <p:pic>
        <p:nvPicPr>
          <p:cNvPr id="5" name="Picture 4" descr="A group of green electronic components&#10;&#10;Description automatically generated">
            <a:extLst>
              <a:ext uri="{FF2B5EF4-FFF2-40B4-BE49-F238E27FC236}">
                <a16:creationId xmlns:a16="http://schemas.microsoft.com/office/drawing/2014/main" id="{AF9BCCAC-25F8-D8F7-CB99-6E9133261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00" y="4598231"/>
            <a:ext cx="3062432" cy="2040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1CBA0-B6B7-1666-C538-4F58D0891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00" y="1077048"/>
            <a:ext cx="2660444" cy="2636952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3AD43F6-9A6E-6E57-7D64-24C3E1E45CFF}"/>
              </a:ext>
            </a:extLst>
          </p:cNvPr>
          <p:cNvSpPr/>
          <p:nvPr/>
        </p:nvSpPr>
        <p:spPr>
          <a:xfrm>
            <a:off x="4072816" y="4194314"/>
            <a:ext cx="2267110" cy="1341782"/>
          </a:xfrm>
          <a:prstGeom prst="wedgeRoundRectCallout">
            <a:avLst>
              <a:gd name="adj1" fmla="val -65645"/>
              <a:gd name="adj2" fmla="val 8143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Vandaag gaat het over deze:</a:t>
            </a:r>
          </a:p>
          <a:p>
            <a:pPr algn="ctr"/>
            <a:r>
              <a:rPr lang="nl-NL" dirty="0"/>
              <a:t>Variabelen in het geheugen</a:t>
            </a:r>
          </a:p>
        </p:txBody>
      </p:sp>
    </p:spTree>
    <p:extLst>
      <p:ext uri="{BB962C8B-B14F-4D97-AF65-F5344CB8AC3E}">
        <p14:creationId xmlns:p14="http://schemas.microsoft.com/office/powerpoint/2010/main" val="266345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 err="1">
                <a:solidFill>
                  <a:schemeClr val="bg1"/>
                </a:solidFill>
              </a:rPr>
              <a:t>Variable</a:t>
            </a:r>
            <a:r>
              <a:rPr lang="nl-NL" noProof="0" dirty="0">
                <a:solidFill>
                  <a:schemeClr val="bg1"/>
                </a:solidFill>
              </a:rPr>
              <a:t> in c#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Anders dan in </a:t>
            </a:r>
            <a:r>
              <a:rPr lang="en-US" dirty="0" err="1">
                <a:solidFill>
                  <a:schemeClr val="bg1"/>
                </a:solidFill>
              </a:rPr>
              <a:t>javascript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heeft</a:t>
            </a:r>
            <a:r>
              <a:rPr lang="en-US" dirty="0">
                <a:solidFill>
                  <a:schemeClr val="bg1"/>
                </a:solidFill>
              </a:rPr>
              <a:t> het type </a:t>
            </a:r>
            <a:r>
              <a:rPr lang="en-US" dirty="0" err="1">
                <a:solidFill>
                  <a:schemeClr val="bg1"/>
                </a:solidFill>
              </a:rPr>
              <a:t>uitgeschreven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Noemen</a:t>
            </a:r>
            <a:r>
              <a:rPr lang="en-US" dirty="0">
                <a:solidFill>
                  <a:schemeClr val="bg1"/>
                </a:solidFill>
              </a:rPr>
              <a:t> we type safe</a:t>
            </a:r>
          </a:p>
          <a:p>
            <a:r>
              <a:rPr lang="nl-NL" dirty="0">
                <a:solidFill>
                  <a:schemeClr val="bg1"/>
                </a:solidFill>
              </a:rPr>
              <a:t>Hoort bij de </a:t>
            </a:r>
            <a:r>
              <a:rPr lang="nl-NL" dirty="0" err="1">
                <a:solidFill>
                  <a:schemeClr val="bg1"/>
                </a:solidFill>
              </a:rPr>
              <a:t>strongly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typed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language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330651-1A49-B2C9-6309-3D1BC3D00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78" y="4592601"/>
            <a:ext cx="5516723" cy="1188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3F70C-42C0-CC78-B9DC-D7943AE81A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637"/>
          <a:stretch/>
        </p:blipFill>
        <p:spPr>
          <a:xfrm>
            <a:off x="380031" y="1123963"/>
            <a:ext cx="5516723" cy="43133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AC46D19-8B13-EF3B-DCC5-5743743953FD}"/>
              </a:ext>
            </a:extLst>
          </p:cNvPr>
          <p:cNvSpPr txBox="1">
            <a:spLocks/>
          </p:cNvSpPr>
          <p:nvPr/>
        </p:nvSpPr>
        <p:spPr>
          <a:xfrm>
            <a:off x="380031" y="716913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javascript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269C7D-2D22-38F4-E7FB-E203F16BB15D}"/>
              </a:ext>
            </a:extLst>
          </p:cNvPr>
          <p:cNvSpPr txBox="1">
            <a:spLocks/>
          </p:cNvSpPr>
          <p:nvPr/>
        </p:nvSpPr>
        <p:spPr>
          <a:xfrm>
            <a:off x="380030" y="4060528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AE076B-07E6-C1A5-4CCB-B6EC1750C492}"/>
              </a:ext>
            </a:extLst>
          </p:cNvPr>
          <p:cNvSpPr/>
          <p:nvPr/>
        </p:nvSpPr>
        <p:spPr>
          <a:xfrm>
            <a:off x="3638391" y="3478972"/>
            <a:ext cx="2267110" cy="704623"/>
          </a:xfrm>
          <a:prstGeom prst="wedgeRoundRectCallout">
            <a:avLst>
              <a:gd name="adj1" fmla="val -152887"/>
              <a:gd name="adj2" fmla="val 155616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String is het type van </a:t>
            </a:r>
            <a:r>
              <a:rPr lang="nl-NL" dirty="0" err="1"/>
              <a:t>printThis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390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dirty="0">
                <a:solidFill>
                  <a:schemeClr val="bg1"/>
                </a:solidFill>
              </a:rPr>
              <a:t>Type beschermt je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63EC8-AA24-FF9C-1FBB-0D262260BEC4}"/>
              </a:ext>
            </a:extLst>
          </p:cNvPr>
          <p:cNvSpPr txBox="1"/>
          <p:nvPr/>
        </p:nvSpPr>
        <p:spPr>
          <a:xfrm>
            <a:off x="419501" y="1604796"/>
            <a:ext cx="55886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In python en javascript kan je een string doorgeven aan een iets wat een int nodig heeft</a:t>
            </a: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	</a:t>
            </a:r>
            <a:r>
              <a:rPr lang="nl-NL" dirty="0">
                <a:solidFill>
                  <a:srgbClr val="FF0000"/>
                </a:solidFill>
              </a:rPr>
              <a:t>Daarna </a:t>
            </a:r>
            <a:r>
              <a:rPr lang="nl-NL" dirty="0" err="1">
                <a:solidFill>
                  <a:srgbClr val="FF0000"/>
                </a:solidFill>
              </a:rPr>
              <a:t>crashed</a:t>
            </a:r>
            <a:r>
              <a:rPr lang="nl-NL" dirty="0">
                <a:solidFill>
                  <a:srgbClr val="FF0000"/>
                </a:solidFill>
              </a:rPr>
              <a:t> het programma!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Met een strongly typed language kan dat niet :)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Minder fouten!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FEF84-A095-DEF7-D807-CE156E217701}"/>
              </a:ext>
            </a:extLst>
          </p:cNvPr>
          <p:cNvSpPr txBox="1"/>
          <p:nvPr/>
        </p:nvSpPr>
        <p:spPr>
          <a:xfrm>
            <a:off x="6520498" y="1604797"/>
            <a:ext cx="55810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3200" dirty="0">
                <a:solidFill>
                  <a:schemeClr val="bg1"/>
                </a:solidFill>
              </a:rPr>
              <a:t>Als we een object hebben kunnen we vragen welk type dat object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3200" dirty="0">
                <a:solidFill>
                  <a:schemeClr val="bg1"/>
                </a:solidFill>
              </a:rPr>
              <a:t>En aan dat type kan je informatie vragen over dat type</a:t>
            </a:r>
          </a:p>
        </p:txBody>
      </p:sp>
    </p:spTree>
    <p:extLst>
      <p:ext uri="{BB962C8B-B14F-4D97-AF65-F5344CB8AC3E}">
        <p14:creationId xmlns:p14="http://schemas.microsoft.com/office/powerpoint/2010/main" val="3862747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Waardes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Je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variable </a:t>
            </a:r>
            <a:r>
              <a:rPr lang="en-US" dirty="0" err="1">
                <a:solidFill>
                  <a:schemeClr val="bg1"/>
                </a:solidFill>
              </a:rPr>
              <a:t>meteen</a:t>
            </a:r>
            <a:r>
              <a:rPr lang="en-US" dirty="0">
                <a:solidFill>
                  <a:schemeClr val="bg1"/>
                </a:solidFill>
              </a:rPr>
              <a:t> of later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geven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B5C0A8-7041-1719-1416-F3E15CFD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397425"/>
            <a:ext cx="5516723" cy="118835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500A6E9-F9F5-15AB-E7EF-4F77DEDAB49D}"/>
              </a:ext>
            </a:extLst>
          </p:cNvPr>
          <p:cNvSpPr txBox="1">
            <a:spLocks/>
          </p:cNvSpPr>
          <p:nvPr/>
        </p:nvSpPr>
        <p:spPr>
          <a:xfrm>
            <a:off x="303050" y="725393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C# </a:t>
            </a:r>
            <a:r>
              <a:rPr lang="en-US" dirty="0" err="1">
                <a:solidFill>
                  <a:schemeClr val="bg1"/>
                </a:solidFill>
              </a:rPr>
              <a:t>meteen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waarde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F1A7F-266C-C20B-C3A5-F7B90E5B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4211120"/>
            <a:ext cx="5010150" cy="1524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3F95EC8-4F41-FDD1-A836-628ADD0514D7}"/>
              </a:ext>
            </a:extLst>
          </p:cNvPr>
          <p:cNvSpPr txBox="1">
            <a:spLocks/>
          </p:cNvSpPr>
          <p:nvPr/>
        </p:nvSpPr>
        <p:spPr>
          <a:xfrm>
            <a:off x="303050" y="3802019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C# later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waarde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18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Mensen voorbeeld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Vragen</a:t>
            </a:r>
            <a:r>
              <a:rPr lang="en-US" dirty="0">
                <a:solidFill>
                  <a:schemeClr val="bg1"/>
                </a:solidFill>
              </a:rPr>
              <a:t> om </a:t>
            </a:r>
            <a:r>
              <a:rPr lang="en-US" dirty="0" err="1">
                <a:solidFill>
                  <a:schemeClr val="bg1"/>
                </a:solidFill>
              </a:rPr>
              <a:t>iets</a:t>
            </a:r>
            <a:r>
              <a:rPr lang="en-US" dirty="0">
                <a:solidFill>
                  <a:schemeClr val="bg1"/>
                </a:solidFill>
              </a:rPr>
              <a:t> te </a:t>
            </a:r>
            <a:r>
              <a:rPr lang="en-US" dirty="0" err="1">
                <a:solidFill>
                  <a:schemeClr val="bg1"/>
                </a:solidFill>
              </a:rPr>
              <a:t>onthouden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00A6E9-F9F5-15AB-E7EF-4F77DEDAB49D}"/>
              </a:ext>
            </a:extLst>
          </p:cNvPr>
          <p:cNvSpPr txBox="1">
            <a:spLocks/>
          </p:cNvSpPr>
          <p:nvPr/>
        </p:nvSpPr>
        <p:spPr>
          <a:xfrm>
            <a:off x="303050" y="725393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C# </a:t>
            </a:r>
            <a:r>
              <a:rPr lang="en-US" dirty="0" err="1">
                <a:solidFill>
                  <a:schemeClr val="bg1"/>
                </a:solidFill>
              </a:rPr>
              <a:t>meteen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F95EC8-4F41-FDD1-A836-628ADD0514D7}"/>
              </a:ext>
            </a:extLst>
          </p:cNvPr>
          <p:cNvSpPr txBox="1">
            <a:spLocks/>
          </p:cNvSpPr>
          <p:nvPr/>
        </p:nvSpPr>
        <p:spPr>
          <a:xfrm>
            <a:off x="303050" y="3802019"/>
            <a:ext cx="3677523" cy="418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C# later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69A52E4-85A6-F77C-7E6A-FA3ED5531639}"/>
              </a:ext>
            </a:extLst>
          </p:cNvPr>
          <p:cNvSpPr/>
          <p:nvPr/>
        </p:nvSpPr>
        <p:spPr>
          <a:xfrm>
            <a:off x="556202" y="1979209"/>
            <a:ext cx="3171217" cy="739302"/>
          </a:xfrm>
          <a:prstGeom prst="wedgeRoundRectCallout">
            <a:avLst>
              <a:gd name="adj1" fmla="val -21800"/>
              <a:gd name="adj2" fmla="val -1250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Onthoudt het getal 15 voor mij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CDF49E8-6CA1-B69B-EFEE-F842BCEA1534}"/>
              </a:ext>
            </a:extLst>
          </p:cNvPr>
          <p:cNvSpPr/>
          <p:nvPr/>
        </p:nvSpPr>
        <p:spPr>
          <a:xfrm>
            <a:off x="640025" y="4711148"/>
            <a:ext cx="4915949" cy="1727752"/>
          </a:xfrm>
          <a:prstGeom prst="wedgeRoundRectCallout">
            <a:avLst>
              <a:gd name="adj1" fmla="val -22407"/>
              <a:gd name="adj2" fmla="val -744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Ik vraag je straks om iets voor mij te onthouden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Even later: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dirty="0"/>
              <a:t>Kan jij 15 voor mij onthouden?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4554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Waardes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als</a:t>
            </a:r>
            <a:r>
              <a:rPr lang="en-US" dirty="0">
                <a:solidFill>
                  <a:schemeClr val="bg1"/>
                </a:solidFill>
              </a:rPr>
              <a:t> de variable </a:t>
            </a:r>
            <a:r>
              <a:rPr lang="en-US" dirty="0" err="1">
                <a:solidFill>
                  <a:schemeClr val="bg1"/>
                </a:solidFill>
              </a:rPr>
              <a:t>niet</a:t>
            </a:r>
            <a:r>
              <a:rPr lang="en-US" dirty="0">
                <a:solidFill>
                  <a:schemeClr val="bg1"/>
                </a:solidFill>
              </a:rPr>
              <a:t> constant is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je die later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andere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waarde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geven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78DAE6-CF27-E428-6854-BC2AD360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601744"/>
            <a:ext cx="5376875" cy="313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5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Constant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A6805-1EB1-13B3-0547-5B2EDF8BD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2466109"/>
            <a:ext cx="6018069" cy="192578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Een constante (</a:t>
            </a:r>
            <a:r>
              <a:rPr lang="nl-NL" dirty="0" err="1">
                <a:solidFill>
                  <a:schemeClr val="bg1"/>
                </a:solidFill>
              </a:rPr>
              <a:t>const</a:t>
            </a:r>
            <a:r>
              <a:rPr lang="nl-NL" dirty="0">
                <a:solidFill>
                  <a:schemeClr val="bg1"/>
                </a:solidFill>
              </a:rPr>
              <a:t> ervoor) mag nooit wijzigen</a:t>
            </a: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Waarom zouden we dit gebruiken?</a:t>
            </a:r>
          </a:p>
        </p:txBody>
      </p:sp>
    </p:spTree>
    <p:extLst>
      <p:ext uri="{BB962C8B-B14F-4D97-AF65-F5344CB8AC3E}">
        <p14:creationId xmlns:p14="http://schemas.microsoft.com/office/powerpoint/2010/main" val="3488254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Waar staan variabelen?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09760B-7754-A2E2-93DB-E33965601A02}"/>
              </a:ext>
            </a:extLst>
          </p:cNvPr>
          <p:cNvSpPr txBox="1">
            <a:spLocks/>
          </p:cNvSpPr>
          <p:nvPr/>
        </p:nvSpPr>
        <p:spPr>
          <a:xfrm>
            <a:off x="6711401" y="2659062"/>
            <a:ext cx="4905635" cy="3779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In een function</a:t>
            </a:r>
          </a:p>
          <a:p>
            <a:r>
              <a:rPr lang="nl-NL" dirty="0">
                <a:solidFill>
                  <a:schemeClr val="bg1"/>
                </a:solidFill>
              </a:rPr>
              <a:t>Als argument</a:t>
            </a:r>
          </a:p>
          <a:p>
            <a:r>
              <a:rPr lang="nl-NL" dirty="0">
                <a:solidFill>
                  <a:schemeClr val="bg1"/>
                </a:solidFill>
              </a:rPr>
              <a:t>Als </a:t>
            </a:r>
            <a:r>
              <a:rPr lang="nl-NL" dirty="0" err="1">
                <a:solidFill>
                  <a:schemeClr val="bg1"/>
                </a:solidFill>
              </a:rPr>
              <a:t>locale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variable</a:t>
            </a:r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bg1"/>
                </a:solidFill>
              </a:rPr>
              <a:t>In een class </a:t>
            </a:r>
          </a:p>
          <a:p>
            <a:r>
              <a:rPr lang="nl-NL" dirty="0">
                <a:solidFill>
                  <a:schemeClr val="bg1"/>
                </a:solidFill>
              </a:rPr>
              <a:t>op class niveau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715A69-266C-D05C-3B34-A00E17C3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52" y="1697094"/>
            <a:ext cx="6316952" cy="346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9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Toegang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variabels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hebben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toegangs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niveaus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Zet</a:t>
            </a:r>
            <a:r>
              <a:rPr lang="en-US" dirty="0">
                <a:solidFill>
                  <a:schemeClr val="bg1"/>
                </a:solidFill>
              </a:rPr>
              <a:t> nu even overall internal </a:t>
            </a:r>
            <a:r>
              <a:rPr lang="en-US" dirty="0" err="1">
                <a:solidFill>
                  <a:schemeClr val="bg1"/>
                </a:solidFill>
              </a:rPr>
              <a:t>voor</a:t>
            </a:r>
            <a:r>
              <a:rPr lang="en-US" dirty="0">
                <a:solidFill>
                  <a:schemeClr val="bg1"/>
                </a:solidFill>
              </a:rPr>
              <a:t>!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Toegang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beschermt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tegen</a:t>
            </a:r>
            <a:r>
              <a:rPr lang="en-US" dirty="0">
                <a:solidFill>
                  <a:schemeClr val="bg1"/>
                </a:solidFill>
              </a:rPr>
              <a:t> FOUTEN door </a:t>
            </a:r>
            <a:r>
              <a:rPr lang="en-US" dirty="0" err="1">
                <a:solidFill>
                  <a:schemeClr val="bg1"/>
                </a:solidFill>
              </a:rPr>
              <a:t>fout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gebruik</a:t>
            </a:r>
            <a:r>
              <a:rPr lang="en-US" dirty="0">
                <a:solidFill>
                  <a:schemeClr val="bg1"/>
                </a:solidFill>
              </a:rPr>
              <a:t> van </a:t>
            </a:r>
            <a:r>
              <a:rPr lang="en-US" dirty="0" err="1">
                <a:solidFill>
                  <a:schemeClr val="bg1"/>
                </a:solidFill>
              </a:rPr>
              <a:t>jouw</a:t>
            </a:r>
            <a:r>
              <a:rPr lang="en-US" dirty="0">
                <a:solidFill>
                  <a:schemeClr val="bg1"/>
                </a:solidFill>
              </a:rPr>
              <a:t> code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Dus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echt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tegen</a:t>
            </a:r>
            <a:r>
              <a:rPr lang="en-US" dirty="0">
                <a:solidFill>
                  <a:schemeClr val="bg1"/>
                </a:solidFill>
              </a:rPr>
              <a:t> hackers maar </a:t>
            </a:r>
            <a:r>
              <a:rPr lang="en-US" dirty="0" err="1">
                <a:solidFill>
                  <a:schemeClr val="bg1"/>
                </a:solidFill>
              </a:rPr>
              <a:t>tegen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collega’s</a:t>
            </a:r>
            <a:r>
              <a:rPr lang="en-US" dirty="0">
                <a:solidFill>
                  <a:schemeClr val="bg1"/>
                </a:solidFill>
              </a:rPr>
              <a:t> ^^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B7EBE-2660-E918-4A82-EA70DEC83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500694"/>
            <a:ext cx="5895975" cy="2533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A29045-B1DF-5ADE-F678-8787A9512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305" y="4209543"/>
            <a:ext cx="3277108" cy="251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20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BFF9-C1DE-6326-1604-062F96D0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852" y="365125"/>
            <a:ext cx="4634948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94F7-A9BD-E01A-4F77-5BEA4DA37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New project</a:t>
            </a:r>
          </a:p>
          <a:p>
            <a:r>
              <a:rPr lang="nl-NL" dirty="0" err="1">
                <a:solidFill>
                  <a:schemeClr val="bg1"/>
                </a:solidFill>
              </a:rPr>
              <a:t>Variablen</a:t>
            </a:r>
            <a:r>
              <a:rPr lang="nl-NL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Class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In function </a:t>
            </a:r>
            <a:r>
              <a:rPr lang="nl-NL" dirty="0" err="1">
                <a:solidFill>
                  <a:schemeClr val="bg1"/>
                </a:solidFill>
              </a:rPr>
              <a:t>main</a:t>
            </a:r>
            <a:endParaRPr lang="nl-NL" dirty="0">
              <a:solidFill>
                <a:schemeClr val="bg1"/>
              </a:solidFill>
            </a:endParaRPr>
          </a:p>
          <a:p>
            <a:pPr lvl="1"/>
            <a:r>
              <a:rPr lang="nl-NL" dirty="0">
                <a:solidFill>
                  <a:schemeClr val="bg1"/>
                </a:solidFill>
              </a:rPr>
              <a:t>Opvragen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Vervangen</a:t>
            </a:r>
          </a:p>
        </p:txBody>
      </p:sp>
    </p:spTree>
    <p:extLst>
      <p:ext uri="{BB962C8B-B14F-4D97-AF65-F5344CB8AC3E}">
        <p14:creationId xmlns:p14="http://schemas.microsoft.com/office/powerpoint/2010/main" val="24549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>
                <a:solidFill>
                  <a:schemeClr val="bg1"/>
                </a:solidFill>
                <a:hlinkClick r:id="rId2"/>
              </a:rPr>
              <a:t>https</a:t>
            </a:r>
            <a:r>
              <a:rPr lang="nl-NL" dirty="0">
                <a:solidFill>
                  <a:schemeClr val="bg1"/>
                </a:solidFill>
                <a:hlinkClick r:id="rId2"/>
              </a:rPr>
              <a:t>://github.com/progsen/M1Prog_cs1/tree/main/02_var</a:t>
            </a:r>
            <a:endParaRPr lang="nl-NL" dirty="0">
              <a:solidFill>
                <a:schemeClr val="bg1"/>
              </a:solidFill>
            </a:endParaRPr>
          </a:p>
          <a:p>
            <a:pPr lvl="1"/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254C3-38A2-F0FA-0651-6EA43B473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18" y="1315481"/>
            <a:ext cx="6631602" cy="419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Create a new document." ma:contentTypeScope="" ma:versionID="d9582f3fdd3fa1894c99d2e39c29e8b4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460f85de64c16f6f8d8d05a4f0bd9a1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29BF2C-6A79-4AA0-8BD6-9C1F3616C6B4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23f2e982-2831-4f7d-9473-a432dcec5614"/>
    <ds:schemaRef ds:uri="http://purl.org/dc/terms/"/>
    <ds:schemaRef ds:uri="49d84152-0706-4d6e-be72-eb152f539130"/>
    <ds:schemaRef ds:uri="92411348-3950-478e-aa07-b25ef9e2ab6a"/>
  </ds:schemaRefs>
</ds:datastoreItem>
</file>

<file path=customXml/itemProps3.xml><?xml version="1.0" encoding="utf-8"?>
<ds:datastoreItem xmlns:ds="http://schemas.openxmlformats.org/officeDocument/2006/customXml" ds:itemID="{D8CFBD9C-C6B1-433F-AE88-E62C724ECA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1549</TotalTime>
  <Words>318</Words>
  <Application>Microsoft Office PowerPoint</Application>
  <PresentationFormat>Widescreen</PresentationFormat>
  <Paragraphs>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C#: Variables </vt:lpstr>
      <vt:lpstr>Onthouden</vt:lpstr>
      <vt:lpstr>Variable in c#</vt:lpstr>
      <vt:lpstr>Type beschermt je</vt:lpstr>
      <vt:lpstr>Waardes</vt:lpstr>
      <vt:lpstr>Mensen voorbeeld</vt:lpstr>
      <vt:lpstr>Waardes</vt:lpstr>
      <vt:lpstr>Constant</vt:lpstr>
      <vt:lpstr>Waar staan variabelen?</vt:lpstr>
      <vt:lpstr>Toegang</vt:lpstr>
      <vt:lpstr>Demo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25</cp:revision>
  <dcterms:created xsi:type="dcterms:W3CDTF">2021-12-21T06:53:17Z</dcterms:created>
  <dcterms:modified xsi:type="dcterms:W3CDTF">2025-09-25T07:20:05Z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