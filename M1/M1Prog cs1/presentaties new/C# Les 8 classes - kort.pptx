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56" r:id="rId5"/>
    <p:sldId id="292" r:id="rId6"/>
    <p:sldId id="301" r:id="rId7"/>
    <p:sldId id="293" r:id="rId8"/>
    <p:sldId id="298" r:id="rId9"/>
    <p:sldId id="299" r:id="rId10"/>
    <p:sldId id="279" r:id="rId11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FFE562A-708B-4F39-AD0B-293B756E27A7}" v="1" dt="2025-11-06T08:00:41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03" autoAdjust="0"/>
    <p:restoredTop sz="86486" autoAdjust="0"/>
  </p:normalViewPr>
  <p:slideViewPr>
    <p:cSldViewPr snapToGrid="0">
      <p:cViewPr varScale="1">
        <p:scale>
          <a:sx n="96" d="100"/>
          <a:sy n="96" d="100"/>
        </p:scale>
        <p:origin x="354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BC00D9DF-F858-4149-8B7B-F211D448CEDA}"/>
    <pc:docChg chg="custSel addSld delSld modSld">
      <pc:chgData name="Dragan Javorac" userId="913c2858-fb97-4c6e-a42c-b1f1a16b225e" providerId="ADAL" clId="{BC00D9DF-F858-4149-8B7B-F211D448CEDA}" dt="2025-11-06T08:01:28.555" v="270" actId="20577"/>
      <pc:docMkLst>
        <pc:docMk/>
      </pc:docMkLst>
      <pc:sldChg chg="modSp mod">
        <pc:chgData name="Dragan Javorac" userId="913c2858-fb97-4c6e-a42c-b1f1a16b225e" providerId="ADAL" clId="{BC00D9DF-F858-4149-8B7B-F211D448CEDA}" dt="2025-11-06T08:00:20.706" v="131" actId="20577"/>
        <pc:sldMkLst>
          <pc:docMk/>
          <pc:sldMk cId="698492982" sldId="279"/>
        </pc:sldMkLst>
        <pc:spChg chg="mod">
          <ac:chgData name="Dragan Javorac" userId="913c2858-fb97-4c6e-a42c-b1f1a16b225e" providerId="ADAL" clId="{BC00D9DF-F858-4149-8B7B-F211D448CEDA}" dt="2025-11-06T08:00:20.706" v="131" actId="20577"/>
          <ac:spMkLst>
            <pc:docMk/>
            <pc:sldMk cId="698492982" sldId="279"/>
            <ac:spMk id="6" creationId="{3E013511-BB58-2DB6-D22F-74468A61606C}"/>
          </ac:spMkLst>
        </pc:spChg>
      </pc:sldChg>
      <pc:sldChg chg="modSp mod">
        <pc:chgData name="Dragan Javorac" userId="913c2858-fb97-4c6e-a42c-b1f1a16b225e" providerId="ADAL" clId="{BC00D9DF-F858-4149-8B7B-F211D448CEDA}" dt="2025-11-06T08:01:28.555" v="270" actId="20577"/>
        <pc:sldMkLst>
          <pc:docMk/>
          <pc:sldMk cId="3148633127" sldId="292"/>
        </pc:sldMkLst>
        <pc:spChg chg="mod">
          <ac:chgData name="Dragan Javorac" userId="913c2858-fb97-4c6e-a42c-b1f1a16b225e" providerId="ADAL" clId="{BC00D9DF-F858-4149-8B7B-F211D448CEDA}" dt="2025-11-06T08:00:52.132" v="152" actId="20577"/>
          <ac:spMkLst>
            <pc:docMk/>
            <pc:sldMk cId="3148633127" sldId="292"/>
            <ac:spMk id="2" creationId="{BF6A0D3E-CB9B-4182-95CD-8F3C11B52915}"/>
          </ac:spMkLst>
        </pc:spChg>
        <pc:spChg chg="mod">
          <ac:chgData name="Dragan Javorac" userId="913c2858-fb97-4c6e-a42c-b1f1a16b225e" providerId="ADAL" clId="{BC00D9DF-F858-4149-8B7B-F211D448CEDA}" dt="2025-11-06T08:01:28.555" v="270" actId="20577"/>
          <ac:spMkLst>
            <pc:docMk/>
            <pc:sldMk cId="3148633127" sldId="292"/>
            <ac:spMk id="4" creationId="{02F6EA06-1376-2EBC-EDBD-6F27D35F4138}"/>
          </ac:spMkLst>
        </pc:spChg>
      </pc:sldChg>
      <pc:sldChg chg="new del">
        <pc:chgData name="Dragan Javorac" userId="913c2858-fb97-4c6e-a42c-b1f1a16b225e" providerId="ADAL" clId="{BC00D9DF-F858-4149-8B7B-F211D448CEDA}" dt="2025-11-06T08:00:46.355" v="134" actId="47"/>
        <pc:sldMkLst>
          <pc:docMk/>
          <pc:sldMk cId="2876690696" sldId="300"/>
        </pc:sldMkLst>
      </pc:sldChg>
      <pc:sldChg chg="add">
        <pc:chgData name="Dragan Javorac" userId="913c2858-fb97-4c6e-a42c-b1f1a16b225e" providerId="ADAL" clId="{BC00D9DF-F858-4149-8B7B-F211D448CEDA}" dt="2025-11-06T08:00:41.132" v="133"/>
        <pc:sldMkLst>
          <pc:docMk/>
          <pc:sldMk cId="3734717168" sldId="30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6CFB6E-0CB2-4E72-9AEF-BFCDAAF3591F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75517-6B0C-4DA2-908F-414E74023C5E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36883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Vertel over wat een class kan hebben en dat de definitie is (geen gebruik nog)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2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618473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968B3-2F67-53CF-500F-A95597733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9532E1-E097-64F0-667D-CBE8079B9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7804BB-8DC4-7EA2-04C5-966B3FA7E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Vertel over wat een class kan hebben en dat de definitie is (geen gebruik nog)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AF5F4-D0B2-4E09-306C-BD643426F6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596145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Leg het verschil tussen een instantie en definitie uit, stip de NEW aan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05857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Leg het verschil tussen een instantie en definitie uit, stip de NEW aan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92920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99344-6065-9802-F1CF-51D4F04EA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923EF5-3FB0-9630-F7AB-8BC037186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C85721-6F98-A136-9A0A-24B66F7B1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/>
              <a:t>Leg het verschil tussen een instantie en definitie uit, stip de NEW aan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75AA46-BC2F-64A7-F458-CAA7A9917DD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275517-6B0C-4DA2-908F-414E74023C5E}" type="slidenum">
              <a:rPr lang="nl-NL" smtClean="0"/>
              <a:t>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759876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6A9C-0C8D-4E75-9758-E3BC384B70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176A16-5879-45D5-A97D-0935F77252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2BAEF-CE47-435A-B10A-2551A9686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BC88B5-99F1-4F98-8A00-059E96222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80AF6-2181-4D66-BF2F-5BDA78D15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83733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0C56D-F5B0-4F44-BAB4-16AA2CD91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D7D2-9044-42AF-885D-7121EC01D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6B618-BE22-4573-A3ED-E6AFF6567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E4094-1D4F-4E5C-8097-1936D280E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E71A0F-AED1-47AC-A8D2-8445E6770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123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0880D-14BE-418C-B8C2-89D80B9DD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2E783-C1BE-462F-86CB-3693A0A4DA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B7151-3EE1-4CE5-8244-FD6A05785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F1D4D7-79D7-4CE9-AD72-812FBD1EA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8ECD0-0B8E-47C3-9EA5-8922112F4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4392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D15EF-F22C-423B-B574-F99AD154B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F0C3D-3D2C-401D-8A0C-74F8F1C89E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41A416-24F3-4E1C-8A2F-01412C23F1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2E574E-8079-4EA2-B8AB-12453D52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F2C45E-DD17-4DF4-B781-19EDC3C38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AFE7ED-C610-45EB-A864-051610A63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6990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A7E78-F362-4C57-A109-6C3E23B01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59F12F-0B62-4A86-8E40-4D16E65557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2A0DE1-6034-4D22-BC7C-53881BBF89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FBDE81-64AA-4C51-AC6B-3BBC33E6C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E46EA8-87EC-4DF2-B8DC-8152673E6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487FCCF-C6A0-418D-8552-505C7F840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4874B-6C2D-4DE1-9725-846AAA26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5D3A982-233D-4BEE-97B6-C968D8D51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47617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3682F-E657-4483-AC10-EF130836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AB9BBF-3EEE-4200-98D1-800A8B7D6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2A0059-CF13-41E9-9F41-AF18A5A15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75995-CA2D-4813-B032-BEFDAB56C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813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84B576-534F-4C25-941E-CABBFF498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E77AA-04F2-4EAC-8939-54B0B9F1F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48CF89-6CA2-4ED4-98D7-0B625152A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05349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E854C-3A5D-4F3D-8CAE-01B72C1751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0C49D-D2F7-4179-80E5-F6960020F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DBCECF-51B7-429C-B20F-72E3BE8233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49D95-76F9-4051-BB2B-A94FD63F8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9E9DC-9DD5-486F-A6AB-4205C531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132692-B0C8-4865-A67F-A2D45256E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375960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2B883-B07A-481A-8335-6BF3A1EFE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A13F4D-FD8C-4BBC-A2B5-9D6F70928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D3D495-79AE-4F56-8359-63F892DEE9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879E2-0279-4A65-87E7-2AFE0C59C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AB0625-45B7-4D0D-9FCD-A74FDA805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C71F27-457B-439B-827A-8AB93B3EA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8253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055E6-B4F4-49F7-A8D6-5B59D15E1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3BF1EA-A1CB-436E-A7F1-9D193A083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EED540-36D9-4798-B21B-0668AB2DF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0824A-CFA3-4A00-8952-7D1BA5CE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9986E-7C7C-4B11-9447-43265892E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20336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E65397-AB12-4737-8442-4BFF8ADE41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9937FA-5727-4807-A53E-4B9C4D597F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0F1ABD-F5D7-4DD8-9BAF-54213E3E8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2FE3A-5496-49E6-A95D-E49D199DC7C3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835D81-8F78-4ABF-A137-FC52F3CC9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D86BD-E3FF-4BFB-869F-D40995282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3804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2000">
              <a:schemeClr val="tx1"/>
            </a:gs>
            <a:gs pos="52000">
              <a:srgbClr val="4472C4"/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90B964-7A5D-40F2-A2AC-70696A4AB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8DE70A-C659-4CFC-A4AD-1728B39541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E6DB4-497B-4A62-B114-E9CB399FE0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2FE3A-5496-49E6-A95D-E49D199DC7C3}" type="datetimeFigureOut">
              <a:rPr lang="nl-NL" smtClean="0"/>
              <a:t>6-11-2025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EB2D22-5F4E-4FC0-B312-837AD7D00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92421D-CE35-41E7-9682-9B2C7AC4DC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58281-64C3-42D8-BE66-CA532842C8A4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90968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5876925"/>
          </a:xfrm>
        </p:spPr>
        <p:txBody>
          <a:bodyPr anchor="t">
            <a:normAutofit/>
          </a:bodyPr>
          <a:lstStyle/>
          <a:p>
            <a:pPr algn="l"/>
            <a:r>
              <a:rPr lang="nl-NL" noProof="0" dirty="0">
                <a:solidFill>
                  <a:schemeClr val="bg1"/>
                </a:solidFill>
              </a:rPr>
              <a:t>C#:</a:t>
            </a:r>
            <a:br>
              <a:rPr lang="nl-NL" noProof="0" dirty="0">
                <a:solidFill>
                  <a:schemeClr val="bg1"/>
                </a:solidFill>
              </a:rPr>
            </a:br>
            <a:r>
              <a:rPr lang="nl-NL" noProof="0" dirty="0">
                <a:solidFill>
                  <a:schemeClr val="bg1"/>
                </a:solidFill>
              </a:rPr>
              <a:t>classes</a:t>
            </a:r>
            <a:br>
              <a:rPr lang="nl-NL" noProof="0" dirty="0">
                <a:solidFill>
                  <a:schemeClr val="bg1"/>
                </a:solidFill>
              </a:rPr>
            </a:br>
            <a:endParaRPr lang="nl-NL" noProof="0" dirty="0">
              <a:solidFill>
                <a:schemeClr val="bg1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6E2D055-41C1-EEED-5719-9C096EC55E2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90764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364102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Wat is een class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Een model</a:t>
            </a:r>
          </a:p>
          <a:p>
            <a:r>
              <a:rPr lang="nl-NL" dirty="0">
                <a:solidFill>
                  <a:schemeClr val="bg1"/>
                </a:solidFill>
              </a:rPr>
              <a:t>Eigenschappen en functies die bij elkaar horen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>
                <a:solidFill>
                  <a:schemeClr val="bg1"/>
                </a:solidFill>
              </a:rPr>
              <a:t>organisatie</a:t>
            </a:r>
            <a:endParaRPr lang="nl-NL" dirty="0">
              <a:solidFill>
                <a:schemeClr val="bg1"/>
              </a:solidFill>
            </a:endParaRPr>
          </a:p>
          <a:p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BA01E8C-44F3-336A-1DCF-B0456BA330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09" y="1762926"/>
            <a:ext cx="4351397" cy="347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633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F07B8-BD9D-0849-2E34-AF3C93FC2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87182-35C1-0E12-8B9F-D07A570B0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6"/>
            <a:ext cx="5686425" cy="1364102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Class definitie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E2B4AC7-2506-E7A8-4ACE-CE2631A7AE04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Eigenschappen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Variables</a:t>
            </a:r>
          </a:p>
          <a:p>
            <a:pPr lvl="1"/>
            <a:r>
              <a:rPr lang="nl-NL" dirty="0" err="1">
                <a:solidFill>
                  <a:schemeClr val="bg1"/>
                </a:solidFill>
              </a:rPr>
              <a:t>Properties</a:t>
            </a:r>
            <a:r>
              <a:rPr lang="nl-NL" dirty="0">
                <a:solidFill>
                  <a:schemeClr val="bg1"/>
                </a:solidFill>
              </a:rPr>
              <a:t> </a:t>
            </a:r>
          </a:p>
          <a:p>
            <a:pPr lvl="2"/>
            <a:r>
              <a:rPr lang="nl-NL" dirty="0">
                <a:solidFill>
                  <a:schemeClr val="bg1"/>
                </a:solidFill>
              </a:rPr>
              <a:t>(public int X {</a:t>
            </a:r>
            <a:r>
              <a:rPr lang="nl-NL" dirty="0" err="1">
                <a:solidFill>
                  <a:schemeClr val="bg1"/>
                </a:solidFill>
              </a:rPr>
              <a:t>get;set</a:t>
            </a:r>
            <a:r>
              <a:rPr lang="nl-NL" dirty="0">
                <a:solidFill>
                  <a:schemeClr val="bg1"/>
                </a:solidFill>
              </a:rPr>
              <a:t>;} zie je in </a:t>
            </a:r>
            <a:r>
              <a:rPr lang="nl-NL" dirty="0" err="1">
                <a:solidFill>
                  <a:schemeClr val="bg1"/>
                </a:solidFill>
              </a:rPr>
              <a:t>unity</a:t>
            </a:r>
            <a:r>
              <a:rPr lang="nl-NL" dirty="0">
                <a:solidFill>
                  <a:schemeClr val="bg1"/>
                </a:solidFill>
              </a:rPr>
              <a:t> veel)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Functions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Toegang (Access </a:t>
            </a:r>
            <a:r>
              <a:rPr lang="nl-NL" dirty="0" err="1">
                <a:solidFill>
                  <a:schemeClr val="bg1"/>
                </a:solidFill>
              </a:rPr>
              <a:t>modifiers</a:t>
            </a:r>
            <a:r>
              <a:rPr lang="nl-NL" dirty="0">
                <a:solidFill>
                  <a:schemeClr val="bg1"/>
                </a:solidFill>
              </a:rPr>
              <a:t>)</a:t>
            </a:r>
          </a:p>
          <a:p>
            <a:endParaRPr lang="nl-NL" dirty="0">
              <a:solidFill>
                <a:schemeClr val="bg1"/>
              </a:solidFill>
            </a:endParaRPr>
          </a:p>
        </p:txBody>
      </p:sp>
      <p:pic>
        <p:nvPicPr>
          <p:cNvPr id="5" name="Picture 4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AEF411F5-F829-6708-0D75-472ED2E23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09" y="1762926"/>
            <a:ext cx="4351397" cy="3475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717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1714297"/>
          </a:xfrm>
        </p:spPr>
        <p:txBody>
          <a:bodyPr anchor="t">
            <a:normAutofit fontScale="90000"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Definitie </a:t>
            </a:r>
            <a:r>
              <a:rPr lang="nl-NL" noProof="0" dirty="0" err="1">
                <a:solidFill>
                  <a:schemeClr val="bg1"/>
                </a:solidFill>
              </a:rPr>
              <a:t>vs</a:t>
            </a:r>
            <a:r>
              <a:rPr lang="nl-NL" noProof="0" dirty="0">
                <a:solidFill>
                  <a:schemeClr val="bg1"/>
                </a:solidFill>
              </a:rPr>
              <a:t> instantie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Definitie is: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Wat het is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Wat het heeft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Wat het kan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Instantie: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Is 1 class object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Kan gebruikt kan worden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Houdt zich aan de definitie</a:t>
            </a:r>
          </a:p>
          <a:p>
            <a:pPr lvl="1"/>
            <a:r>
              <a:rPr lang="nl-NL" dirty="0">
                <a:solidFill>
                  <a:schemeClr val="bg1"/>
                </a:solidFill>
              </a:rPr>
              <a:t>Elke instantie heeft een eigen plek in het geheugen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C69BA8-F254-B135-6EDE-D4596A8EE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629732"/>
            <a:ext cx="5956404" cy="533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139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A0D3E-CB9B-4182-95CD-8F3C11B52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1714297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Gebruiken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2F6EA06-1376-2EBC-EDBD-6F27D35F4138}"/>
              </a:ext>
            </a:extLst>
          </p:cNvPr>
          <p:cNvSpPr txBox="1">
            <a:spLocks/>
          </p:cNvSpPr>
          <p:nvPr/>
        </p:nvSpPr>
        <p:spPr>
          <a:xfrm>
            <a:off x="6559001" y="2506662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Hoe kom je bij de eigenschappen?</a:t>
            </a:r>
          </a:p>
          <a:p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Je moet een instantie ergens hebben (new) in een </a:t>
            </a:r>
            <a:r>
              <a:rPr lang="nl-NL" dirty="0" err="1">
                <a:solidFill>
                  <a:schemeClr val="bg1"/>
                </a:solidFill>
              </a:rPr>
              <a:t>variable</a:t>
            </a:r>
            <a:endParaRPr lang="nl-NL" dirty="0">
              <a:solidFill>
                <a:schemeClr val="bg1"/>
              </a:solidFill>
            </a:endParaRPr>
          </a:p>
          <a:p>
            <a:r>
              <a:rPr lang="nl-NL" dirty="0">
                <a:solidFill>
                  <a:schemeClr val="bg1"/>
                </a:solidFill>
              </a:rPr>
              <a:t>Dan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126408-8365-876E-081A-D46E6E3B3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454" y="3064702"/>
            <a:ext cx="4876800" cy="33909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88AE90-721B-F52A-7996-45E78746515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33290" b="55814"/>
          <a:stretch/>
        </p:blipFill>
        <p:spPr>
          <a:xfrm>
            <a:off x="598454" y="240548"/>
            <a:ext cx="3973546" cy="2357149"/>
          </a:xfrm>
          <a:prstGeom prst="rect">
            <a:avLst/>
          </a:prstGeom>
        </p:spPr>
      </p:pic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964A6B93-7E44-33FD-C945-BFC0DFE923E7}"/>
              </a:ext>
            </a:extLst>
          </p:cNvPr>
          <p:cNvSpPr/>
          <p:nvPr/>
        </p:nvSpPr>
        <p:spPr>
          <a:xfrm>
            <a:off x="4322337" y="2126576"/>
            <a:ext cx="1964163" cy="704623"/>
          </a:xfrm>
          <a:prstGeom prst="wedgeRoundRectCallout">
            <a:avLst>
              <a:gd name="adj1" fmla="val -96167"/>
              <a:gd name="adj2" fmla="val 200994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/>
              <a:t>Lokalen </a:t>
            </a:r>
            <a:r>
              <a:rPr lang="nl-NL" dirty="0" err="1"/>
              <a:t>variable</a:t>
            </a:r>
            <a:r>
              <a:rPr lang="nl-NL" dirty="0"/>
              <a:t> van het type Door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C20BE5D3-82A6-0E2A-4BA7-148906B48E27}"/>
              </a:ext>
            </a:extLst>
          </p:cNvPr>
          <p:cNvSpPr/>
          <p:nvPr/>
        </p:nvSpPr>
        <p:spPr>
          <a:xfrm>
            <a:off x="4698475" y="4162300"/>
            <a:ext cx="1588026" cy="704623"/>
          </a:xfrm>
          <a:prstGeom prst="wedgeRoundRectCallout">
            <a:avLst>
              <a:gd name="adj1" fmla="val -148351"/>
              <a:gd name="adj2" fmla="val 42230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/>
              <a:t>Lees open van door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BDD84A74-69B9-1B71-AC18-D29A03724F83}"/>
              </a:ext>
            </a:extLst>
          </p:cNvPr>
          <p:cNvSpPr/>
          <p:nvPr/>
        </p:nvSpPr>
        <p:spPr>
          <a:xfrm>
            <a:off x="4278128" y="5845712"/>
            <a:ext cx="1739000" cy="704623"/>
          </a:xfrm>
          <a:prstGeom prst="wedgeRoundRectCallout">
            <a:avLst>
              <a:gd name="adj1" fmla="val -126707"/>
              <a:gd name="adj2" fmla="val -29558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nl-NL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nl-NL" dirty="0"/>
              <a:t>Verander open van door</a:t>
            </a:r>
          </a:p>
        </p:txBody>
      </p:sp>
    </p:spTree>
    <p:extLst>
      <p:ext uri="{BB962C8B-B14F-4D97-AF65-F5344CB8AC3E}">
        <p14:creationId xmlns:p14="http://schemas.microsoft.com/office/powerpoint/2010/main" val="194305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C7048-9C65-150D-036D-7FEA081B7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FBCB6-EABA-E7FB-A649-BE5283EC8A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86500" y="561975"/>
            <a:ext cx="5686425" cy="1714297"/>
          </a:xfrm>
        </p:spPr>
        <p:txBody>
          <a:bodyPr anchor="t">
            <a:normAutofit/>
          </a:bodyPr>
          <a:lstStyle/>
          <a:p>
            <a:r>
              <a:rPr lang="nl-NL" noProof="0" dirty="0">
                <a:solidFill>
                  <a:schemeClr val="bg1"/>
                </a:solidFill>
              </a:rPr>
              <a:t>Voorbeeld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D4A035-CCF0-E1CF-43DE-2390FCCA7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575" y="1804987"/>
            <a:ext cx="5467350" cy="187642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CC7556-6B4F-A5F5-E47E-76CBC0A41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" y="42862"/>
            <a:ext cx="3495675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1275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3F30F-C298-44B3-B485-EEF6F53BF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195018"/>
            <a:ext cx="5905500" cy="1253953"/>
          </a:xfrm>
        </p:spPr>
        <p:txBody>
          <a:bodyPr/>
          <a:lstStyle/>
          <a:p>
            <a:pPr marL="0" indent="0" algn="l">
              <a:buFont typeface="Arial" panose="020B0604020202020204" pitchFamily="34" charset="0"/>
              <a:buNone/>
            </a:pPr>
            <a:r>
              <a:rPr lang="nl-NL" noProof="0" dirty="0">
                <a:solidFill>
                  <a:schemeClr val="bg1"/>
                </a:solidFill>
              </a:rPr>
              <a:t>Dit blok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FD920F-49A1-9514-ADCE-EAD02E385F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923" y="4578834"/>
            <a:ext cx="4718632" cy="184184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2163B0D4-5F1B-9D9B-EAB8-4AD84B805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6809" y="2073137"/>
            <a:ext cx="5288859" cy="825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E013511-BB58-2DB6-D22F-74468A61606C}"/>
              </a:ext>
            </a:extLst>
          </p:cNvPr>
          <p:cNvSpPr txBox="1">
            <a:spLocks/>
          </p:cNvSpPr>
          <p:nvPr/>
        </p:nvSpPr>
        <p:spPr>
          <a:xfrm>
            <a:off x="168141" y="2069341"/>
            <a:ext cx="563299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>
                <a:solidFill>
                  <a:schemeClr val="bg1"/>
                </a:solidFill>
              </a:rPr>
              <a:t>1) check je </a:t>
            </a:r>
            <a:r>
              <a:rPr lang="nl-NL" dirty="0" err="1">
                <a:solidFill>
                  <a:schemeClr val="bg1"/>
                </a:solidFill>
              </a:rPr>
              <a:t>simulize</a:t>
            </a:r>
            <a:r>
              <a:rPr lang="nl-NL" dirty="0">
                <a:solidFill>
                  <a:schemeClr val="bg1"/>
                </a:solidFill>
              </a:rPr>
              <a:t> resultaten</a:t>
            </a:r>
          </a:p>
          <a:p>
            <a:r>
              <a:rPr lang="nl-NL" dirty="0">
                <a:solidFill>
                  <a:schemeClr val="bg1"/>
                </a:solidFill>
              </a:rPr>
              <a:t>2) lees het commentaar, moet je verbeteren? Doe dat je hebt deze les nog</a:t>
            </a:r>
          </a:p>
          <a:p>
            <a:r>
              <a:rPr lang="nl-NL" dirty="0">
                <a:solidFill>
                  <a:schemeClr val="bg1"/>
                </a:solidFill>
              </a:rPr>
              <a:t>3) ga verder met 08 classes </a:t>
            </a:r>
          </a:p>
        </p:txBody>
      </p:sp>
    </p:spTree>
    <p:extLst>
      <p:ext uri="{BB962C8B-B14F-4D97-AF65-F5344CB8AC3E}">
        <p14:creationId xmlns:p14="http://schemas.microsoft.com/office/powerpoint/2010/main" val="698492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CC3E5"/>
      </a:hlink>
      <a:folHlink>
        <a:srgbClr val="9CC3E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9d84152-0706-4d6e-be72-eb152f539130">
      <Terms xmlns="http://schemas.microsoft.com/office/infopath/2007/PartnerControls"/>
    </lcf76f155ced4ddcb4097134ff3c332f>
    <TaxCatchAll xmlns="92411348-3950-478e-aa07-b25ef9e2ab6a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E26F092E6A57B47A4C5DCB32BF46BB8" ma:contentTypeVersion="12" ma:contentTypeDescription="Create a new document." ma:contentTypeScope="" ma:versionID="d9582f3fdd3fa1894c99d2e39c29e8b4">
  <xsd:schema xmlns:xsd="http://www.w3.org/2001/XMLSchema" xmlns:xs="http://www.w3.org/2001/XMLSchema" xmlns:p="http://schemas.microsoft.com/office/2006/metadata/properties" xmlns:ns2="49d84152-0706-4d6e-be72-eb152f539130" xmlns:ns3="92411348-3950-478e-aa07-b25ef9e2ab6a" targetNamespace="http://schemas.microsoft.com/office/2006/metadata/properties" ma:root="true" ma:fieldsID="460f85de64c16f6f8d8d05a4f0bd9a16" ns2:_="" ns3:_="">
    <xsd:import namespace="49d84152-0706-4d6e-be72-eb152f539130"/>
    <xsd:import namespace="92411348-3950-478e-aa07-b25ef9e2ab6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84152-0706-4d6e-be72-eb152f5391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d2790419-a765-4823-8fdf-aad89ba35e7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2411348-3950-478e-aa07-b25ef9e2ab6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ee71702-a69b-4193-a32b-5927c9f0a64c}" ma:internalName="TaxCatchAll" ma:showField="CatchAllData" ma:web="92411348-3950-478e-aa07-b25ef9e2ab6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C29BF2C-6A79-4AA0-8BD6-9C1F3616C6B4}">
  <ds:schemaRefs>
    <ds:schemaRef ds:uri="http://schemas.openxmlformats.org/package/2006/metadata/core-properties"/>
    <ds:schemaRef ds:uri="http://purl.org/dc/dcmitype/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23f2e982-2831-4f7d-9473-a432dcec5614"/>
    <ds:schemaRef ds:uri="http://www.w3.org/XML/1998/namespace"/>
    <ds:schemaRef ds:uri="http://purl.org/dc/elements/1.1/"/>
    <ds:schemaRef ds:uri="49d84152-0706-4d6e-be72-eb152f539130"/>
    <ds:schemaRef ds:uri="92411348-3950-478e-aa07-b25ef9e2ab6a"/>
  </ds:schemaRefs>
</ds:datastoreItem>
</file>

<file path=customXml/itemProps2.xml><?xml version="1.0" encoding="utf-8"?>
<ds:datastoreItem xmlns:ds="http://schemas.openxmlformats.org/officeDocument/2006/customXml" ds:itemID="{2D3879BE-8C36-4085-8717-5B0E23C721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d84152-0706-4d6e-be72-eb152f539130"/>
    <ds:schemaRef ds:uri="92411348-3950-478e-aa07-b25ef9e2ab6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545031-0188-4D0B-84FC-22FB8678DB1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1645</TotalTime>
  <Words>233</Words>
  <Application>Microsoft Office PowerPoint</Application>
  <PresentationFormat>Widescreen</PresentationFormat>
  <Paragraphs>49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C#: classes </vt:lpstr>
      <vt:lpstr>Wat is een class</vt:lpstr>
      <vt:lpstr>Class definitie</vt:lpstr>
      <vt:lpstr>Definitie vs instantie</vt:lpstr>
      <vt:lpstr>Gebruiken</vt:lpstr>
      <vt:lpstr>Voorbeeld</vt:lpstr>
      <vt:lpstr>Dit blok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C# Les 1: Introductie</dc:title>
  <dc:creator>Dragan Javorac</dc:creator>
  <cp:lastModifiedBy>Dragan Javorac</cp:lastModifiedBy>
  <cp:revision>42</cp:revision>
  <dcterms:created xsi:type="dcterms:W3CDTF">2021-12-21T06:53:17Z</dcterms:created>
  <dcterms:modified xsi:type="dcterms:W3CDTF">2025-11-06T08:01:29Z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0x010100BE26F092E6A57B47A4C5DCB32BF46BB8</vt:lpwstr>
  </property>
  <property fmtid="{D5CDD505-2E9C-101B-9397-08002B2CF9AE}" pid="3" name="MediaServiceImageTags">
    <vt:lpwstr/>
  </property>
</Properties>
</file>