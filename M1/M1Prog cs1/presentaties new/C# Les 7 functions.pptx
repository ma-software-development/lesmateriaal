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99" r:id="rId6"/>
    <p:sldId id="311" r:id="rId7"/>
    <p:sldId id="301" r:id="rId8"/>
    <p:sldId id="310" r:id="rId9"/>
    <p:sldId id="302" r:id="rId10"/>
    <p:sldId id="300" r:id="rId11"/>
    <p:sldId id="303" r:id="rId12"/>
    <p:sldId id="305" r:id="rId13"/>
    <p:sldId id="307" r:id="rId14"/>
    <p:sldId id="306" r:id="rId15"/>
    <p:sldId id="308" r:id="rId16"/>
    <p:sldId id="309" r:id="rId17"/>
    <p:sldId id="279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99839-28C9-4A69-835A-6508A8D7BD76}" v="4" dt="2025-10-30T07:22:21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86" autoAdjust="0"/>
  </p:normalViewPr>
  <p:slideViewPr>
    <p:cSldViewPr snapToGrid="0">
      <p:cViewPr varScale="1">
        <p:scale>
          <a:sx n="96" d="100"/>
          <a:sy n="96" d="100"/>
        </p:scale>
        <p:origin x="3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6D9BB647-5774-4D12-946E-680BD34CCF96}"/>
    <pc:docChg chg="undo custSel addSld modSld">
      <pc:chgData name="Dragan Javorac" userId="913c2858-fb97-4c6e-a42c-b1f1a16b225e" providerId="ADAL" clId="{6D9BB647-5774-4D12-946E-680BD34CCF96}" dt="2023-03-09T09:21:07.763" v="180" actId="20577"/>
      <pc:docMkLst>
        <pc:docMk/>
      </pc:docMkLst>
      <pc:sldChg chg="modSp mod modNotesTx">
        <pc:chgData name="Dragan Javorac" userId="913c2858-fb97-4c6e-a42c-b1f1a16b225e" providerId="ADAL" clId="{6D9BB647-5774-4D12-946E-680BD34CCF96}" dt="2023-03-09T09:21:07.763" v="180" actId="20577"/>
        <pc:sldMkLst>
          <pc:docMk/>
          <pc:sldMk cId="2780461342" sldId="290"/>
        </pc:sldMkLst>
      </pc:sldChg>
      <pc:sldChg chg="addSp modSp mod">
        <pc:chgData name="Dragan Javorac" userId="913c2858-fb97-4c6e-a42c-b1f1a16b225e" providerId="ADAL" clId="{6D9BB647-5774-4D12-946E-680BD34CCF96}" dt="2023-03-09T09:04:22.550" v="1" actId="1076"/>
        <pc:sldMkLst>
          <pc:docMk/>
          <pc:sldMk cId="1179543941" sldId="298"/>
        </pc:sldMkLst>
      </pc:sldChg>
      <pc:sldChg chg="addSp modSp mod">
        <pc:chgData name="Dragan Javorac" userId="913c2858-fb97-4c6e-a42c-b1f1a16b225e" providerId="ADAL" clId="{6D9BB647-5774-4D12-946E-680BD34CCF96}" dt="2023-03-09T09:19:17.550" v="123" actId="14100"/>
        <pc:sldMkLst>
          <pc:docMk/>
          <pc:sldMk cId="3284443213" sldId="301"/>
        </pc:sldMkLst>
      </pc:sldChg>
      <pc:sldChg chg="addSp delSp modSp add mod">
        <pc:chgData name="Dragan Javorac" userId="913c2858-fb97-4c6e-a42c-b1f1a16b225e" providerId="ADAL" clId="{6D9BB647-5774-4D12-946E-680BD34CCF96}" dt="2023-03-09T09:19:40.353" v="135" actId="478"/>
        <pc:sldMkLst>
          <pc:docMk/>
          <pc:sldMk cId="523715632" sldId="303"/>
        </pc:sldMkLst>
      </pc:sldChg>
    </pc:docChg>
  </pc:docChgLst>
  <pc:docChgLst>
    <pc:chgData name="Dragan Javorac" userId="913c2858-fb97-4c6e-a42c-b1f1a16b225e" providerId="ADAL" clId="{1A2B5F3B-B857-4023-8DA0-DE4EE299C29C}"/>
    <pc:docChg chg="custSel modSld">
      <pc:chgData name="Dragan Javorac" userId="913c2858-fb97-4c6e-a42c-b1f1a16b225e" providerId="ADAL" clId="{1A2B5F3B-B857-4023-8DA0-DE4EE299C29C}" dt="2024-10-17T07:00:39.537" v="5" actId="6549"/>
      <pc:docMkLst>
        <pc:docMk/>
      </pc:docMkLst>
      <pc:sldChg chg="addSp delSp modSp mod">
        <pc:chgData name="Dragan Javorac" userId="913c2858-fb97-4c6e-a42c-b1f1a16b225e" providerId="ADAL" clId="{1A2B5F3B-B857-4023-8DA0-DE4EE299C29C}" dt="2024-10-17T07:00:39.537" v="5" actId="6549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A0EBCC61-D47A-4171-A17D-DA5B674FB8F1}"/>
    <pc:docChg chg="undo custSel modSld">
      <pc:chgData name="Dragan Javorac" userId="913c2858-fb97-4c6e-a42c-b1f1a16b225e" providerId="ADAL" clId="{A0EBCC61-D47A-4171-A17D-DA5B674FB8F1}" dt="2023-02-23T09:48:59.264" v="69" actId="478"/>
      <pc:docMkLst>
        <pc:docMk/>
      </pc:docMkLst>
      <pc:sldChg chg="addSp delSp modSp mod">
        <pc:chgData name="Dragan Javorac" userId="913c2858-fb97-4c6e-a42c-b1f1a16b225e" providerId="ADAL" clId="{A0EBCC61-D47A-4171-A17D-DA5B674FB8F1}" dt="2023-02-23T09:48:59.264" v="69" actId="478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23T09:22:40.713" v="1346" actId="2057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modSp mod">
        <pc:chgData name="Dragan Javorac" userId="913c2858-fb97-4c6e-a42c-b1f1a16b225e" providerId="ADAL" clId="{5EB17B11-ECF6-4BDB-B0F7-1BADD7C7C79C}" dt="2023-02-23T09:22:31.291" v="1343" actId="403"/>
        <pc:sldMkLst>
          <pc:docMk/>
          <pc:sldMk cId="71935414" sldId="289"/>
        </pc:sldMkLst>
      </pc:sldChg>
      <pc:sldChg chg="addSp modSp add del mod">
        <pc:chgData name="Dragan Javorac" userId="913c2858-fb97-4c6e-a42c-b1f1a16b225e" providerId="ADAL" clId="{5EB17B11-ECF6-4BDB-B0F7-1BADD7C7C79C}" dt="2023-02-23T09:22:40.713" v="1346" actId="20577"/>
        <pc:sldMkLst>
          <pc:docMk/>
          <pc:sldMk cId="2780461342" sldId="290"/>
        </pc:sldMkLst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</pc:sldChg>
    </pc:docChg>
  </pc:docChgLst>
  <pc:docChgLst>
    <pc:chgData name="Dragan Javorac" userId="913c2858-fb97-4c6e-a42c-b1f1a16b225e" providerId="ADAL" clId="{5CB5BC2C-2F2F-4CC9-8BA9-D8BAECA482A8}"/>
    <pc:docChg chg="undo custSel addSld delSld modSld sldOrd">
      <pc:chgData name="Dragan Javorac" userId="913c2858-fb97-4c6e-a42c-b1f1a16b225e" providerId="ADAL" clId="{5CB5BC2C-2F2F-4CC9-8BA9-D8BAECA482A8}" dt="2023-03-13T14:57:59.074" v="1798" actId="1076"/>
      <pc:docMkLst>
        <pc:docMk/>
      </pc:docMkLst>
      <pc:sldChg chg="modSp mod">
        <pc:chgData name="Dragan Javorac" userId="913c2858-fb97-4c6e-a42c-b1f1a16b225e" providerId="ADAL" clId="{5CB5BC2C-2F2F-4CC9-8BA9-D8BAECA482A8}" dt="2023-03-13T14:19:46.723" v="4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CB5BC2C-2F2F-4CC9-8BA9-D8BAECA482A8}" dt="2023-03-13T13:21:02.941" v="27" actId="47"/>
        <pc:sldMkLst>
          <pc:docMk/>
          <pc:sldMk cId="2663455734" sldId="272"/>
        </pc:sldMkLst>
      </pc:sldChg>
      <pc:sldChg chg="addSp delSp modSp mod">
        <pc:chgData name="Dragan Javorac" userId="913c2858-fb97-4c6e-a42c-b1f1a16b225e" providerId="ADAL" clId="{5CB5BC2C-2F2F-4CC9-8BA9-D8BAECA482A8}" dt="2023-03-13T13:18:36.931" v="26" actId="6549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CB5BC2C-2F2F-4CC9-8BA9-D8BAECA482A8}" dt="2023-03-13T13:21:06.875" v="28" actId="47"/>
        <pc:sldMkLst>
          <pc:docMk/>
          <pc:sldMk cId="2780461342" sldId="290"/>
        </pc:sldMkLst>
      </pc:sldChg>
      <pc:sldChg chg="del">
        <pc:chgData name="Dragan Javorac" userId="913c2858-fb97-4c6e-a42c-b1f1a16b225e" providerId="ADAL" clId="{5CB5BC2C-2F2F-4CC9-8BA9-D8BAECA482A8}" dt="2023-03-13T13:21:02.941" v="27" actId="47"/>
        <pc:sldMkLst>
          <pc:docMk/>
          <pc:sldMk cId="1179543941" sldId="298"/>
        </pc:sldMkLst>
      </pc:sldChg>
      <pc:sldChg chg="addSp delSp modSp mod">
        <pc:chgData name="Dragan Javorac" userId="913c2858-fb97-4c6e-a42c-b1f1a16b225e" providerId="ADAL" clId="{5CB5BC2C-2F2F-4CC9-8BA9-D8BAECA482A8}" dt="2023-03-13T14:44:31.380" v="1198" actId="1076"/>
        <pc:sldMkLst>
          <pc:docMk/>
          <pc:sldMk cId="2525185803" sldId="299"/>
        </pc:sldMkLst>
      </pc:sldChg>
      <pc:sldChg chg="addSp delSp modSp add mod modNotesTx">
        <pc:chgData name="Dragan Javorac" userId="913c2858-fb97-4c6e-a42c-b1f1a16b225e" providerId="ADAL" clId="{5CB5BC2C-2F2F-4CC9-8BA9-D8BAECA482A8}" dt="2023-03-13T14:43:28.916" v="1078" actId="1076"/>
        <pc:sldMkLst>
          <pc:docMk/>
          <pc:sldMk cId="985761737" sldId="300"/>
        </pc:sldMkLst>
      </pc:sldChg>
      <pc:sldChg chg="del">
        <pc:chgData name="Dragan Javorac" userId="913c2858-fb97-4c6e-a42c-b1f1a16b225e" providerId="ADAL" clId="{5CB5BC2C-2F2F-4CC9-8BA9-D8BAECA482A8}" dt="2023-03-13T13:21:02.941" v="27" actId="47"/>
        <pc:sldMkLst>
          <pc:docMk/>
          <pc:sldMk cId="4043464400" sldId="300"/>
        </pc:sldMkLst>
      </pc:sldChg>
      <pc:sldChg chg="addSp delSp modSp add mod">
        <pc:chgData name="Dragan Javorac" userId="913c2858-fb97-4c6e-a42c-b1f1a16b225e" providerId="ADAL" clId="{5CB5BC2C-2F2F-4CC9-8BA9-D8BAECA482A8}" dt="2023-03-13T14:29:41.997" v="497" actId="1076"/>
        <pc:sldMkLst>
          <pc:docMk/>
          <pc:sldMk cId="2426098254" sldId="301"/>
        </pc:sldMkLst>
      </pc:sldChg>
      <pc:sldChg chg="del">
        <pc:chgData name="Dragan Javorac" userId="913c2858-fb97-4c6e-a42c-b1f1a16b225e" providerId="ADAL" clId="{5CB5BC2C-2F2F-4CC9-8BA9-D8BAECA482A8}" dt="2023-03-13T13:21:06.875" v="28" actId="47"/>
        <pc:sldMkLst>
          <pc:docMk/>
          <pc:sldMk cId="3284443213" sldId="301"/>
        </pc:sldMkLst>
      </pc:sldChg>
      <pc:sldChg chg="del">
        <pc:chgData name="Dragan Javorac" userId="913c2858-fb97-4c6e-a42c-b1f1a16b225e" providerId="ADAL" clId="{5CB5BC2C-2F2F-4CC9-8BA9-D8BAECA482A8}" dt="2023-03-13T13:21:02.941" v="27" actId="47"/>
        <pc:sldMkLst>
          <pc:docMk/>
          <pc:sldMk cId="2847745566" sldId="302"/>
        </pc:sldMkLst>
      </pc:sldChg>
      <pc:sldChg chg="addSp delSp modSp add mod">
        <pc:chgData name="Dragan Javorac" userId="913c2858-fb97-4c6e-a42c-b1f1a16b225e" providerId="ADAL" clId="{5CB5BC2C-2F2F-4CC9-8BA9-D8BAECA482A8}" dt="2023-03-13T14:31:59.303" v="568" actId="478"/>
        <pc:sldMkLst>
          <pc:docMk/>
          <pc:sldMk cId="3330776409" sldId="302"/>
        </pc:sldMkLst>
      </pc:sldChg>
      <pc:sldChg chg="del">
        <pc:chgData name="Dragan Javorac" userId="913c2858-fb97-4c6e-a42c-b1f1a16b225e" providerId="ADAL" clId="{5CB5BC2C-2F2F-4CC9-8BA9-D8BAECA482A8}" dt="2023-03-13T13:21:06.875" v="28" actId="47"/>
        <pc:sldMkLst>
          <pc:docMk/>
          <pc:sldMk cId="523715632" sldId="303"/>
        </pc:sldMkLst>
      </pc:sldChg>
      <pc:sldChg chg="addSp delSp modSp add mod">
        <pc:chgData name="Dragan Javorac" userId="913c2858-fb97-4c6e-a42c-b1f1a16b225e" providerId="ADAL" clId="{5CB5BC2C-2F2F-4CC9-8BA9-D8BAECA482A8}" dt="2023-03-13T14:42:35.020" v="1033" actId="20577"/>
        <pc:sldMkLst>
          <pc:docMk/>
          <pc:sldMk cId="4249642981" sldId="303"/>
        </pc:sldMkLst>
      </pc:sldChg>
      <pc:sldChg chg="add del">
        <pc:chgData name="Dragan Javorac" userId="913c2858-fb97-4c6e-a42c-b1f1a16b225e" providerId="ADAL" clId="{5CB5BC2C-2F2F-4CC9-8BA9-D8BAECA482A8}" dt="2023-03-13T14:42:19.188" v="1012" actId="47"/>
        <pc:sldMkLst>
          <pc:docMk/>
          <pc:sldMk cId="310606607" sldId="304"/>
        </pc:sldMkLst>
      </pc:sldChg>
      <pc:sldChg chg="addSp delSp modSp add mod">
        <pc:chgData name="Dragan Javorac" userId="913c2858-fb97-4c6e-a42c-b1f1a16b225e" providerId="ADAL" clId="{5CB5BC2C-2F2F-4CC9-8BA9-D8BAECA482A8}" dt="2023-03-13T14:39:57.556" v="886" actId="478"/>
        <pc:sldMkLst>
          <pc:docMk/>
          <pc:sldMk cId="4210868746" sldId="305"/>
        </pc:sldMkLst>
      </pc:sldChg>
      <pc:sldChg chg="addSp delSp modSp add mod">
        <pc:chgData name="Dragan Javorac" userId="913c2858-fb97-4c6e-a42c-b1f1a16b225e" providerId="ADAL" clId="{5CB5BC2C-2F2F-4CC9-8BA9-D8BAECA482A8}" dt="2023-03-13T14:49:27.558" v="1589"/>
        <pc:sldMkLst>
          <pc:docMk/>
          <pc:sldMk cId="3630177008" sldId="306"/>
        </pc:sldMkLst>
      </pc:sldChg>
      <pc:sldChg chg="addSp delSp modSp add mod ord modNotesTx">
        <pc:chgData name="Dragan Javorac" userId="913c2858-fb97-4c6e-a42c-b1f1a16b225e" providerId="ADAL" clId="{5CB5BC2C-2F2F-4CC9-8BA9-D8BAECA482A8}" dt="2023-03-13T14:49:55.020" v="1593" actId="1076"/>
        <pc:sldMkLst>
          <pc:docMk/>
          <pc:sldMk cId="470416933" sldId="307"/>
        </pc:sldMkLst>
      </pc:sldChg>
      <pc:sldChg chg="addSp delSp modSp add mod">
        <pc:chgData name="Dragan Javorac" userId="913c2858-fb97-4c6e-a42c-b1f1a16b225e" providerId="ADAL" clId="{5CB5BC2C-2F2F-4CC9-8BA9-D8BAECA482A8}" dt="2023-03-13T14:51:23.524" v="1682" actId="14100"/>
        <pc:sldMkLst>
          <pc:docMk/>
          <pc:sldMk cId="909876170" sldId="308"/>
        </pc:sldMkLst>
      </pc:sldChg>
      <pc:sldChg chg="addSp delSp modSp add mod">
        <pc:chgData name="Dragan Javorac" userId="913c2858-fb97-4c6e-a42c-b1f1a16b225e" providerId="ADAL" clId="{5CB5BC2C-2F2F-4CC9-8BA9-D8BAECA482A8}" dt="2023-03-13T14:57:59.074" v="1798" actId="1076"/>
        <pc:sldMkLst>
          <pc:docMk/>
          <pc:sldMk cId="1473098672" sldId="309"/>
        </pc:sldMkLst>
      </pc:sldChg>
      <pc:sldChg chg="modSp add del mod">
        <pc:chgData name="Dragan Javorac" userId="913c2858-fb97-4c6e-a42c-b1f1a16b225e" providerId="ADAL" clId="{5CB5BC2C-2F2F-4CC9-8BA9-D8BAECA482A8}" dt="2023-03-13T14:50:19.053" v="1613" actId="47"/>
        <pc:sldMkLst>
          <pc:docMk/>
          <pc:sldMk cId="1647388317" sldId="309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85DE1929-8F69-4E58-AE2C-742E850FBCCE}"/>
    <pc:docChg chg="custSel modSld">
      <pc:chgData name="Dragan Javorac" userId="913c2858-fb97-4c6e-a42c-b1f1a16b225e" providerId="ADAL" clId="{85DE1929-8F69-4E58-AE2C-742E850FBCCE}" dt="2023-03-17T07:50:07.215" v="738" actId="20577"/>
      <pc:docMkLst>
        <pc:docMk/>
      </pc:docMkLst>
      <pc:sldChg chg="modNotesTx">
        <pc:chgData name="Dragan Javorac" userId="913c2858-fb97-4c6e-a42c-b1f1a16b225e" providerId="ADAL" clId="{85DE1929-8F69-4E58-AE2C-742E850FBCCE}" dt="2023-03-17T07:46:03.859" v="76" actId="20577"/>
        <pc:sldMkLst>
          <pc:docMk/>
          <pc:sldMk cId="2525185803" sldId="299"/>
        </pc:sldMkLst>
      </pc:sldChg>
      <pc:sldChg chg="modNotesTx">
        <pc:chgData name="Dragan Javorac" userId="913c2858-fb97-4c6e-a42c-b1f1a16b225e" providerId="ADAL" clId="{85DE1929-8F69-4E58-AE2C-742E850FBCCE}" dt="2023-03-17T07:46:27.714" v="159" actId="20577"/>
        <pc:sldMkLst>
          <pc:docMk/>
          <pc:sldMk cId="2426098254" sldId="301"/>
        </pc:sldMkLst>
      </pc:sldChg>
      <pc:sldChg chg="modNotesTx">
        <pc:chgData name="Dragan Javorac" userId="913c2858-fb97-4c6e-a42c-b1f1a16b225e" providerId="ADAL" clId="{85DE1929-8F69-4E58-AE2C-742E850FBCCE}" dt="2023-03-17T07:48:02.139" v="235" actId="20577"/>
        <pc:sldMkLst>
          <pc:docMk/>
          <pc:sldMk cId="4249642981" sldId="303"/>
        </pc:sldMkLst>
      </pc:sldChg>
      <pc:sldChg chg="modNotesTx">
        <pc:chgData name="Dragan Javorac" userId="913c2858-fb97-4c6e-a42c-b1f1a16b225e" providerId="ADAL" clId="{85DE1929-8F69-4E58-AE2C-742E850FBCCE}" dt="2023-03-17T07:49:24.208" v="569" actId="20577"/>
        <pc:sldMkLst>
          <pc:docMk/>
          <pc:sldMk cId="3630177008" sldId="306"/>
        </pc:sldMkLst>
      </pc:sldChg>
      <pc:sldChg chg="modSp mod modNotesTx">
        <pc:chgData name="Dragan Javorac" userId="913c2858-fb97-4c6e-a42c-b1f1a16b225e" providerId="ADAL" clId="{85DE1929-8F69-4E58-AE2C-742E850FBCCE}" dt="2023-03-17T07:48:34.263" v="362" actId="20577"/>
        <pc:sldMkLst>
          <pc:docMk/>
          <pc:sldMk cId="470416933" sldId="307"/>
        </pc:sldMkLst>
      </pc:sldChg>
      <pc:sldChg chg="modNotesTx">
        <pc:chgData name="Dragan Javorac" userId="913c2858-fb97-4c6e-a42c-b1f1a16b225e" providerId="ADAL" clId="{85DE1929-8F69-4E58-AE2C-742E850FBCCE}" dt="2023-03-17T07:50:07.215" v="738" actId="20577"/>
        <pc:sldMkLst>
          <pc:docMk/>
          <pc:sldMk cId="909876170" sldId="308"/>
        </pc:sldMkLst>
      </pc:sldChg>
    </pc:docChg>
  </pc:docChgLst>
  <pc:docChgLst>
    <pc:chgData name="Dragan Javorac" userId="913c2858-fb97-4c6e-a42c-b1f1a16b225e" providerId="ADAL" clId="{8C9933F2-D813-4276-8E35-A9B3B153F576}"/>
    <pc:docChg chg="custSel modSld">
      <pc:chgData name="Dragan Javorac" userId="913c2858-fb97-4c6e-a42c-b1f1a16b225e" providerId="ADAL" clId="{8C9933F2-D813-4276-8E35-A9B3B153F576}" dt="2023-03-16T10:07:59.886" v="3" actId="1076"/>
      <pc:docMkLst>
        <pc:docMk/>
      </pc:docMkLst>
      <pc:sldChg chg="delSp modSp mod modNotesTx">
        <pc:chgData name="Dragan Javorac" userId="913c2858-fb97-4c6e-a42c-b1f1a16b225e" providerId="ADAL" clId="{8C9933F2-D813-4276-8E35-A9B3B153F576}" dt="2023-03-16T10:07:59.886" v="3" actId="1076"/>
        <pc:sldMkLst>
          <pc:docMk/>
          <pc:sldMk cId="1473098672" sldId="309"/>
        </pc:sldMkLst>
      </pc:sldChg>
    </pc:docChg>
  </pc:docChgLst>
  <pc:docChgLst>
    <pc:chgData name="Dragan Javorac" userId="913c2858-fb97-4c6e-a42c-b1f1a16b225e" providerId="ADAL" clId="{BC00D9DF-F858-4149-8B7B-F211D448CEDA}"/>
    <pc:docChg chg="custSel addSld delSld modSld">
      <pc:chgData name="Dragan Javorac" userId="913c2858-fb97-4c6e-a42c-b1f1a16b225e" providerId="ADAL" clId="{BC00D9DF-F858-4149-8B7B-F211D448CEDA}" dt="2025-10-30T07:23:53.079" v="125" actId="20577"/>
      <pc:docMkLst>
        <pc:docMk/>
      </pc:docMkLst>
      <pc:sldChg chg="addSp delSp modSp mod">
        <pc:chgData name="Dragan Javorac" userId="913c2858-fb97-4c6e-a42c-b1f1a16b225e" providerId="ADAL" clId="{BC00D9DF-F858-4149-8B7B-F211D448CEDA}" dt="2025-10-30T07:23:53.079" v="125" actId="20577"/>
        <pc:sldMkLst>
          <pc:docMk/>
          <pc:sldMk cId="698492982" sldId="279"/>
        </pc:sldMkLst>
        <pc:spChg chg="mod">
          <ac:chgData name="Dragan Javorac" userId="913c2858-fb97-4c6e-a42c-b1f1a16b225e" providerId="ADAL" clId="{BC00D9DF-F858-4149-8B7B-F211D448CEDA}" dt="2025-10-30T07:23:53.079" v="125" actId="20577"/>
          <ac:spMkLst>
            <pc:docMk/>
            <pc:sldMk cId="698492982" sldId="279"/>
            <ac:spMk id="8" creationId="{29D1AE08-4CFC-4D37-A07F-A71AE2EA570E}"/>
          </ac:spMkLst>
        </pc:spChg>
        <pc:picChg chg="add mod modCrop">
          <ac:chgData name="Dragan Javorac" userId="913c2858-fb97-4c6e-a42c-b1f1a16b225e" providerId="ADAL" clId="{BC00D9DF-F858-4149-8B7B-F211D448CEDA}" dt="2025-10-30T07:23:24.222" v="96" actId="1076"/>
          <ac:picMkLst>
            <pc:docMk/>
            <pc:sldMk cId="698492982" sldId="279"/>
            <ac:picMk id="3" creationId="{A8F76CA5-3B87-B0E3-A36A-B9775B5BEA6E}"/>
          </ac:picMkLst>
        </pc:picChg>
        <pc:picChg chg="del">
          <ac:chgData name="Dragan Javorac" userId="913c2858-fb97-4c6e-a42c-b1f1a16b225e" providerId="ADAL" clId="{BC00D9DF-F858-4149-8B7B-F211D448CEDA}" dt="2025-10-30T07:22:51.956" v="91" actId="478"/>
          <ac:picMkLst>
            <pc:docMk/>
            <pc:sldMk cId="698492982" sldId="279"/>
            <ac:picMk id="5" creationId="{0C3CDEF2-6319-04CD-8902-FE0EE5A9C50F}"/>
          </ac:picMkLst>
        </pc:picChg>
        <pc:picChg chg="add mod">
          <ac:chgData name="Dragan Javorac" userId="913c2858-fb97-4c6e-a42c-b1f1a16b225e" providerId="ADAL" clId="{BC00D9DF-F858-4149-8B7B-F211D448CEDA}" dt="2025-10-30T07:23:25.417" v="97" actId="1076"/>
          <ac:picMkLst>
            <pc:docMk/>
            <pc:sldMk cId="698492982" sldId="279"/>
            <ac:picMk id="7" creationId="{85E2E045-5451-3AFB-D311-998ED9075843}"/>
          </ac:picMkLst>
        </pc:picChg>
      </pc:sldChg>
      <pc:sldChg chg="modSp mod">
        <pc:chgData name="Dragan Javorac" userId="913c2858-fb97-4c6e-a42c-b1f1a16b225e" providerId="ADAL" clId="{BC00D9DF-F858-4149-8B7B-F211D448CEDA}" dt="2025-10-30T07:19:38.883" v="12" actId="1076"/>
        <pc:sldMkLst>
          <pc:docMk/>
          <pc:sldMk cId="4210868746" sldId="305"/>
        </pc:sldMkLst>
        <pc:picChg chg="mod">
          <ac:chgData name="Dragan Javorac" userId="913c2858-fb97-4c6e-a42c-b1f1a16b225e" providerId="ADAL" clId="{BC00D9DF-F858-4149-8B7B-F211D448CEDA}" dt="2025-10-30T07:19:38.883" v="12" actId="1076"/>
          <ac:picMkLst>
            <pc:docMk/>
            <pc:sldMk cId="4210868746" sldId="305"/>
            <ac:picMk id="3" creationId="{ED606290-DD1F-AAB8-BDF6-B8810DA6901D}"/>
          </ac:picMkLst>
        </pc:picChg>
      </pc:sldChg>
      <pc:sldChg chg="add del">
        <pc:chgData name="Dragan Javorac" userId="913c2858-fb97-4c6e-a42c-b1f1a16b225e" providerId="ADAL" clId="{BC00D9DF-F858-4149-8B7B-F211D448CEDA}" dt="2025-10-30T07:18:50.024" v="1"/>
        <pc:sldMkLst>
          <pc:docMk/>
          <pc:sldMk cId="2509562979" sldId="310"/>
        </pc:sldMkLst>
      </pc:sldChg>
      <pc:sldChg chg="addSp delSp modSp add mod">
        <pc:chgData name="Dragan Javorac" userId="913c2858-fb97-4c6e-a42c-b1f1a16b225e" providerId="ADAL" clId="{BC00D9DF-F858-4149-8B7B-F211D448CEDA}" dt="2025-10-30T07:19:17.059" v="11" actId="1076"/>
        <pc:sldMkLst>
          <pc:docMk/>
          <pc:sldMk cId="3335372216" sldId="310"/>
        </pc:sldMkLst>
        <pc:spChg chg="del">
          <ac:chgData name="Dragan Javorac" userId="913c2858-fb97-4c6e-a42c-b1f1a16b225e" providerId="ADAL" clId="{BC00D9DF-F858-4149-8B7B-F211D448CEDA}" dt="2025-10-30T07:19:08.179" v="4" actId="478"/>
          <ac:spMkLst>
            <pc:docMk/>
            <pc:sldMk cId="3335372216" sldId="310"/>
            <ac:spMk id="3" creationId="{BD324D02-D5B0-6860-CA7E-E92656376B81}"/>
          </ac:spMkLst>
        </pc:spChg>
        <pc:spChg chg="del">
          <ac:chgData name="Dragan Javorac" userId="913c2858-fb97-4c6e-a42c-b1f1a16b225e" providerId="ADAL" clId="{BC00D9DF-F858-4149-8B7B-F211D448CEDA}" dt="2025-10-30T07:19:09.643" v="6" actId="478"/>
          <ac:spMkLst>
            <pc:docMk/>
            <pc:sldMk cId="3335372216" sldId="310"/>
            <ac:spMk id="10" creationId="{749B7D80-53E6-1603-E428-777651D9198D}"/>
          </ac:spMkLst>
        </pc:spChg>
        <pc:spChg chg="del">
          <ac:chgData name="Dragan Javorac" userId="913c2858-fb97-4c6e-a42c-b1f1a16b225e" providerId="ADAL" clId="{BC00D9DF-F858-4149-8B7B-F211D448CEDA}" dt="2025-10-30T07:19:10.606" v="7" actId="478"/>
          <ac:spMkLst>
            <pc:docMk/>
            <pc:sldMk cId="3335372216" sldId="310"/>
            <ac:spMk id="11" creationId="{2DA67F59-AE8E-2795-8BAC-2178DDAFE483}"/>
          </ac:spMkLst>
        </pc:spChg>
        <pc:spChg chg="del">
          <ac:chgData name="Dragan Javorac" userId="913c2858-fb97-4c6e-a42c-b1f1a16b225e" providerId="ADAL" clId="{BC00D9DF-F858-4149-8B7B-F211D448CEDA}" dt="2025-10-30T07:19:08.846" v="5" actId="478"/>
          <ac:spMkLst>
            <pc:docMk/>
            <pc:sldMk cId="3335372216" sldId="310"/>
            <ac:spMk id="14" creationId="{50A61E9B-6C12-F4F5-BF33-30DEE7CB8FDC}"/>
          </ac:spMkLst>
        </pc:spChg>
        <pc:picChg chg="add mod">
          <ac:chgData name="Dragan Javorac" userId="913c2858-fb97-4c6e-a42c-b1f1a16b225e" providerId="ADAL" clId="{BC00D9DF-F858-4149-8B7B-F211D448CEDA}" dt="2025-10-30T07:19:17.059" v="11" actId="1076"/>
          <ac:picMkLst>
            <pc:docMk/>
            <pc:sldMk cId="3335372216" sldId="310"/>
            <ac:picMk id="6" creationId="{6BF7F5E9-EDA6-0C5B-B1BB-E76038EC19D3}"/>
          </ac:picMkLst>
        </pc:picChg>
        <pc:picChg chg="del">
          <ac:chgData name="Dragan Javorac" userId="913c2858-fb97-4c6e-a42c-b1f1a16b225e" providerId="ADAL" clId="{BC00D9DF-F858-4149-8B7B-F211D448CEDA}" dt="2025-10-30T07:19:14.201" v="10" actId="478"/>
          <ac:picMkLst>
            <pc:docMk/>
            <pc:sldMk cId="3335372216" sldId="310"/>
            <ac:picMk id="13" creationId="{1B674771-6D08-A3FA-60E1-34CE407EC6E3}"/>
          </ac:picMkLst>
        </pc:picChg>
      </pc:sldChg>
      <pc:sldChg chg="addSp delSp modSp add mod">
        <pc:chgData name="Dragan Javorac" userId="913c2858-fb97-4c6e-a42c-b1f1a16b225e" providerId="ADAL" clId="{BC00D9DF-F858-4149-8B7B-F211D448CEDA}" dt="2025-10-30T07:23:46.276" v="111" actId="1076"/>
        <pc:sldMkLst>
          <pc:docMk/>
          <pc:sldMk cId="2926839924" sldId="311"/>
        </pc:sldMkLst>
        <pc:spChg chg="mod">
          <ac:chgData name="Dragan Javorac" userId="913c2858-fb97-4c6e-a42c-b1f1a16b225e" providerId="ADAL" clId="{BC00D9DF-F858-4149-8B7B-F211D448CEDA}" dt="2025-10-30T07:21:35.756" v="87" actId="20577"/>
          <ac:spMkLst>
            <pc:docMk/>
            <pc:sldMk cId="2926839924" sldId="311"/>
            <ac:spMk id="2" creationId="{2B42FE35-F84C-62EA-97AF-969C28AEDABD}"/>
          </ac:spMkLst>
        </pc:spChg>
        <pc:spChg chg="mod">
          <ac:chgData name="Dragan Javorac" userId="913c2858-fb97-4c6e-a42c-b1f1a16b225e" providerId="ADAL" clId="{BC00D9DF-F858-4149-8B7B-F211D448CEDA}" dt="2025-10-30T07:21:29.851" v="77" actId="20577"/>
          <ac:spMkLst>
            <pc:docMk/>
            <pc:sldMk cId="2926839924" sldId="311"/>
            <ac:spMk id="4" creationId="{0FA78AB5-D656-0E3C-44E6-F116B4C932AD}"/>
          </ac:spMkLst>
        </pc:spChg>
        <pc:spChg chg="del">
          <ac:chgData name="Dragan Javorac" userId="913c2858-fb97-4c6e-a42c-b1f1a16b225e" providerId="ADAL" clId="{BC00D9DF-F858-4149-8B7B-F211D448CEDA}" dt="2025-10-30T07:21:07.496" v="16" actId="478"/>
          <ac:spMkLst>
            <pc:docMk/>
            <pc:sldMk cId="2926839924" sldId="311"/>
            <ac:spMk id="9" creationId="{D8DBCC35-8D26-E3B5-CB78-1A0CAF18C586}"/>
          </ac:spMkLst>
        </pc:spChg>
        <pc:picChg chg="add mod modCrop">
          <ac:chgData name="Dragan Javorac" userId="913c2858-fb97-4c6e-a42c-b1f1a16b225e" providerId="ADAL" clId="{BC00D9DF-F858-4149-8B7B-F211D448CEDA}" dt="2025-10-30T07:23:46.276" v="111" actId="1076"/>
          <ac:picMkLst>
            <pc:docMk/>
            <pc:sldMk cId="2926839924" sldId="311"/>
            <ac:picMk id="5" creationId="{2E344933-5916-7CAA-BD4D-EFE4B96087D5}"/>
          </ac:picMkLst>
        </pc:picChg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29D49B96-8D76-496D-AC3D-72DCF2723361}"/>
    <pc:docChg chg="custSel modSld">
      <pc:chgData name="Dragan Javorac" userId="913c2858-fb97-4c6e-a42c-b1f1a16b225e" providerId="ADAL" clId="{29D49B96-8D76-496D-AC3D-72DCF2723361}" dt="2024-03-25T07:11:10.469" v="10" actId="1076"/>
      <pc:docMkLst>
        <pc:docMk/>
      </pc:docMkLst>
      <pc:sldChg chg="addSp delSp modSp mod">
        <pc:chgData name="Dragan Javorac" userId="913c2858-fb97-4c6e-a42c-b1f1a16b225e" providerId="ADAL" clId="{29D49B96-8D76-496D-AC3D-72DCF2723361}" dt="2024-03-25T07:11:10.469" v="10" actId="1076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weten we nog van functions? Wat voor varianten hebben we vaak?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9334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A9D7-0715-CD93-AD31-7A4DEAA2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C3716-FF3E-7D81-8052-BCF0D2A40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0E341-0443-2C97-AC4F-A26E4F2F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weten we nog van functions? Wat voor varianten hebben we vaak?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EE4E0-027A-9781-24DE-E87B2B66C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2768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de access ook al weer?</a:t>
            </a:r>
          </a:p>
          <a:p>
            <a:endParaRPr lang="nl-NL" dirty="0"/>
          </a:p>
          <a:p>
            <a:r>
              <a:rPr lang="nl-NL" dirty="0"/>
              <a:t>Een argument is ook een … ?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5735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AB5F-BCF9-5D4E-7E48-CE4F63A9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ABE3A-CD1A-0EC7-E37F-47AA82821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BFD8C-1248-9D7B-C422-B03054CC5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de access ook al weer?</a:t>
            </a:r>
          </a:p>
          <a:p>
            <a:endParaRPr lang="nl-NL" dirty="0"/>
          </a:p>
          <a:p>
            <a:r>
              <a:rPr lang="nl-NL" dirty="0"/>
              <a:t>Een argument is ook een … ?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E21D-7AB3-BC83-D009-17FC15B6C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026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Welke returns zie je hier?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2990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Kan je een return in een </a:t>
            </a:r>
            <a:r>
              <a:rPr lang="nl-NL" dirty="0" err="1"/>
              <a:t>void</a:t>
            </a:r>
            <a:r>
              <a:rPr lang="nl-NL" dirty="0"/>
              <a:t> hebben?</a:t>
            </a:r>
          </a:p>
          <a:p>
            <a:r>
              <a:rPr lang="nl-NL" dirty="0"/>
              <a:t>Wanneer zouden we die gebruiken?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547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een lokale </a:t>
            </a:r>
            <a:r>
              <a:rPr lang="nl-NL" dirty="0" err="1"/>
              <a:t>variable</a:t>
            </a:r>
            <a:r>
              <a:rPr lang="nl-NL" dirty="0"/>
              <a:t> ook al weer?</a:t>
            </a:r>
          </a:p>
          <a:p>
            <a:endParaRPr lang="nl-NL" dirty="0"/>
          </a:p>
          <a:p>
            <a:r>
              <a:rPr lang="nl-NL" dirty="0"/>
              <a:t>Wat was het verschil tussen een instance en de definitie van een class ook al weer?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8299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Geef eens een voorbeeld van een ander argument? Wat schrijf je eerst? Wat daarna?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Weet iemand nog wat we met de default value doen van een argument?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6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een lokale </a:t>
            </a:r>
            <a:r>
              <a:rPr lang="nl-NL" dirty="0" err="1"/>
              <a:t>variable</a:t>
            </a:r>
            <a:r>
              <a:rPr lang="nl-NL" dirty="0"/>
              <a:t> ook al weer?</a:t>
            </a:r>
          </a:p>
          <a:p>
            <a:r>
              <a:rPr lang="nl-NL" dirty="0"/>
              <a:t>Wanneer houdt die op met bestaan?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En als je een class/reference type meegeeft? Wat kan je dan wel wat je met een value type </a:t>
            </a:r>
            <a:r>
              <a:rPr lang="nl-NL"/>
              <a:t>niet kan?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0788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Argumenten die je meegeeft moeten hetzelfde type hebben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4360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30-10-2025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progsen/M1Prog_cs1/tree/main/07%20func%20u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Functions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stuk</a:t>
            </a:r>
            <a:r>
              <a:rPr lang="en-US" dirty="0">
                <a:solidFill>
                  <a:schemeClr val="bg1"/>
                </a:solidFill>
              </a:rPr>
              <a:t> code: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wat IETS </a:t>
            </a:r>
            <a:r>
              <a:rPr lang="en-US" dirty="0" err="1">
                <a:solidFill>
                  <a:schemeClr val="bg1"/>
                </a:solidFill>
              </a:rPr>
              <a:t>doet</a:t>
            </a:r>
            <a:r>
              <a:rPr lang="en-US" dirty="0">
                <a:solidFill>
                  <a:schemeClr val="bg1"/>
                </a:solidFill>
              </a:rPr>
              <a:t> of PRODUCEERT 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meerdere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malen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gebruik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worden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E3FD3E6-4AD8-0DEA-3303-48539E2DDC7B}"/>
              </a:ext>
            </a:extLst>
          </p:cNvPr>
          <p:cNvSpPr/>
          <p:nvPr/>
        </p:nvSpPr>
        <p:spPr>
          <a:xfrm>
            <a:off x="486384" y="2140084"/>
            <a:ext cx="5369668" cy="277238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Gebruiken om herhaling te voorkomen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Gebruiken om code die bij elkaar hoort te organiseren</a:t>
            </a:r>
          </a:p>
        </p:txBody>
      </p:sp>
    </p:spTree>
    <p:extLst>
      <p:ext uri="{BB962C8B-B14F-4D97-AF65-F5344CB8AC3E}">
        <p14:creationId xmlns:p14="http://schemas.microsoft.com/office/powerpoint/2010/main" val="25251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04E1-2CAB-7A43-5D44-0210B8A7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FE35-F84C-62EA-97AF-969C28AED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Vak halen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A78AB5-D656-0E3C-44E6-F116B4C932AD}"/>
              </a:ext>
            </a:extLst>
          </p:cNvPr>
          <p:cNvSpPr txBox="1">
            <a:spLocks/>
          </p:cNvSpPr>
          <p:nvPr/>
        </p:nvSpPr>
        <p:spPr>
          <a:xfrm>
            <a:off x="923514" y="697740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Volgende</a:t>
            </a:r>
            <a:r>
              <a:rPr lang="en-US" dirty="0">
                <a:solidFill>
                  <a:schemeClr val="bg1"/>
                </a:solidFill>
              </a:rPr>
              <a:t> week: 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Beoordeling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Ik ga </a:t>
            </a:r>
            <a:r>
              <a:rPr lang="en-US" dirty="0" err="1">
                <a:solidFill>
                  <a:schemeClr val="bg1"/>
                </a:solidFill>
              </a:rPr>
              <a:t>kijken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vanaf</a:t>
            </a:r>
            <a:r>
              <a:rPr lang="en-US" dirty="0">
                <a:solidFill>
                  <a:schemeClr val="bg1"/>
                </a:solidFill>
              </a:rPr>
              <a:t>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44933-5916-7CAA-BD4D-EFE4B960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36" b="47134"/>
          <a:stretch>
            <a:fillRect/>
          </a:stretch>
        </p:blipFill>
        <p:spPr>
          <a:xfrm>
            <a:off x="1210132" y="3082446"/>
            <a:ext cx="9771735" cy="32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3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Structuur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311285" y="517916"/>
            <a:ext cx="3054485" cy="659131"/>
          </a:xfrm>
          <a:prstGeom prst="wedgeRoundRectCallout">
            <a:avLst>
              <a:gd name="adj1" fmla="val -33750"/>
              <a:gd name="adj2" fmla="val 62003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Wie mag erbij 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05DC9C7D-5DC6-E94F-801A-303D7D41652F}"/>
              </a:ext>
            </a:extLst>
          </p:cNvPr>
          <p:cNvSpPr/>
          <p:nvPr/>
        </p:nvSpPr>
        <p:spPr>
          <a:xfrm>
            <a:off x="2014841" y="1967024"/>
            <a:ext cx="3054485" cy="455163"/>
          </a:xfrm>
          <a:prstGeom prst="wedgeRoundRectCallout">
            <a:avLst>
              <a:gd name="adj1" fmla="val -30247"/>
              <a:gd name="adj2" fmla="val 59551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Wat komt eruit?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0719928B-7A8C-A56E-643A-83C0F217E281}"/>
              </a:ext>
            </a:extLst>
          </p:cNvPr>
          <p:cNvSpPr/>
          <p:nvPr/>
        </p:nvSpPr>
        <p:spPr>
          <a:xfrm>
            <a:off x="4105757" y="3556284"/>
            <a:ext cx="3054485" cy="455163"/>
          </a:xfrm>
          <a:prstGeom prst="wedgeRoundRectCallout">
            <a:avLst>
              <a:gd name="adj1" fmla="val -23878"/>
              <a:gd name="adj2" fmla="val 24715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Hoe heet de function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4572D12-DF07-3891-65FD-08AAF99A21AC}"/>
              </a:ext>
            </a:extLst>
          </p:cNvPr>
          <p:cNvSpPr/>
          <p:nvPr/>
        </p:nvSpPr>
        <p:spPr>
          <a:xfrm>
            <a:off x="7486245" y="3429000"/>
            <a:ext cx="3054485" cy="963123"/>
          </a:xfrm>
          <a:prstGeom prst="wedgeRoundRectCallout">
            <a:avLst>
              <a:gd name="adj1" fmla="val -21649"/>
              <a:gd name="adj2" fmla="val 10272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Argumenten </a:t>
            </a:r>
          </a:p>
          <a:p>
            <a:pPr algn="ctr"/>
            <a:r>
              <a:rPr lang="nl-NL" dirty="0"/>
              <a:t>(Wat heeft de function nodig)</a:t>
            </a:r>
          </a:p>
          <a:p>
            <a:pPr algn="ctr"/>
            <a:r>
              <a:rPr lang="nl-NL" dirty="0"/>
              <a:t>(0 of meer)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8D3ECE-8156-817C-82C7-5FF09A6FA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5018262"/>
            <a:ext cx="11439525" cy="180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9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B989-F222-8D5A-07F4-CFBB6DB0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2FA8-5F26-33A7-89E6-BA4A929AA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Structuur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5D74BF-425D-9F65-AD3C-B44B1A9B6C33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F7F5E9-EDA6-0C5B-B1BB-E76038EC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20" y="1980678"/>
            <a:ext cx="11685105" cy="28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7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 err="1">
                <a:solidFill>
                  <a:schemeClr val="bg1"/>
                </a:solidFill>
              </a:rPr>
              <a:t>Bluep</a:t>
            </a:r>
            <a:r>
              <a:rPr lang="nl-NL" dirty="0" err="1">
                <a:solidFill>
                  <a:schemeClr val="bg1"/>
                </a:solidFill>
              </a:rPr>
              <a:t>rint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196DF-B79E-55CF-E32B-86C8A5CB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53"/>
            <a:ext cx="6141554" cy="666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76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CDD07C-9A76-E1FC-56C3-C18878F9B9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6" t="6131" b="50099"/>
          <a:stretch/>
        </p:blipFill>
        <p:spPr>
          <a:xfrm>
            <a:off x="66473" y="1655464"/>
            <a:ext cx="5839028" cy="2916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Returns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Kan van </a:t>
            </a:r>
            <a:r>
              <a:rPr lang="en-US" dirty="0" err="1">
                <a:solidFill>
                  <a:schemeClr val="bg1"/>
                </a:solidFill>
              </a:rPr>
              <a:t>alles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zijn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int, float, decimal, double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string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byte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boolean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class, interface of struct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98576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void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Returned </a:t>
            </a:r>
            <a:r>
              <a:rPr lang="en-US" dirty="0" err="1">
                <a:solidFill>
                  <a:schemeClr val="bg1"/>
                </a:solidFill>
              </a:rPr>
              <a:t>niets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Doet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wel</a:t>
            </a:r>
            <a:r>
              <a:rPr lang="en-US" dirty="0">
                <a:solidFill>
                  <a:schemeClr val="bg1"/>
                </a:solidFill>
              </a:rPr>
              <a:t> 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59F05-BC29-24CA-B500-338D6A6E0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563079"/>
            <a:ext cx="6076950" cy="3581400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1614792" y="5394012"/>
            <a:ext cx="3054485" cy="462040"/>
          </a:xfrm>
          <a:prstGeom prst="wedgeRoundRectCallout">
            <a:avLst>
              <a:gd name="adj1" fmla="val -6999"/>
              <a:gd name="adj2" fmla="val -20885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Gebruik de function</a:t>
            </a:r>
          </a:p>
        </p:txBody>
      </p:sp>
    </p:spTree>
    <p:extLst>
      <p:ext uri="{BB962C8B-B14F-4D97-AF65-F5344CB8AC3E}">
        <p14:creationId xmlns:p14="http://schemas.microsoft.com/office/powerpoint/2010/main" val="424964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Standaard types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Returned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bekend</a:t>
            </a:r>
            <a:r>
              <a:rPr lang="en-US" dirty="0">
                <a:solidFill>
                  <a:schemeClr val="bg1"/>
                </a:solidFill>
              </a:rPr>
              <a:t> type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Wel</a:t>
            </a:r>
            <a:r>
              <a:rPr lang="en-US" dirty="0">
                <a:solidFill>
                  <a:schemeClr val="bg1"/>
                </a:solidFill>
              </a:rPr>
              <a:t> het </a:t>
            </a:r>
            <a:r>
              <a:rPr lang="en-US" dirty="0" err="1">
                <a:solidFill>
                  <a:schemeClr val="bg1"/>
                </a:solidFill>
              </a:rPr>
              <a:t>resultaat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gebruiken</a:t>
            </a:r>
            <a:r>
              <a:rPr lang="en-US" dirty="0">
                <a:solidFill>
                  <a:schemeClr val="bg1"/>
                </a:solidFill>
              </a:rPr>
              <a:t> of </a:t>
            </a:r>
            <a:r>
              <a:rPr lang="en-US" dirty="0" err="1">
                <a:solidFill>
                  <a:schemeClr val="bg1"/>
                </a:solidFill>
              </a:rPr>
              <a:t>bewaren</a:t>
            </a:r>
            <a:r>
              <a:rPr lang="en-US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06290-DD1F-AAB8-BDF6-B8810DA690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93" t="10952" r="51374" b="72113"/>
          <a:stretch/>
        </p:blipFill>
        <p:spPr>
          <a:xfrm>
            <a:off x="152400" y="1643765"/>
            <a:ext cx="2704289" cy="1128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C5EE5-1B68-0554-D483-BC04C722E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280450"/>
            <a:ext cx="6134100" cy="1590675"/>
          </a:xfrm>
          <a:prstGeom prst="rect">
            <a:avLst/>
          </a:prstGeom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1368483" y="110015"/>
            <a:ext cx="2704289" cy="595869"/>
          </a:xfrm>
          <a:prstGeom prst="wedgeRoundRectCallout">
            <a:avLst>
              <a:gd name="adj1" fmla="val -51868"/>
              <a:gd name="adj2" fmla="val 19415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Levert een int op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6B74A7D-237D-5A37-EA89-55D485F98B20}"/>
              </a:ext>
            </a:extLst>
          </p:cNvPr>
          <p:cNvSpPr/>
          <p:nvPr/>
        </p:nvSpPr>
        <p:spPr>
          <a:xfrm>
            <a:off x="219075" y="5476440"/>
            <a:ext cx="2057197" cy="1031364"/>
          </a:xfrm>
          <a:prstGeom prst="wedgeRoundRectCallout">
            <a:avLst>
              <a:gd name="adj1" fmla="val -11342"/>
              <a:gd name="adj2" fmla="val -14617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Bewaar het resultaat in een </a:t>
            </a:r>
            <a:r>
              <a:rPr lang="nl-NL" dirty="0" err="1"/>
              <a:t>variable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086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ED8087-2EF7-355F-C6BA-C7400AF24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271327"/>
            <a:ext cx="5410200" cy="3238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Classes </a:t>
            </a:r>
            <a:r>
              <a:rPr lang="nl-NL" dirty="0" err="1">
                <a:solidFill>
                  <a:schemeClr val="bg1"/>
                </a:solidFill>
              </a:rPr>
              <a:t>etc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Returned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object.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Dit</a:t>
            </a:r>
            <a:r>
              <a:rPr lang="en-US" dirty="0">
                <a:solidFill>
                  <a:schemeClr val="bg1"/>
                </a:solidFill>
              </a:rPr>
              <a:t> is </a:t>
            </a:r>
            <a:r>
              <a:rPr lang="en-US" dirty="0" err="1">
                <a:solidFill>
                  <a:schemeClr val="bg1"/>
                </a:solidFill>
              </a:rPr>
              <a:t>ook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type, maar dan </a:t>
            </a:r>
            <a:r>
              <a:rPr lang="en-US" dirty="0" err="1">
                <a:solidFill>
                  <a:schemeClr val="bg1"/>
                </a:solidFill>
              </a:rPr>
              <a:t>zelf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gemaakt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1638184" y="0"/>
            <a:ext cx="2603075" cy="574599"/>
          </a:xfrm>
          <a:prstGeom prst="wedgeRoundRectCallout">
            <a:avLst>
              <a:gd name="adj1" fmla="val -41274"/>
              <a:gd name="adj2" fmla="val 20045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Levert een </a:t>
            </a:r>
            <a:r>
              <a:rPr lang="nl-NL" dirty="0" err="1"/>
              <a:t>ItemDrop</a:t>
            </a:r>
            <a:r>
              <a:rPr lang="nl-NL" dirty="0"/>
              <a:t> 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BA722B-656C-3C46-5C7B-AD003FBE7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29" y="4682331"/>
            <a:ext cx="5781675" cy="166687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7929FFD-4DA6-7CA6-0373-5486B7E6C21D}"/>
              </a:ext>
            </a:extLst>
          </p:cNvPr>
          <p:cNvSpPr/>
          <p:nvPr/>
        </p:nvSpPr>
        <p:spPr>
          <a:xfrm>
            <a:off x="3650999" y="6181112"/>
            <a:ext cx="2603075" cy="574599"/>
          </a:xfrm>
          <a:prstGeom prst="wedgeRoundRectCallout">
            <a:avLst>
              <a:gd name="adj1" fmla="val -22590"/>
              <a:gd name="adj2" fmla="val -9072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Levert een </a:t>
            </a:r>
            <a:r>
              <a:rPr lang="nl-NL" dirty="0" err="1"/>
              <a:t>ItemDrop</a:t>
            </a:r>
            <a:r>
              <a:rPr lang="nl-NL" dirty="0"/>
              <a:t> op</a:t>
            </a:r>
          </a:p>
        </p:txBody>
      </p:sp>
    </p:spTree>
    <p:extLst>
      <p:ext uri="{BB962C8B-B14F-4D97-AF65-F5344CB8AC3E}">
        <p14:creationId xmlns:p14="http://schemas.microsoft.com/office/powerpoint/2010/main" val="47041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7937D5-E320-2222-A439-CF63E34350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6" t="6131" b="50099"/>
          <a:stretch/>
        </p:blipFill>
        <p:spPr>
          <a:xfrm>
            <a:off x="219075" y="1645737"/>
            <a:ext cx="5839028" cy="2916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Argumenten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wat een function nodig heeft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Elk argument: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is een lokale </a:t>
            </a:r>
            <a:r>
              <a:rPr lang="nl-NL" dirty="0" err="1">
                <a:solidFill>
                  <a:schemeClr val="bg1"/>
                </a:solidFill>
              </a:rPr>
              <a:t>variable</a:t>
            </a:r>
            <a:endParaRPr lang="nl-NL" dirty="0">
              <a:solidFill>
                <a:schemeClr val="bg1"/>
              </a:solidFill>
            </a:endParaRPr>
          </a:p>
          <a:p>
            <a:pPr lvl="1"/>
            <a:r>
              <a:rPr lang="nl-NL" dirty="0">
                <a:solidFill>
                  <a:schemeClr val="bg1"/>
                </a:solidFill>
              </a:rPr>
              <a:t>Heeft een type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Heeft een naam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1930014" y="561976"/>
            <a:ext cx="2603075" cy="574599"/>
          </a:xfrm>
          <a:prstGeom prst="wedgeRoundRectCallout">
            <a:avLst>
              <a:gd name="adj1" fmla="val -41274"/>
              <a:gd name="adj2" fmla="val 20045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Geen argumenten nodig =&gt; lege haken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7929FFD-4DA6-7CA6-0373-5486B7E6C21D}"/>
              </a:ext>
            </a:extLst>
          </p:cNvPr>
          <p:cNvSpPr/>
          <p:nvPr/>
        </p:nvSpPr>
        <p:spPr>
          <a:xfrm>
            <a:off x="2597285" y="5071434"/>
            <a:ext cx="3144379" cy="1144540"/>
          </a:xfrm>
          <a:prstGeom prst="wedgeRoundRectCallout">
            <a:avLst>
              <a:gd name="adj1" fmla="val -6953"/>
              <a:gd name="adj2" fmla="val -14792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Argumenten nodig: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Voornaam type=string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Achternaam type=string</a:t>
            </a:r>
          </a:p>
        </p:txBody>
      </p:sp>
    </p:spTree>
    <p:extLst>
      <p:ext uri="{BB962C8B-B14F-4D97-AF65-F5344CB8AC3E}">
        <p14:creationId xmlns:p14="http://schemas.microsoft.com/office/powerpoint/2010/main" val="363017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4D6DEA-1753-4F54-4F2D-2F6AFF52F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187"/>
            <a:ext cx="6154857" cy="48676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 fontScale="90000"/>
          </a:bodyPr>
          <a:lstStyle/>
          <a:p>
            <a:r>
              <a:rPr lang="nl-NL" dirty="0">
                <a:solidFill>
                  <a:schemeClr val="bg1"/>
                </a:solidFill>
              </a:rPr>
              <a:t>Argumenten</a:t>
            </a:r>
            <a:br>
              <a:rPr lang="nl-NL" dirty="0">
                <a:solidFill>
                  <a:schemeClr val="bg1"/>
                </a:solidFill>
              </a:rPr>
            </a:br>
            <a:r>
              <a:rPr lang="nl-NL" dirty="0">
                <a:solidFill>
                  <a:schemeClr val="bg1"/>
                </a:solidFill>
              </a:rPr>
              <a:t>classes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Class is een type dus mag ook als argument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3617603" y="2384589"/>
            <a:ext cx="2603075" cy="574599"/>
          </a:xfrm>
          <a:prstGeom prst="wedgeRoundRectCallout">
            <a:avLst>
              <a:gd name="adj1" fmla="val -27074"/>
              <a:gd name="adj2" fmla="val -7041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Doorgeven van de </a:t>
            </a:r>
            <a:r>
              <a:rPr lang="nl-NL" dirty="0" err="1"/>
              <a:t>ItemDrop</a:t>
            </a:r>
            <a:r>
              <a:rPr lang="nl-NL" dirty="0"/>
              <a:t> in drop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7929FFD-4DA6-7CA6-0373-5486B7E6C21D}"/>
              </a:ext>
            </a:extLst>
          </p:cNvPr>
          <p:cNvSpPr/>
          <p:nvPr/>
        </p:nvSpPr>
        <p:spPr>
          <a:xfrm>
            <a:off x="3955926" y="4277589"/>
            <a:ext cx="2603075" cy="574599"/>
          </a:xfrm>
          <a:prstGeom prst="wedgeRoundRectCallout">
            <a:avLst>
              <a:gd name="adj1" fmla="val -27074"/>
              <a:gd name="adj2" fmla="val -22785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ItemDrop</a:t>
            </a:r>
            <a:r>
              <a:rPr lang="nl-NL" dirty="0"/>
              <a:t> als argument</a:t>
            </a:r>
          </a:p>
        </p:txBody>
      </p:sp>
    </p:spTree>
    <p:extLst>
      <p:ext uri="{BB962C8B-B14F-4D97-AF65-F5344CB8AC3E}">
        <p14:creationId xmlns:p14="http://schemas.microsoft.com/office/powerpoint/2010/main" val="909876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 fontScale="90000"/>
          </a:bodyPr>
          <a:lstStyle/>
          <a:p>
            <a:r>
              <a:rPr lang="nl-NL" dirty="0">
                <a:solidFill>
                  <a:schemeClr val="bg1"/>
                </a:solidFill>
              </a:rPr>
              <a:t>Wat is hier mis aan?</a:t>
            </a:r>
            <a:endParaRPr lang="nl-NL" noProof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98A7A-A04F-C6AB-1A5A-B53355824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8" y="2729035"/>
            <a:ext cx="7947498" cy="340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98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chemeClr val="bg1"/>
                </a:solidFill>
              </a:rPr>
              <a:t>Simulize</a:t>
            </a:r>
            <a:r>
              <a:rPr lang="nl-NL" dirty="0">
                <a:solidFill>
                  <a:schemeClr val="bg1"/>
                </a:solidFill>
              </a:rPr>
              <a:t>!</a:t>
            </a:r>
          </a:p>
          <a:p>
            <a:pPr lvl="1"/>
            <a:r>
              <a:rPr lang="nl-NL">
                <a:solidFill>
                  <a:schemeClr val="bg1"/>
                </a:solidFill>
              </a:rPr>
              <a:t>reflecteer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Function opdrachten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4E84FB-8E3C-2FEE-37BC-1A941659F10D}"/>
              </a:ext>
            </a:extLst>
          </p:cNvPr>
          <p:cNvSpPr/>
          <p:nvPr/>
        </p:nvSpPr>
        <p:spPr>
          <a:xfrm>
            <a:off x="1848897" y="6001501"/>
            <a:ext cx="8802356" cy="66148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bg1"/>
                </a:solidFill>
                <a:hlinkClick r:id="rId2"/>
              </a:rPr>
              <a:t>https://github.com/progsen/M1Prog_cs1/tree/main/07%20func%20use</a:t>
            </a:r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76CA5-3B87-B0E3-A36A-B9775B5BEA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217" b="49045"/>
          <a:stretch>
            <a:fillRect/>
          </a:stretch>
        </p:blipFill>
        <p:spPr>
          <a:xfrm>
            <a:off x="6601229" y="544825"/>
            <a:ext cx="4850296" cy="2120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E2E045-5451-3AFB-D311-998ED907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229" y="2829902"/>
            <a:ext cx="4541644" cy="300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Create a new document." ma:contentTypeScope="" ma:versionID="d9582f3fdd3fa1894c99d2e39c29e8b4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460f85de64c16f6f8d8d05a4f0bd9a1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29BF2C-6A79-4AA0-8BD6-9C1F3616C6B4}">
  <ds:schemaRefs>
    <ds:schemaRef ds:uri="http://schemas.openxmlformats.org/package/2006/metadata/core-properties"/>
    <ds:schemaRef ds:uri="23f2e982-2831-4f7d-9473-a432dcec5614"/>
    <ds:schemaRef ds:uri="9990b2e4-f671-45e9-a507-7e01c19989ed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49d84152-0706-4d6e-be72-eb152f539130"/>
    <ds:schemaRef ds:uri="92411348-3950-478e-aa07-b25ef9e2ab6a"/>
  </ds:schemaRefs>
</ds:datastoreItem>
</file>

<file path=customXml/itemProps2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EF65F9-3C57-4554-B14D-C155A08E5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1636</TotalTime>
  <Words>437</Words>
  <Application>Microsoft Office PowerPoint</Application>
  <PresentationFormat>Widescreen</PresentationFormat>
  <Paragraphs>103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C#: Functions </vt:lpstr>
      <vt:lpstr>Functions</vt:lpstr>
      <vt:lpstr>Vak halen</vt:lpstr>
      <vt:lpstr>Structuur</vt:lpstr>
      <vt:lpstr>Structuur</vt:lpstr>
      <vt:lpstr>Blueprint</vt:lpstr>
      <vt:lpstr>Returns</vt:lpstr>
      <vt:lpstr>void</vt:lpstr>
      <vt:lpstr>Standaard types</vt:lpstr>
      <vt:lpstr>Classes etc</vt:lpstr>
      <vt:lpstr>Argumenten</vt:lpstr>
      <vt:lpstr>Argumenten classes</vt:lpstr>
      <vt:lpstr>Wat is hier mis aan?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35</cp:revision>
  <dcterms:created xsi:type="dcterms:W3CDTF">2021-12-21T06:53:17Z</dcterms:created>
  <dcterms:modified xsi:type="dcterms:W3CDTF">2025-10-30T07:23:53Z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