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5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1E83"/>
                </a:solidFill>
              </a:rPr>
              <a:t>Les 5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58368" y="254203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Zoeken, aanpassen en verwijderen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94944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C++ vervolgproject: RPG Inventory &amp; Shop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3977640"/>
            <a:ext cx="3200400" cy="73152"/>
          </a:xfrm>
          <a:prstGeom prst="rect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CRUD in een vector&lt;Item&gt;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pic>
        <p:nvPicPr>
          <p:cNvPr id="3" name="Image 0" descr="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00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389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5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Vandaag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9601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D6D"/>
                </a:solidFill>
              </a:rPr>
              <a:t>Van losse items naar beheerbare data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vervolgproject | RPG Inventory &amp; Shop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22960" y="15087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67335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1. Terugblik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87552" y="2020824"/>
            <a:ext cx="28712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Wat hadden we vorige les?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menu + functies + vector&lt;Item&gt;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80560" y="15087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5152" y="167335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2. Zoeken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645152" y="2020824"/>
            <a:ext cx="28712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Een item terugvinden op naam of nummer.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38160" y="15087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02752" y="167335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3. Aanpassen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02752" y="2020824"/>
            <a:ext cx="28712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Bestaande data wijzigen zonder nieuw item te maken.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" y="329184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345643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4. Verwijderen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87552" y="3803904"/>
            <a:ext cx="28712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Een item veilig uit de vector halen.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480560" y="329184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45152" y="345643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5. Testen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645152" y="3803904"/>
            <a:ext cx="28712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Controleren wat er gebeurt bij foute invoer.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138160" y="329184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02752" y="345643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6. Opdracht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302752" y="3803904"/>
            <a:ext cx="28712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SearchItem, EditItem en RemoveItem afmaken.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pic>
        <p:nvPicPr>
          <p:cNvPr id="3" name="Image 0" descr="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00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389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5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Terugblik les 4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9601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D6D"/>
                </a:solidFill>
              </a:rPr>
              <a:t>Code verdelen over functies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vervolgproject | RPG Inventory &amp; Shop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77240" y="155448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" y="1691640"/>
            <a:ext cx="5020056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void ShowMenu();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void AddItem(vector&lt;Item&gt;&amp; items);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void ShowItems(vector&lt;Item&gt;&amp; items);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CalculateTotalValue(vector&lt;Item&gt;&amp; items);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29400" y="15361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16"/>
                </a:solidFill>
              </a:rPr>
              <a:t>Waarom deden we dit?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629400" y="20574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2525"/>
                </a:solidFill>
              </a:rPr>
              <a:t>• main.cpp blijft overzichtelijk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629400" y="26060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2525"/>
                </a:solidFill>
              </a:rPr>
              <a:t>• elke functie heeft één taak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31546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2525"/>
                </a:solidFill>
              </a:rPr>
              <a:t>• fouten zijn makkelijker te vinden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629400" y="37033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2525"/>
                </a:solidFill>
              </a:rPr>
              <a:t>• vandaag voegen we beheerfuncties toe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pic>
        <p:nvPicPr>
          <p:cNvPr id="3" name="Image 0" descr="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00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389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5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9601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D6D"/>
                </a:solidFill>
              </a:rPr>
              <a:t>De vier basisacties op data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vervolgproject | RPG Inventory &amp; Shop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22960" y="1600200"/>
            <a:ext cx="2331720" cy="26517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2032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828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Create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1560" y="2542032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Item toevoegen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657600" y="1600200"/>
            <a:ext cx="2331720" cy="26517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20320">
            <a:solidFill>
              <a:srgbClr val="2454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1828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547A"/>
                </a:solidFill>
              </a:rPr>
              <a:t>Read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886200" y="2542032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Item bekijken / zoeken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92240" y="1600200"/>
            <a:ext cx="2331720" cy="26517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20320">
            <a:solidFill>
              <a:srgbClr val="BF6B0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1828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6B04"/>
                </a:solidFill>
              </a:rPr>
              <a:t>Update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720840" y="2542032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Prijs of hoeveelheid wijzigen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326880" y="1600200"/>
            <a:ext cx="2331720" cy="26517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20320">
            <a:solidFill>
              <a:srgbClr val="A43A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09760" y="1828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43A3A"/>
                </a:solidFill>
              </a:rPr>
              <a:t>Delete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55480" y="2542032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Item verwijderen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60120" y="50292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516"/>
                </a:solidFill>
              </a:rPr>
              <a:t>Les 5 focust op: Read, Update en Delete.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pic>
        <p:nvPicPr>
          <p:cNvPr id="3" name="Image 0" descr="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00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389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5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Zoeken in een vector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9601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D6D"/>
                </a:solidFill>
              </a:rPr>
              <a:t>Stap voor stap door de lijst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vervolgproject | RPG Inventory &amp; Shop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31520" y="150876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645920"/>
            <a:ext cx="497433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(int i = 0; i &lt; items.size(); i++)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(items[i].GetName() == searchName)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items[i].PrintInfo();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46520" y="2377440"/>
            <a:ext cx="822960" cy="502920"/>
          </a:xfrm>
          <a:prstGeom prst="chevron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06640" y="15087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71232" y="167335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Wat doet deze code?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71232" y="2020824"/>
            <a:ext cx="3236976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1. Start bij item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2. Vergelijkt de naam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3. Vindt het juiste item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4. Toont de informatie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06640" y="38404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2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71232" y="400507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Let op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71232" y="4352544"/>
            <a:ext cx="32369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Een vector begint bij index 0.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Het eerste item staat dus niet op plek 1, maar op plek 0.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pic>
        <p:nvPicPr>
          <p:cNvPr id="3" name="Image 0" descr="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00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389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5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Slimmer zoeken: index teruggeven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9601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D6D"/>
                </a:solidFill>
              </a:rPr>
              <a:t>Zoeken wordt herbruikbaar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vervolgproject | RPG Inventory &amp; Shop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1325880"/>
            <a:ext cx="5806440" cy="4343400"/>
          </a:xfrm>
          <a:prstGeom prst="roundRect">
            <a:avLst>
              <a:gd name="adj" fmla="val 1684"/>
            </a:avLst>
          </a:pr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463040"/>
            <a:ext cx="5477256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FindItemIndex(vector&lt;Item&gt;&amp; items, string name)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for (int i = 0; i &lt; items.size(); i++)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if (items[i].GetName() == name)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{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return i;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}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-1;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903720" y="1389888"/>
            <a:ext cx="4389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68312" y="1554480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Waarom -1?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68312" y="1901952"/>
            <a:ext cx="405993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Een geldige index is 0 of hoger.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-1 betekent: niet gevonden.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03720" y="3246120"/>
            <a:ext cx="4389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68312" y="3410712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Gebruik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68312" y="3758184"/>
            <a:ext cx="405993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Dezelfde zoekfunctie kan daarna gebruikt worden voor zoeken, aanpassen én verwijderen.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pic>
        <p:nvPicPr>
          <p:cNvPr id="3" name="Image 0" descr="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00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389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5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SearchItem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9601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D6D"/>
                </a:solidFill>
              </a:rPr>
              <a:t>Van index naar duidelijke feedback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vervolgproject | RPG Inventory &amp; Shop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31520" y="1280160"/>
            <a:ext cx="5806440" cy="4617720"/>
          </a:xfrm>
          <a:prstGeom prst="roundRect">
            <a:avLst>
              <a:gd name="adj" fmla="val 1584"/>
            </a:avLst>
          </a:pr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417320"/>
            <a:ext cx="5477256" cy="4343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void SearchItem(vector&lt;Item&gt;&amp; items)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string name;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cout &lt;&lt; "Naam van item: ";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cin &gt;&gt; name;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int index = FindItemIndex(items, name);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(index == -1)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cout &lt;&lt; "Item niet gevonden.\n";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return;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items[index].PrintInfo();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6949440" y="1353312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FFF2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14032" y="1517904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Bespreekvraag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14032" y="1865376"/>
            <a:ext cx="38770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Waarom is `return;` hier handig?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49440" y="269748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14032" y="2862072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Antwoord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14032" y="3209544"/>
            <a:ext cx="387705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De functie stopt direct.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Daarna wordt er geen code uitgevoerd die een verkeerde index zou gebruiken.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949440" y="434340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14032" y="4507992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Voorbeeld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14032" y="4855464"/>
            <a:ext cx="38770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Zoek: IronSword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Gevonden: Toon alle gegevens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Niet gevonden: nette melding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pic>
        <p:nvPicPr>
          <p:cNvPr id="3" name="Image 0" descr="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00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389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5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EditItem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9601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D6D"/>
                </a:solidFill>
              </a:rPr>
              <a:t>Bestaande gegevens aanpassen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vervolgproject | RPG Inventory &amp; Shop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13232" y="1444752"/>
            <a:ext cx="5989320" cy="4526280"/>
          </a:xfrm>
          <a:prstGeom prst="roundRect">
            <a:avLst>
              <a:gd name="adj" fmla="val 1616"/>
            </a:avLst>
          </a:pr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1581912"/>
            <a:ext cx="5660136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void EditItem(vector&lt;Item&gt;&amp; items)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string name;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cout &lt;&lt; "Welk item wil je aanpassen? ";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cin &gt;&gt; name;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int index = FindItemIndex(items, name);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(index == -1)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cout &lt;&lt; "Item niet gevonden.\n";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return;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int newAmount;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cout &lt;&lt; "Nieuwe hoeveelheid: ";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cin &gt;&gt; newAmount;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items[index].SetAmount(newAmount);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140" dirty="0"/>
          </a:p>
        </p:txBody>
      </p:sp>
      <p:sp>
        <p:nvSpPr>
          <p:cNvPr id="11" name="Shape 8"/>
          <p:cNvSpPr/>
          <p:nvPr/>
        </p:nvSpPr>
        <p:spPr>
          <a:xfrm>
            <a:off x="7086600" y="13716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51192" y="1536192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Keuze voor vandaag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51192" y="1883664"/>
            <a:ext cx="3785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Laat studenten eerst alleen amount aanpassen.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Prijs aanpassen kan als uitbreiding.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086600" y="315468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FF2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51192" y="3319272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Controle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51192" y="3666744"/>
            <a:ext cx="3785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newAmount mag niet negatief zijn.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Voorbeeld: `if (newAmount &lt; 0)`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pic>
        <p:nvPicPr>
          <p:cNvPr id="3" name="Image 0" descr="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00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389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5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RemoveItem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9601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D6D"/>
                </a:solidFill>
              </a:rPr>
              <a:t>Veilig verwijderen uit de vector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vervolgproject | RPG Inventory &amp; Shop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13232" y="1444752"/>
            <a:ext cx="6080760" cy="4526280"/>
          </a:xfrm>
          <a:prstGeom prst="roundRect">
            <a:avLst>
              <a:gd name="adj" fmla="val 1616"/>
            </a:avLst>
          </a:prstGeom>
          <a:solidFill>
            <a:srgbClr val="1E1E1E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1581912"/>
            <a:ext cx="5751576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void RemoveItem(vector&lt;Item&gt;&amp; items)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string name;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cout &lt;&lt; "Welk item wil je verwijderen? ";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cin &gt;&gt; name;</a:t>
            </a:r>
            <a:endParaRPr lang="en-US" sz="1170" dirty="0"/>
          </a:p>
          <a:p>
            <a:pPr indent="0" marL="0">
              <a:buNone/>
            </a:pP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int index = FindItemIndex(items, name);</a:t>
            </a:r>
            <a:endParaRPr lang="en-US" sz="1170" dirty="0"/>
          </a:p>
          <a:p>
            <a:pPr indent="0" marL="0">
              <a:buNone/>
            </a:pP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(index == -1)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cout &lt;&lt; "Item niet gevonden.\n";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return;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1170" dirty="0"/>
          </a:p>
          <a:p>
            <a:pPr indent="0" marL="0">
              <a:buNone/>
            </a:pP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items.erase(items.begin() + index);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cout &lt;&lt; "Item verwijderd.\n";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170" dirty="0"/>
          </a:p>
        </p:txBody>
      </p:sp>
      <p:sp>
        <p:nvSpPr>
          <p:cNvPr id="11" name="Shape 8"/>
          <p:cNvSpPr/>
          <p:nvPr/>
        </p:nvSpPr>
        <p:spPr>
          <a:xfrm>
            <a:off x="7178040" y="1481328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42632" y="1645920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Belangrijk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42632" y="1993392"/>
            <a:ext cx="3648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Gebruik `erase` pas nadat je zeker weet dat de index bestaat.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178040" y="30632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2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42632" y="322783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Waarom?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42632" y="3575304"/>
            <a:ext cx="364845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`items.begin() + -1` is ongeldig.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Dat kan je programma laten crashen.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pic>
        <p:nvPicPr>
          <p:cNvPr id="3" name="Image 0" descr="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00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389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5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Structuur aan het einde van de les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9601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D6D"/>
                </a:solidFill>
              </a:rPr>
              <a:t>Welke functies moeten bestaan?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vervolgproject | RPG Inventory &amp; Shop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325880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142646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1E83"/>
                </a:solidFill>
              </a:rPr>
              <a:t>ShowMenu()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33272" y="17190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525"/>
                </a:solidFill>
              </a:rPr>
              <a:t>Toont de menuopties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68680" y="2377440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3272" y="247802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1E83"/>
                </a:solidFill>
              </a:rPr>
              <a:t>AddItem(...)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033272" y="27706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525"/>
                </a:solidFill>
              </a:rPr>
              <a:t>Maakt een nieuw item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68680" y="3429000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33272" y="352958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1E83"/>
                </a:solidFill>
              </a:rPr>
              <a:t>ShowItems(...)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033272" y="38221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525"/>
                </a:solidFill>
              </a:rPr>
              <a:t>Toont alle items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68680" y="4480560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33272" y="458114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1E83"/>
                </a:solidFill>
              </a:rPr>
              <a:t>FindItemIndex(...)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33272" y="48737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525"/>
                </a:solidFill>
              </a:rPr>
              <a:t>Zoekt en geeft index terug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92240" y="1325880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56832" y="142646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1E83"/>
                </a:solidFill>
              </a:rPr>
              <a:t>SearchItem(...)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656832" y="17190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525"/>
                </a:solidFill>
              </a:rPr>
              <a:t>Toont één item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92240" y="2377440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56832" y="247802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1E83"/>
                </a:solidFill>
              </a:rPr>
              <a:t>EditItem(...)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656832" y="27706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525"/>
                </a:solidFill>
              </a:rPr>
              <a:t>Past item aan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492240" y="3429000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56832" y="352958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1E83"/>
                </a:solidFill>
              </a:rPr>
              <a:t>RemoveItem(...)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656832" y="38221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525"/>
                </a:solidFill>
              </a:rPr>
              <a:t>Verwijdert item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492240" y="4480560"/>
            <a:ext cx="4892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56832" y="458114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1E83"/>
                </a:solidFill>
              </a:rPr>
              <a:t>CalculateTotalValue(...)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6656832" y="48737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525"/>
                </a:solidFill>
              </a:rPr>
              <a:t>Berekent waarde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pic>
        <p:nvPicPr>
          <p:cNvPr id="3" name="Image 0" descr="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00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389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5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Opdracht les 5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9601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D6D"/>
                </a:solidFill>
              </a:rPr>
              <a:t>Maak de beheerfuncties af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vervolgproject | RPG Inventory &amp; Shop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22960" y="137160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536192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Minimale eisen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87552" y="1883664"/>
            <a:ext cx="4791456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• SearchItem werkt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• EditItem past amount aan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• RemoveItem verwijdert item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• Niet gevonden geeft een melding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• Programma blijft draaien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55080" y="1371600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9672" y="1536192"/>
            <a:ext cx="4517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Extra uitdaging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19672" y="1883664"/>
            <a:ext cx="4517136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• Prijs én hoeveelheid aanpassen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• Zoeken zonder hoofdlettergevoeligheid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• Bevestiging vragen bij verwijderen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• Overzicht tonen na elke wijziging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3977640"/>
            <a:ext cx="10378440" cy="1325880"/>
          </a:xfrm>
          <a:prstGeom prst="roundRect">
            <a:avLst>
              <a:gd name="adj" fmla="val 5517"/>
            </a:avLst>
          </a:prstGeom>
          <a:solidFill>
            <a:srgbClr val="FFF2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4142232"/>
            <a:ext cx="10049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Inlevering einde les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87552" y="4489704"/>
            <a:ext cx="1004925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Screenshot of korte tekst in Teams/Magister: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1. Welke functies werken?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2. Welke bug heb je opgelost?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3. Waar loop je nog op vast?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pic>
        <p:nvPicPr>
          <p:cNvPr id="3" name="Image 0" descr="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00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389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5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9601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D6D"/>
                </a:solidFill>
              </a:rPr>
              <a:t>Controleer normaal gebruik én fouten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vervolgproject | RPG Inventory &amp; Shop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22960" y="1325880"/>
            <a:ext cx="10607040" cy="438912"/>
          </a:xfrm>
          <a:prstGeom prst="rect">
            <a:avLst/>
          </a:prstGeom>
          <a:solidFill>
            <a:srgbClr val="171516"/>
          </a:solidFill>
          <a:ln w="12700">
            <a:solidFill>
              <a:srgbClr val="1715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426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29000" y="14264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Voorbeeld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66560" y="14264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Verwacht resultaat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1828800"/>
            <a:ext cx="10607040" cy="585216"/>
          </a:xfrm>
          <a:prstGeom prst="rect">
            <a:avLst/>
          </a:prstGeom>
          <a:solidFill>
            <a:srgbClr val="F0F0F0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19842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Zoeken bestaand item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3429000" y="19842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IronSword bestaat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6766560" y="19842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Item wordt getoond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822960" y="2532888"/>
            <a:ext cx="10607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26883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Zoeken onbekend item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3429000" y="26883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DiamondAxe bestaat niet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6766560" y="26883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Melding: niet gevonden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822960" y="3236976"/>
            <a:ext cx="10607040" cy="585216"/>
          </a:xfrm>
          <a:prstGeom prst="rect">
            <a:avLst/>
          </a:prstGeom>
          <a:solidFill>
            <a:srgbClr val="F0F0F0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33924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Aanpassen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3429000" y="33924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Amount van Potion wordt 8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6766560" y="339242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Nieuwe hoeveelheid wordt getoond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822960" y="3941064"/>
            <a:ext cx="10607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4096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Verwijderen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3429000" y="40965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Potion verwijderen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6766560" y="40965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Potion staat niet meer in lijst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822960" y="4645152"/>
            <a:ext cx="10607040" cy="585216"/>
          </a:xfrm>
          <a:prstGeom prst="rect">
            <a:avLst/>
          </a:prstGeom>
          <a:solidFill>
            <a:srgbClr val="F0F0F0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5840" y="48006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Lege lijst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3429000" y="48006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Verwijderen zonder items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6766560" y="48006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52525"/>
                </a:solidFill>
              </a:rPr>
              <a:t>Geen crash, nette melding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pic>
        <p:nvPicPr>
          <p:cNvPr id="3" name="Image 0" descr="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00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389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5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Afsluiting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9601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6D6D"/>
                </a:solidFill>
              </a:rPr>
              <a:t>Wat moet aan het einde werken?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528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vervolgproject | RPG Inventory &amp; Shop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4173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158191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Check 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33272" y="1929384"/>
            <a:ext cx="31455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Ik kan een item zoeken en krijg de juiste output.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26280" y="14173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90872" y="158191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Check 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690872" y="1929384"/>
            <a:ext cx="31455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Ik kan een item aanpassen zonder nieuw item te maken.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83880" y="141732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48472" y="1581912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Check 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48472" y="1929384"/>
            <a:ext cx="26883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Ik kan een item verwijderen zonder crash.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14400" y="3886200"/>
            <a:ext cx="10195560" cy="1234440"/>
          </a:xfrm>
          <a:prstGeom prst="roundRect">
            <a:avLst>
              <a:gd name="adj" fmla="val 5926"/>
            </a:avLst>
          </a:prstGeom>
          <a:solidFill>
            <a:srgbClr val="FFF2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992" y="4050792"/>
            <a:ext cx="9866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516"/>
                </a:solidFill>
              </a:rPr>
              <a:t>Volgende les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78992" y="4398264"/>
            <a:ext cx="98663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Inputvalidatie en testen.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525"/>
                </a:solidFill>
              </a:rPr>
              <a:t>We gaan zorgen dat het programma niet breekt door verkeerde invoer.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Mediacollege Amsterdam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5 - Zoeken, aanpassen en verwijderen</dc:title>
  <dc:subject>C++ Les 5 - Zoeken, aanpassen en verwijderen</dc:subject>
  <dc:creator>OpenAI</dc:creator>
  <cp:lastModifiedBy>OpenAI</cp:lastModifiedBy>
  <cp:revision>1</cp:revision>
  <dcterms:created xsi:type="dcterms:W3CDTF">2026-06-01T07:57:56Z</dcterms:created>
  <dcterms:modified xsi:type="dcterms:W3CDTF">2026-06-01T07:57:56Z</dcterms:modified>
</cp:coreProperties>
</file>