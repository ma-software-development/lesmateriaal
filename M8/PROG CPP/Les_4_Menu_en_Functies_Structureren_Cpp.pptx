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pic>
        <p:nvPicPr>
          <p:cNvPr id="3" name="Image 0" descr="/mnt/data/user-0i0zisiIiSevFhXcGlfoRhNJ/5180ec4b18d24333af5b90d4422beca2/mnt/dat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2" y="29260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87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1298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en functies structureren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8470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opdelen in duidelijke taken binnen een C++ consoleprogramma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2514600"/>
            <a:ext cx="502920" cy="219456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56032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685800" cy="219456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691640" y="2514600"/>
            <a:ext cx="822960" cy="219456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5603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functies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633472" y="2514600"/>
            <a:ext cx="1051560" cy="219456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560320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vector&lt;Item&gt;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3840480" cy="1920240"/>
          </a:xfrm>
          <a:prstGeom prst="roundRect">
            <a:avLst>
              <a:gd name="adj" fmla="val 1429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435608"/>
            <a:ext cx="36210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ShowMenu();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user chooses 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5989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 van de les: de code uit main.cpp kleiner maken door menuopties in functies te zetten.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Lesdoelen en route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434840" cy="3749040"/>
          </a:xfrm>
          <a:prstGeom prst="roundRect">
            <a:avLst>
              <a:gd name="adj" fmla="val 976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270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Vandaag leer je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9319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lange main-code lastig wordt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functies maken voor menuonderdelen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gebruiken met vector&lt;Item&gt;&amp;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gebruiken voor berekeningen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basisstructuur van je project verbeteren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4434840" cy="3749040"/>
          </a:xfrm>
          <a:prstGeom prst="roundRect">
            <a:avLst>
              <a:gd name="adj" fmla="val 976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5270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Lesopbouw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828800"/>
            <a:ext cx="3931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Terugblik: items in een vector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Probleem: alles staat in main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ShowMenu als aparte functie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AddItem en ShowItems met parameters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CalculateTotalValue met return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Zelfstandig werken aan opdracht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2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Terugblik: vorige 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66360" cy="2834640"/>
          </a:xfrm>
          <a:prstGeom prst="roundRect">
            <a:avLst>
              <a:gd name="adj" fmla="val 968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527048"/>
            <a:ext cx="494690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std::vector&lt;Item&gt; items;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items.push_back(Item("Iron Sword", "Weapon", 50, 2));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items.push_back(Item("Health Potion", "Potion", 10, 5));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items.size();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items[i].PrintInfo();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4206240" cy="2834640"/>
          </a:xfrm>
          <a:prstGeom prst="roundRect">
            <a:avLst>
              <a:gd name="adj" fmla="val 129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527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werkt al?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36118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meerdere Item-objecten opslaan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toevoegen met push_back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tonen met een for-loop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PrintInfo gebruiken per item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Probleem: als toevoegen, tonen, zoeken en berekenen allemaal in main blijven staan, wordt main.cpp snel onoverzichtelijk.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3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functies gebruiken?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926080" cy="3474720"/>
          </a:xfrm>
          <a:prstGeom prst="roundRect">
            <a:avLst>
              <a:gd name="adj" fmla="val 125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functies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23774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wordt lang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dubbele code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lastiger testen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lastiger fouten zoeken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2926080" cy="3474720"/>
          </a:xfrm>
          <a:prstGeom prst="roundRect">
            <a:avLst>
              <a:gd name="adj" fmla="val 125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389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functies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755648"/>
            <a:ext cx="23774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taak krijgt een naam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blijft leesbaar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herbruikbaar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fouten zitten op één plek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22192" y="2926080"/>
            <a:ext cx="502920" cy="0"/>
          </a:xfrm>
          <a:prstGeom prst="line">
            <a:avLst/>
          </a:prstGeom>
          <a:noFill/>
          <a:ln w="25400">
            <a:solidFill>
              <a:srgbClr val="E91E8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1600200"/>
            <a:ext cx="2743200" cy="1280160"/>
          </a:xfrm>
          <a:prstGeom prst="roundRect">
            <a:avLst>
              <a:gd name="adj" fmla="val 2143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709928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AddItem(...)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ShowItems(...)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SearchItem(...)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Vuistregel: als je een blok code kunt benoemen met een werkwoord, is het vaak een goede functie.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4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main naar losse functies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840480" cy="2926080"/>
          </a:xfrm>
          <a:prstGeom prst="roundRect">
            <a:avLst>
              <a:gd name="adj" fmla="val 938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35608"/>
            <a:ext cx="362102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std::vector&lt;Item&gt; items;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running = true;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(running)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ShowMenu();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choice decides which function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2194560"/>
            <a:ext cx="822960" cy="0"/>
          </a:xfrm>
          <a:prstGeom prst="line">
            <a:avLst/>
          </a:prstGeom>
          <a:noFill/>
          <a:ln w="25400">
            <a:solidFill>
              <a:srgbClr val="E91E8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06440" y="1188720"/>
            <a:ext cx="3931920" cy="3749040"/>
          </a:xfrm>
          <a:prstGeom prst="roundRect">
            <a:avLst>
              <a:gd name="adj" fmla="val 976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Menuopties als functies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1645920"/>
            <a:ext cx="329184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AddItem(items)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ShowItems(items)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SearchItem(items)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EditItem(items)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RemoveItem(items)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CalculateTotalValue(items)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12680" y="2011680"/>
            <a:ext cx="1371600" cy="1188720"/>
          </a:xfrm>
          <a:prstGeom prst="roundRect">
            <a:avLst>
              <a:gd name="adj" fmla="val 3077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0" y="2121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195560" y="2423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bestuurt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functies voeren uit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5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ShowMenu()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897880" cy="4297680"/>
          </a:xfrm>
          <a:prstGeom prst="roundRect">
            <a:avLst>
              <a:gd name="adj" fmla="val 638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44168"/>
            <a:ext cx="567842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ShowMenu()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"===== RPG Inventory ====="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"1. Add item"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"2. Show items"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"3. Search item"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"4. Edit item"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"5. Remove item"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"6. Show total value"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"0. Exit"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"Choose an option: 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95160" y="1325880"/>
            <a:ext cx="3703320" cy="1371600"/>
          </a:xfrm>
          <a:prstGeom prst="roundRect">
            <a:avLst>
              <a:gd name="adj" fmla="val 2667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4356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aparte functie?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menu staat op één plek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blijft kort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tekst is makkelijk aan te passen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3154680"/>
            <a:ext cx="3703320" cy="1234440"/>
          </a:xfrm>
          <a:prstGeom prst="roundRect">
            <a:avLst>
              <a:gd name="adj" fmla="val 2963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2644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3547872"/>
            <a:ext cx="3017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ShowMenu toont alleen tekst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ShowMenu leest geen keuze uit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keuze hoort in main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6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2: menukeuze in main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754880" cy="4892040"/>
          </a:xfrm>
          <a:prstGeom prst="roundRect">
            <a:avLst>
              <a:gd name="adj" fmla="val 577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52728"/>
            <a:ext cx="453542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std::vector&lt;Item&gt; items;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running = true;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(running)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ShowMenu();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std::cin &gt;&gt; choice;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(choice ==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running = false;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4069080" cy="1463040"/>
          </a:xfrm>
          <a:prstGeom prst="roundRect">
            <a:avLst>
              <a:gd name="adj" fmla="val 250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5270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doet main?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bewaart de lijst met items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houdt bij of programma doorgaat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roept de juiste functie aan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337560"/>
            <a:ext cx="4069080" cy="1280160"/>
          </a:xfrm>
          <a:prstGeom prst="roundRect">
            <a:avLst>
              <a:gd name="adj" fmla="val 2857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34472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3749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Vervang elke keuze door een functie-aanroep.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Bijvoorbeeld: AddItem(items);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7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3: AddItem met vector&lt;Item&gt;&amp;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5532120" cy="5257800"/>
          </a:xfrm>
          <a:prstGeom prst="roundRect">
            <a:avLst>
              <a:gd name="adj" fmla="val 522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161288"/>
            <a:ext cx="5312664" cy="5038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AddItem(std::vector&lt;Item&gt;&amp; items)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type;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price;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amount;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"Name: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name;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"Type: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type;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"Price: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price;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"Amount: ";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amount;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items.push_back(Item(name, type, price, amount));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6629400" y="1417320"/>
            <a:ext cx="416052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5270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&amp; gebruiken?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&amp; geef je de echte vector door.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&amp; krijgt de functie een kopie.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3337560"/>
            <a:ext cx="4160520" cy="1325880"/>
          </a:xfrm>
          <a:prstGeom prst="roundRect">
            <a:avLst>
              <a:gd name="adj" fmla="val 2759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34472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35204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&amp;: item blijft opgeslagen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&amp;: item verdwijnt na de functie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8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4: ShowItems met vector&lt;Item&gt;&amp;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03520" cy="4343400"/>
          </a:xfrm>
          <a:prstGeom prst="roundRect">
            <a:avLst>
              <a:gd name="adj" fmla="val 632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44168"/>
            <a:ext cx="508406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ShowItems(std::vector&lt;Item&gt;&amp; items)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(items.size() == 0)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std::cout &lt;&lt; "Inventory is empty." &lt;&lt; std::endl;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items.size(); i++)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std::cout &lt;&lt; i + 1 &lt;&lt; ". ";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items[i].PrintInfo();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206240" cy="1554480"/>
          </a:xfrm>
          <a:prstGeom prst="roundRect">
            <a:avLst>
              <a:gd name="adj" fmla="val 2353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27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lege lijst controleren?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geeft nette feedback aan gebruiker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voorkomt onduidelijk gedrag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maakt testen makkelijker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3520440"/>
            <a:ext cx="4206240" cy="1234440"/>
          </a:xfrm>
          <a:prstGeom prst="roundRect">
            <a:avLst>
              <a:gd name="adj" fmla="val 2963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6301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return?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3913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stopt de functie.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for-loop hoeft niet meer uitgevoerd te worden.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9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5: CalculateTotalValue met return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03520" cy="3383280"/>
          </a:xfrm>
          <a:prstGeom prst="roundRect">
            <a:avLst>
              <a:gd name="adj" fmla="val 811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35608"/>
            <a:ext cx="508406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CalculateTotalValue(std::vector&lt;Item&gt;&amp; items)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0;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items.size();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items[i].GetPrice() * items[i].GetAmount();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251960" cy="1463040"/>
          </a:xfrm>
          <a:prstGeom prst="roundRect">
            <a:avLst>
              <a:gd name="adj" fmla="val 250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270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int?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functie berekent een getal.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Daarom is het return type 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3337560"/>
            <a:ext cx="425196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34472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in main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3749040"/>
            <a:ext cx="3520440" cy="594360"/>
          </a:xfrm>
          <a:prstGeom prst="roundRect">
            <a:avLst>
              <a:gd name="adj" fmla="val 4615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3858768"/>
            <a:ext cx="33009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CalculateTotalValue(items);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total &lt;&lt; std::endl;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10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Koppelen aan het menu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303520" cy="4754880"/>
          </a:xfrm>
          <a:prstGeom prst="roundRect">
            <a:avLst>
              <a:gd name="adj" fmla="val 577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52728"/>
            <a:ext cx="5084064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(choice ==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AddItem(items);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ShowItems(items);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CalculateTotalValue(items);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"Total value: " &lt;&lt; total &lt;&lt; std::endl;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 = false;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46520" y="1371600"/>
            <a:ext cx="4114800" cy="1463040"/>
          </a:xfrm>
          <a:prstGeom prst="roundRect">
            <a:avLst>
              <a:gd name="adj" fmla="val 2500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481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bevat vooral beslissingen.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details staan in functies.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3291840"/>
            <a:ext cx="411480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3657600"/>
            <a:ext cx="34290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menuoptie roept één functie aan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functie heeft de juiste parameter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 keert terug naar menu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11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29184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52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Vector zonder &amp;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AddItem(std::vector&lt;Item&gt; items)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maakt een kopie. Toevoegen lijkt te werken, maar het item is daarna weg.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143000"/>
            <a:ext cx="329184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252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 veel in main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alle code in main blijft staan, wordt zoeken en aanpassen later veel moeilijker.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143000"/>
            <a:ext cx="3291840" cy="1417320"/>
          </a:xfrm>
          <a:prstGeom prst="roundRect">
            <a:avLst>
              <a:gd name="adj" fmla="val 2581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252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Geen lege lijst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lijst zonder items moet een duidelijke melding geven.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4343400" cy="1005840"/>
          </a:xfrm>
          <a:prstGeom prst="roundRect">
            <a:avLst>
              <a:gd name="adj" fmla="val 2727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041648"/>
            <a:ext cx="4123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AddItem(std::vector&lt;Item&gt;&amp; items)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items.push_back(newItem);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931920"/>
            <a:ext cx="4343400" cy="1005840"/>
          </a:xfrm>
          <a:prstGeom prst="roundRect">
            <a:avLst>
              <a:gd name="adj" fmla="val 2727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4041648"/>
            <a:ext cx="4123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AddItem(std::vector&lt;Item&gt; items)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items.push_back(newItem);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12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Opdracht les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389120" cy="2011680"/>
          </a:xfrm>
          <a:prstGeom prst="roundRect">
            <a:avLst>
              <a:gd name="adj" fmla="val 1818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Minimale opdracht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840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ShowMenu()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AddItem(vector&lt;Item&gt;&amp; items)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ShowItems(vector&lt;Item&gt;&amp; items)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CalculateTotalValue(vector&lt;Item&gt;&amp; items)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koppel functies aan het menu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234440"/>
            <a:ext cx="4480560" cy="2011680"/>
          </a:xfrm>
          <a:prstGeom prst="roundRect">
            <a:avLst>
              <a:gd name="adj" fmla="val 1818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3441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Acceptatiecriteria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1691640"/>
            <a:ext cx="3886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is korter dan vorige les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zijn minimaal 4 eigen functies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blijven opgeslagen na toevoegen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 inventory geeft nette melding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 waarde klopt bij meerdere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9555480" cy="1188720"/>
          </a:xfrm>
          <a:prstGeom prst="roundRect">
            <a:avLst>
              <a:gd name="adj" fmla="val 3077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50208"/>
            <a:ext cx="928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Voeg Iron Sword toe  |  2. Voeg Health Potion toe  |  3. Toon items  |  4. Toon totale waarde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13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Aanpak tijdens het werken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075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289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Controleer eerst je Item class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ShowMenu()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6207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8437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AddItem met vector&lt;Item&gt;&amp;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3075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2893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ShowItems met lege-lijst-check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01168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08483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CalculateTotalValue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788920"/>
            <a:ext cx="310896" cy="310896"/>
          </a:xfrm>
          <a:prstGeom prst="ellipse">
            <a:avLst/>
          </a:prstGeom>
          <a:solidFill>
            <a:srgbClr val="E91E83"/>
          </a:solidFill>
          <a:ln w="12700">
            <a:solidFill>
              <a:srgbClr val="E91E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86207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8437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Koppel alles aan main en test opnieuw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steeds in kleine stappen: typen → compileren → testen → pas daarna verder.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14 / 14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20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Afsluiting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vervolgproject | RPG Inventory &amp; Shop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0" cy="2103120"/>
          </a:xfrm>
          <a:prstGeom prst="roundRect">
            <a:avLst>
              <a:gd name="adj" fmla="val 1739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35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zien aan het einde van de 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menu start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een item toevoegen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items tonen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de totale waarde tonen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91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gebruikt functies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325880"/>
            <a:ext cx="4389120" cy="2103120"/>
          </a:xfrm>
          <a:prstGeom prst="roundRect">
            <a:avLst>
              <a:gd name="adj" fmla="val 1739"/>
            </a:avLst>
          </a:prstGeom>
          <a:solidFill>
            <a:srgbClr val="202020"/>
          </a:solidFill>
          <a:ln w="12700">
            <a:solidFill>
              <a:srgbClr val="4A4A4A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435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volgende 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gaan verder met zoeken, aanpassen en verwijderen.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Daarvoor moet de basisstructuur van deze les werken.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4160520"/>
            <a:ext cx="3291840" cy="822960"/>
          </a:xfrm>
          <a:prstGeom prst="roundRect">
            <a:avLst>
              <a:gd name="adj" fmla="val 3333"/>
            </a:avLst>
          </a:prstGeom>
          <a:solidFill>
            <a:srgbClr val="0C0C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9048" y="4270248"/>
            <a:ext cx="3072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ShowMenu();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AddItem(items);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ShowItems(items);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E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CalculateTotalValue(items);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 |  15 / 15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2860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4 - Menu en functies structureren</dc:title>
  <dc:subject>C++ Les 4 - Menu en functies structureren</dc:subject>
  <dc:creator>Jesse Wissink</dc:creator>
  <cp:lastModifiedBy>Jesse Wissink</cp:lastModifiedBy>
  <cp:revision>1</cp:revision>
  <dcterms:created xsi:type="dcterms:W3CDTF">2026-05-25T09:30:21Z</dcterms:created>
  <dcterms:modified xsi:type="dcterms:W3CDTF">2026-05-25T09:30:21Z</dcterms:modified>
</cp:coreProperties>
</file>