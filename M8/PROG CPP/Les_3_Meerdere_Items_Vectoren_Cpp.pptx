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91E7A"/>
          </a:solidFill>
          <a:ln w="12700">
            <a:solidFill>
              <a:srgbClr val="E91E7A">
                <a:alpha val="0"/>
              </a:srgbClr>
            </a:solidFill>
            <a:prstDash val="solid"/>
          </a:ln>
        </p:spPr>
      </p:sp>
      <p:pic>
        <p:nvPicPr>
          <p:cNvPr id="4" name="Image 0" descr="/mnt/data/user-0i0zisiIiSevFhXcGlfoRhNJ/5180ec4b18d24333af5b90d4422beca2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41148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645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1E7A"/>
                </a:solidFill>
              </a:rPr>
              <a:t>Les 3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85800" y="2148840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4F4"/>
                </a:solidFill>
              </a:rPr>
              <a:t>Werken met meerdere items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13232" y="28620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B8"/>
                </a:solidFill>
              </a:rPr>
              <a:t>Vectoren, for-loops en functies in een C++ inventory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" y="379476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2E2E2E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3867912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C++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920240" y="37947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2E2E2E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29968" y="3867912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Item class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566160" y="379476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2E2E2E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75888" y="3867912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vector&lt;Item&gt;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0" y="379476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2E2E2E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96128" y="3867912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for-loop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31520" y="58064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8B8"/>
                </a:solidFill>
              </a:rPr>
              <a:t>Doel van de les: meerdere objecten opslaan, tonen en toevoegen via het menu.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1E7A"/>
          </a:solidFill>
          <a:ln w="12700">
            <a:solidFill>
              <a:srgbClr val="E91E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Lesdoelen en route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7955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vervolgproject | RPG Inventory &amp; Shop</a:t>
            </a:r>
            <a:endParaRPr lang="en-US" sz="950" dirty="0"/>
          </a:p>
        </p:txBody>
      </p:sp>
      <p:pic>
        <p:nvPicPr>
          <p:cNvPr id="6" name="Image 0" descr="/mnt/data/user-0i0zisiIiSevFhXcGlfoRhNJ/5180ec4b18d24333af5b90d4422beca2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22860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B8B8"/>
                </a:solidFill>
              </a:rPr>
              <a:t>Les 3 · 2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40080" y="1417320"/>
            <a:ext cx="4800600" cy="4023360"/>
          </a:xfrm>
          <a:prstGeom prst="roundRect">
            <a:avLst>
              <a:gd name="adj" fmla="val 2727"/>
            </a:avLst>
          </a:prstGeom>
          <a:solidFill>
            <a:srgbClr val="232323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58191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4F4"/>
                </a:solidFill>
              </a:rPr>
              <a:t>Vandaag leer je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4672" y="1947672"/>
            <a:ext cx="4471416" cy="3310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• Meerdere Item-objecten opslaan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• Een vector gebruiken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• Met een for-loop door items lopen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• AddItem en ShowItems koppelen aan het menu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43600" y="1417320"/>
            <a:ext cx="4800600" cy="4023360"/>
          </a:xfrm>
          <a:prstGeom prst="roundRect">
            <a:avLst>
              <a:gd name="adj" fmla="val 2727"/>
            </a:avLst>
          </a:prstGeom>
          <a:solidFill>
            <a:srgbClr val="232323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08192" y="158191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4F4"/>
                </a:solidFill>
              </a:rPr>
              <a:t>Lesopbouw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108192" y="1947672"/>
            <a:ext cx="4471416" cy="3310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1. Korte herhaling Item class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2. Uitleg vector&lt;Item&gt;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3. Voorbeeld: test-items tonen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4. Opdracht: gebruiker voegt items toe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5. Afsluiting: werkende demo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1E7A"/>
          </a:solidFill>
          <a:ln w="12700">
            <a:solidFill>
              <a:srgbClr val="E91E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Terugblik: één Item-object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7955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vervolgproject | RPG Inventory &amp; Shop</a:t>
            </a:r>
            <a:endParaRPr lang="en-US" sz="950" dirty="0"/>
          </a:p>
        </p:txBody>
      </p:sp>
      <p:pic>
        <p:nvPicPr>
          <p:cNvPr id="6" name="Image 0" descr="/mnt/data/user-0i0zisiIiSevFhXcGlfoRhNJ/5180ec4b18d24333af5b90d4422beca2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22860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B8B8"/>
                </a:solidFill>
              </a:rPr>
              <a:t>Les 3 · 3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85800" y="1417320"/>
            <a:ext cx="5166360" cy="1325880"/>
          </a:xfrm>
          <a:prstGeom prst="roundRect">
            <a:avLst>
              <a:gd name="adj" fmla="val 5517"/>
            </a:avLst>
          </a:prstGeom>
          <a:solidFill>
            <a:srgbClr val="0E0E0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" y="1563624"/>
            <a:ext cx="483717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Item sword("Iron Sword", "Weapon", 50, 2);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sword.PrintInfo();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26480" y="2057400"/>
            <a:ext cx="868680" cy="0"/>
          </a:xfrm>
          <a:prstGeom prst="line">
            <a:avLst/>
          </a:prstGeom>
          <a:noFill/>
          <a:ln w="25400">
            <a:solidFill>
              <a:srgbClr val="E91E7A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7223760" y="123444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232323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88352" y="1399032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4F4"/>
                </a:solidFill>
              </a:rPr>
              <a:t>Object in het geheugen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388352" y="1764792"/>
            <a:ext cx="3236976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name: Iron Sword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type: Weapon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price: 50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amount: 2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31520" y="4160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4F4"/>
                </a:solidFill>
              </a:rPr>
              <a:t>Probleem: een echte inventory heeft niet één item, maar meerdere items.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777240" y="4928616"/>
            <a:ext cx="82296" cy="82296"/>
          </a:xfrm>
          <a:prstGeom prst="ellipse">
            <a:avLst/>
          </a:prstGeom>
          <a:solidFill>
            <a:srgbClr val="E91E7A"/>
          </a:solidFill>
          <a:ln w="12700">
            <a:solidFill>
              <a:srgbClr val="E91E7A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78408" y="4846320"/>
            <a:ext cx="9400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4F4F4"/>
                </a:solidFill>
              </a:rPr>
              <a:t>Niet: sword1, sword2, sword3, sword4...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77240" y="5349240"/>
            <a:ext cx="82296" cy="82296"/>
          </a:xfrm>
          <a:prstGeom prst="ellipse">
            <a:avLst/>
          </a:prstGeom>
          <a:solidFill>
            <a:srgbClr val="E91E7A"/>
          </a:solidFill>
          <a:ln w="12700">
            <a:solidFill>
              <a:srgbClr val="E91E7A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78408" y="5266944"/>
            <a:ext cx="9400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4F4F4"/>
                </a:solidFill>
              </a:rPr>
              <a:t>Wel: één lijst waarin alle items staan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1E7A"/>
          </a:solidFill>
          <a:ln w="12700">
            <a:solidFill>
              <a:srgbClr val="E91E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losse objecten naar een lijst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7955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vervolgproject | RPG Inventory &amp; Shop</a:t>
            </a:r>
            <a:endParaRPr lang="en-US" sz="950" dirty="0"/>
          </a:p>
        </p:txBody>
      </p:sp>
      <p:pic>
        <p:nvPicPr>
          <p:cNvPr id="6" name="Image 0" descr="/mnt/data/user-0i0zisiIiSevFhXcGlfoRhNJ/5180ec4b18d24333af5b90d4422beca2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22860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B8B8"/>
                </a:solidFill>
              </a:rPr>
              <a:t>Les 3 · 4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85800" y="1325880"/>
            <a:ext cx="3108960" cy="4023360"/>
          </a:xfrm>
          <a:prstGeom prst="roundRect">
            <a:avLst>
              <a:gd name="adj" fmla="val 3529"/>
            </a:avLst>
          </a:prstGeom>
          <a:solidFill>
            <a:srgbClr val="232323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" y="1490472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4F4"/>
                </a:solidFill>
              </a:rPr>
              <a:t>Losse variabelen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50392" y="1856232"/>
            <a:ext cx="2779776" cy="3310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Item sword;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Item potion;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Item shield;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Moeilijk uit te breiden.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160520" y="3246120"/>
            <a:ext cx="1143000" cy="0"/>
          </a:xfrm>
          <a:prstGeom prst="line">
            <a:avLst/>
          </a:prstGeom>
          <a:noFill/>
          <a:ln w="25400">
            <a:solidFill>
              <a:srgbClr val="E91E7A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5623560" y="1325880"/>
            <a:ext cx="4206240" cy="4023360"/>
          </a:xfrm>
          <a:prstGeom prst="roundRect">
            <a:avLst>
              <a:gd name="adj" fmla="val 2727"/>
            </a:avLst>
          </a:prstGeom>
          <a:solidFill>
            <a:srgbClr val="232323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88152" y="149047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4F4"/>
                </a:solidFill>
              </a:rPr>
              <a:t>Vector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788152" y="1856232"/>
            <a:ext cx="3877056" cy="3310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vector&lt;Item&gt; items;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Alle items zitten in één lijst.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Je kunt er met een loop doorheen.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0" y="3566160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2E2E2E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10528" y="3639312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items[0] Iron Sword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400800" y="4069080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2E2E2E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10528" y="4142232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items[1] Health Potion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00800" y="4572000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2E2E2E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10528" y="4645152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items[2] Wooden Shield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1E7A"/>
          </a:solidFill>
          <a:ln w="12700">
            <a:solidFill>
              <a:srgbClr val="E91E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is een vector?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7955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vervolgproject | RPG Inventory &amp; Shop</a:t>
            </a:r>
            <a:endParaRPr lang="en-US" sz="950" dirty="0"/>
          </a:p>
        </p:txBody>
      </p:sp>
      <p:pic>
        <p:nvPicPr>
          <p:cNvPr id="6" name="Image 0" descr="/mnt/data/user-0i0zisiIiSevFhXcGlfoRhNJ/5180ec4b18d24333af5b90d4422beca2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22860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B8B8"/>
                </a:solidFill>
              </a:rPr>
              <a:t>Les 3 · 5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31520" y="1408176"/>
            <a:ext cx="82296" cy="82296"/>
          </a:xfrm>
          <a:prstGeom prst="ellipse">
            <a:avLst/>
          </a:prstGeom>
          <a:solidFill>
            <a:srgbClr val="E91E7A"/>
          </a:solidFill>
          <a:ln w="12700">
            <a:solidFill>
              <a:srgbClr val="E91E7A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1325880"/>
            <a:ext cx="5468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F4F4F4"/>
                </a:solidFill>
              </a:rPr>
              <a:t>Een vector is een lijst die kan groeien en krimpen.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31520" y="1911096"/>
            <a:ext cx="82296" cy="82296"/>
          </a:xfrm>
          <a:prstGeom prst="ellipse">
            <a:avLst/>
          </a:prstGeom>
          <a:solidFill>
            <a:srgbClr val="E91E7A"/>
          </a:solidFill>
          <a:ln w="12700">
            <a:solidFill>
              <a:srgbClr val="E91E7A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" y="1828800"/>
            <a:ext cx="5468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F4F4F4"/>
                </a:solidFill>
              </a:rPr>
              <a:t>Je gebruikt een vector wanneer je vooraf niet weet hoeveel items er komen.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731520" y="2414016"/>
            <a:ext cx="82296" cy="82296"/>
          </a:xfrm>
          <a:prstGeom prst="ellipse">
            <a:avLst/>
          </a:prstGeom>
          <a:solidFill>
            <a:srgbClr val="E91E7A"/>
          </a:solidFill>
          <a:ln w="12700">
            <a:solidFill>
              <a:srgbClr val="E91E7A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2331720"/>
            <a:ext cx="5468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F4F4F4"/>
                </a:solidFill>
              </a:rPr>
              <a:t>Een vector heeft een datatype: vector&lt;Item&gt; betekent een lijst met Item-objecten.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731520" y="2916936"/>
            <a:ext cx="82296" cy="82296"/>
          </a:xfrm>
          <a:prstGeom prst="ellipse">
            <a:avLst/>
          </a:prstGeom>
          <a:solidFill>
            <a:srgbClr val="E91E7A"/>
          </a:solidFill>
          <a:ln w="12700">
            <a:solidFill>
              <a:srgbClr val="E91E7A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" y="2834640"/>
            <a:ext cx="5468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F4F4F4"/>
                </a:solidFill>
              </a:rPr>
              <a:t>Je voegt toe met push_back().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6629400" y="1234440"/>
            <a:ext cx="4480560" cy="2788920"/>
          </a:xfrm>
          <a:prstGeom prst="roundRect">
            <a:avLst>
              <a:gd name="adj" fmla="val 2623"/>
            </a:avLst>
          </a:prstGeom>
          <a:solidFill>
            <a:srgbClr val="0E0E0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93992" y="1380744"/>
            <a:ext cx="4151376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#include &lt;vector&gt;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std::vector&lt;Item&gt; items;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items.push_back(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Item("Iron Sword", "Weapon", 50, 2)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);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629400" y="4343400"/>
            <a:ext cx="4480560" cy="1417320"/>
          </a:xfrm>
          <a:prstGeom prst="roundRect">
            <a:avLst>
              <a:gd name="adj" fmla="val 7742"/>
            </a:avLst>
          </a:prstGeom>
          <a:solidFill>
            <a:srgbClr val="232323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93992" y="4507992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4F4"/>
                </a:solidFill>
              </a:rPr>
              <a:t>Belangrijk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793992" y="4873752"/>
            <a:ext cx="415137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Gebruik bovenaan je bestand: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#include &lt;vector&gt;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Gebruik meestal std::vector&lt;Item&gt; wanneer je nog geen using namespace std; gebruikt.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1E7A"/>
          </a:solidFill>
          <a:ln w="12700">
            <a:solidFill>
              <a:srgbClr val="E91E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Stap 1: test-items toevoegen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7955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vervolgproject | RPG Inventory &amp; Shop</a:t>
            </a:r>
            <a:endParaRPr lang="en-US" sz="950" dirty="0"/>
          </a:p>
        </p:txBody>
      </p:sp>
      <p:pic>
        <p:nvPicPr>
          <p:cNvPr id="6" name="Image 0" descr="/mnt/data/user-0i0zisiIiSevFhXcGlfoRhNJ/5180ec4b18d24333af5b90d4422beca2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22860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B8B8"/>
                </a:solidFill>
              </a:rPr>
              <a:t>Les 3 · 6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85800" y="1143000"/>
            <a:ext cx="5669280" cy="2880360"/>
          </a:xfrm>
          <a:prstGeom prst="roundRect">
            <a:avLst>
              <a:gd name="adj" fmla="val 2540"/>
            </a:avLst>
          </a:prstGeom>
          <a:solidFill>
            <a:srgbClr val="0E0E0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" y="1289304"/>
            <a:ext cx="5340096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std::vector&lt;Item&gt; items;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items.push_back(Item("Iron Sword", "Weapon", 50, 2));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items.push_back(Item("Health Potion", "Potion", 10, 5));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items.push_back(Item("Wooden Shield", "Armor", 35, 1));</a:t>
            </a:r>
            <a:endParaRPr lang="en-US" sz="1220" dirty="0"/>
          </a:p>
        </p:txBody>
      </p:sp>
      <p:sp>
        <p:nvSpPr>
          <p:cNvPr id="10" name="Shape 7"/>
          <p:cNvSpPr/>
          <p:nvPr/>
        </p:nvSpPr>
        <p:spPr>
          <a:xfrm>
            <a:off x="6720840" y="1143000"/>
            <a:ext cx="4114800" cy="2148840"/>
          </a:xfrm>
          <a:prstGeom prst="roundRect">
            <a:avLst>
              <a:gd name="adj" fmla="val 5106"/>
            </a:avLst>
          </a:prstGeom>
          <a:solidFill>
            <a:srgbClr val="232323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85432" y="1307592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4F4"/>
                </a:solidFill>
              </a:rPr>
              <a:t>Waarom eerst test-items?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885432" y="1673352"/>
            <a:ext cx="3785616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Voordat je input van de gebruiker toevoegt, wil je weten of je lijst en weergave werken.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Dit maakt fouten makkelijker te vinden.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720840" y="370332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232323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85432" y="3867912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4F4"/>
                </a:solidFill>
              </a:rPr>
              <a:t>Controle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4233672"/>
            <a:ext cx="37856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Als deze drie items zichtbaar zijn, werkt je vector-basis.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1E7A"/>
          </a:solidFill>
          <a:ln w="12700">
            <a:solidFill>
              <a:srgbClr val="E91E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Stap 2: items tonen met een for-loop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7955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vervolgproject | RPG Inventory &amp; Shop</a:t>
            </a:r>
            <a:endParaRPr lang="en-US" sz="950" dirty="0"/>
          </a:p>
        </p:txBody>
      </p:sp>
      <p:pic>
        <p:nvPicPr>
          <p:cNvPr id="6" name="Image 0" descr="/mnt/data/user-0i0zisiIiSevFhXcGlfoRhNJ/5180ec4b18d24333af5b90d4422beca2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22860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B8B8"/>
                </a:solidFill>
              </a:rPr>
              <a:t>Les 3 · 7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85800" y="1234440"/>
            <a:ext cx="4800600" cy="2057400"/>
          </a:xfrm>
          <a:prstGeom prst="roundRect">
            <a:avLst>
              <a:gd name="adj" fmla="val 3556"/>
            </a:avLst>
          </a:prstGeom>
          <a:solidFill>
            <a:srgbClr val="0E0E0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" y="1380744"/>
            <a:ext cx="4471416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for (int i = 0; i &lt; items.size(); i++)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items[i].PrintInfo();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989320" y="1234440"/>
            <a:ext cx="4572000" cy="2011680"/>
          </a:xfrm>
          <a:prstGeom prst="roundRect">
            <a:avLst>
              <a:gd name="adj" fmla="val 5455"/>
            </a:avLst>
          </a:prstGeom>
          <a:solidFill>
            <a:srgbClr val="232323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53912" y="1399032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4F4"/>
                </a:solidFill>
              </a:rPr>
              <a:t>Wat gebeurt hier?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153912" y="1764792"/>
            <a:ext cx="4242816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i begint bij 0.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Zolang i kleiner is dan items.size(), wordt het volgende item getoond.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Na elke ronde wordt i met 1 verhoogd.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31520" y="38862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4F4"/>
                </a:solidFill>
              </a:rPr>
              <a:t>Voorbeeldvolgorde in de vector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777240" y="448056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2E2E2E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6968" y="4553712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 = 0 → Iron Sword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154680" y="448056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2E2E2E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64408" y="4553712"/>
            <a:ext cx="2249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 = 1 → Health Potion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806440" y="4480560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2E2E2E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16168" y="4553712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 = 2 → Wooden Shield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1E7A"/>
          </a:solidFill>
          <a:ln w="12700">
            <a:solidFill>
              <a:srgbClr val="E91E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Stap 3: ShowItems als functie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7955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vervolgproject | RPG Inventory &amp; Shop</a:t>
            </a:r>
            <a:endParaRPr lang="en-US" sz="950" dirty="0"/>
          </a:p>
        </p:txBody>
      </p:sp>
      <p:pic>
        <p:nvPicPr>
          <p:cNvPr id="6" name="Image 0" descr="/mnt/data/user-0i0zisiIiSevFhXcGlfoRhNJ/5180ec4b18d24333af5b90d4422beca2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22860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B8B8"/>
                </a:solidFill>
              </a:rPr>
              <a:t>Les 3 · 8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85800" y="1078992"/>
            <a:ext cx="5715000" cy="4434840"/>
          </a:xfrm>
          <a:prstGeom prst="roundRect">
            <a:avLst>
              <a:gd name="adj" fmla="val 1649"/>
            </a:avLst>
          </a:prstGeom>
          <a:solidFill>
            <a:srgbClr val="0E0E0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" y="1225296"/>
            <a:ext cx="5385816" cy="4142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void ShowItems(const std::vector&lt;Item&gt;&amp; items)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if (items.size() == 0)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std::cout &lt;&lt; "Inventory is empty.\n";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return;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for (int i = 0; i &lt; items.size(); i++)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items[i].PrintInfo();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6812280" y="1143000"/>
            <a:ext cx="4069080" cy="1920240"/>
          </a:xfrm>
          <a:prstGeom prst="roundRect">
            <a:avLst>
              <a:gd name="adj" fmla="val 5714"/>
            </a:avLst>
          </a:prstGeom>
          <a:solidFill>
            <a:srgbClr val="232323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76872" y="1307592"/>
            <a:ext cx="3739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4F4"/>
                </a:solidFill>
              </a:rPr>
              <a:t>Waarom const &amp;?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976872" y="1673352"/>
            <a:ext cx="373989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const betekent: deze functie mag de lijst niet aanpassen.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&amp; betekent: de vector wordt niet onnodig gekopieerd.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812280" y="3520440"/>
            <a:ext cx="4069080" cy="1417320"/>
          </a:xfrm>
          <a:prstGeom prst="roundRect">
            <a:avLst>
              <a:gd name="adj" fmla="val 7742"/>
            </a:avLst>
          </a:prstGeom>
          <a:solidFill>
            <a:srgbClr val="232323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76872" y="3685032"/>
            <a:ext cx="3739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4F4"/>
                </a:solidFill>
              </a:rPr>
              <a:t>Goed teken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976872" y="4050792"/>
            <a:ext cx="373989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main.cpp wordt korter.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De functie heeft één duidelijke taak: items tonen.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1E7A"/>
          </a:solidFill>
          <a:ln w="12700">
            <a:solidFill>
              <a:srgbClr val="E91E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Stap 4: AddItem met gebruikersinput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7955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vervolgproject | RPG Inventory &amp; Shop</a:t>
            </a:r>
            <a:endParaRPr lang="en-US" sz="950" dirty="0"/>
          </a:p>
        </p:txBody>
      </p:sp>
      <p:pic>
        <p:nvPicPr>
          <p:cNvPr id="6" name="Image 0" descr="/mnt/data/user-0i0zisiIiSevFhXcGlfoRhNJ/5180ec4b18d24333af5b90d4422beca2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22860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B8B8"/>
                </a:solidFill>
              </a:rPr>
              <a:t>Les 3 · 9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94360" y="1143000"/>
            <a:ext cx="5943600" cy="5166360"/>
          </a:xfrm>
          <a:prstGeom prst="roundRect">
            <a:avLst>
              <a:gd name="adj" fmla="val 1416"/>
            </a:avLst>
          </a:prstGeom>
          <a:solidFill>
            <a:srgbClr val="0E0E0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" y="1289304"/>
            <a:ext cx="5614416" cy="4873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void AddItem(std::vector&lt;Item&gt;&amp; items)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{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std::string name;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std::string type;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int price;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int amount;</a:t>
            </a:r>
            <a:endParaRPr lang="en-US" sz="810" dirty="0"/>
          </a:p>
          <a:p>
            <a:pPr indent="0" marL="0">
              <a:buNone/>
            </a:pP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std::cout &lt;&lt; "Name: ";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std::cin &gt;&gt; name;</a:t>
            </a:r>
            <a:endParaRPr lang="en-US" sz="810" dirty="0"/>
          </a:p>
          <a:p>
            <a:pPr indent="0" marL="0">
              <a:buNone/>
            </a:pP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std::cout &lt;&lt; "Type: ";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std::cin &gt;&gt; type;</a:t>
            </a:r>
            <a:endParaRPr lang="en-US" sz="810" dirty="0"/>
          </a:p>
          <a:p>
            <a:pPr indent="0" marL="0">
              <a:buNone/>
            </a:pP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std::cout &lt;&lt; "Price: ";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std::cin &gt;&gt; price;</a:t>
            </a:r>
            <a:endParaRPr lang="en-US" sz="810" dirty="0"/>
          </a:p>
          <a:p>
            <a:pPr indent="0" marL="0">
              <a:buNone/>
            </a:pP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std::cout &lt;&lt; "Amount: ";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std::cin &gt;&gt; amount;</a:t>
            </a:r>
            <a:endParaRPr lang="en-US" sz="810" dirty="0"/>
          </a:p>
          <a:p>
            <a:pPr indent="0" marL="0">
              <a:buNone/>
            </a:pP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items.push_back(Item(name, type, price, amount));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810" dirty="0"/>
          </a:p>
        </p:txBody>
      </p:sp>
      <p:sp>
        <p:nvSpPr>
          <p:cNvPr id="10" name="Shape 7"/>
          <p:cNvSpPr/>
          <p:nvPr/>
        </p:nvSpPr>
        <p:spPr>
          <a:xfrm>
            <a:off x="6903720" y="1143000"/>
            <a:ext cx="4069080" cy="2057400"/>
          </a:xfrm>
          <a:prstGeom prst="roundRect">
            <a:avLst>
              <a:gd name="adj" fmla="val 5333"/>
            </a:avLst>
          </a:prstGeom>
          <a:solidFill>
            <a:srgbClr val="232323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68312" y="1307592"/>
            <a:ext cx="3739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4F4"/>
                </a:solidFill>
              </a:rPr>
              <a:t>Waarom hier geen const?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068312" y="1673352"/>
            <a:ext cx="3739896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Deze functie moet de vector aanpassen.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Daarom gebruiken we: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std::vector&lt;Item&gt;&amp; items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Zonder const.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903720" y="3703320"/>
            <a:ext cx="4069080" cy="1417320"/>
          </a:xfrm>
          <a:prstGeom prst="roundRect">
            <a:avLst>
              <a:gd name="adj" fmla="val 7742"/>
            </a:avLst>
          </a:prstGeom>
          <a:solidFill>
            <a:srgbClr val="232323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68312" y="3867912"/>
            <a:ext cx="3739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4F4"/>
                </a:solidFill>
              </a:rPr>
              <a:t>Let op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068312" y="4233672"/>
            <a:ext cx="373989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Met std::cin &gt;&gt; name kun je nog geen spaties invoeren.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Dat is voor nu acceptabel. Later kan getline worden gebruikt.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1E7A"/>
          </a:solidFill>
          <a:ln w="12700">
            <a:solidFill>
              <a:srgbClr val="E91E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Stap 5: koppelen aan het menu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7955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vervolgproject | RPG Inventory &amp; Shop</a:t>
            </a:r>
            <a:endParaRPr lang="en-US" sz="950" dirty="0"/>
          </a:p>
        </p:txBody>
      </p:sp>
      <p:pic>
        <p:nvPicPr>
          <p:cNvPr id="6" name="Image 0" descr="/mnt/data/user-0i0zisiIiSevFhXcGlfoRhNJ/5180ec4b18d24333af5b90d4422beca2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22860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B8B8"/>
                </a:solidFill>
              </a:rPr>
              <a:t>Les 3 · 10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85800" y="1097280"/>
            <a:ext cx="5074920" cy="4389120"/>
          </a:xfrm>
          <a:prstGeom prst="roundRect">
            <a:avLst>
              <a:gd name="adj" fmla="val 1667"/>
            </a:avLst>
          </a:prstGeom>
          <a:solidFill>
            <a:srgbClr val="0E0E0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" y="1243584"/>
            <a:ext cx="4745736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switch (choice)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case 1: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AddItem(items);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break;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case 2: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ShowItems(items);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break;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case 0: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isRunning = false;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break;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default: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std::cout &lt;&lt; "Invalid choice.\n";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break;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00800" y="1188720"/>
            <a:ext cx="4389120" cy="1463040"/>
          </a:xfrm>
          <a:prstGeom prst="roundRect">
            <a:avLst>
              <a:gd name="adj" fmla="val 7500"/>
            </a:avLst>
          </a:prstGeom>
          <a:solidFill>
            <a:srgbClr val="232323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65392" y="1353312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4F4"/>
                </a:solidFill>
              </a:rPr>
              <a:t>Doel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565392" y="1719072"/>
            <a:ext cx="405993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Het menu stuurt alleen door naar functies.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De functie voert het echte werk uit.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00800" y="3154680"/>
            <a:ext cx="4389120" cy="1600200"/>
          </a:xfrm>
          <a:prstGeom prst="roundRect">
            <a:avLst>
              <a:gd name="adj" fmla="val 6857"/>
            </a:avLst>
          </a:prstGeom>
          <a:solidFill>
            <a:srgbClr val="232323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65392" y="3319272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4F4"/>
                </a:solidFill>
              </a:rPr>
              <a:t>Structuur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565392" y="3685032"/>
            <a:ext cx="405993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main houdt overzicht.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AddItem beheert toevoegen.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ShowItems beheert tonen.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1E7A"/>
          </a:solidFill>
          <a:ln w="12700">
            <a:solidFill>
              <a:srgbClr val="E91E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Veelgemaakte fouten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7955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vervolgproject | RPG Inventory &amp; Shop</a:t>
            </a:r>
            <a:endParaRPr lang="en-US" sz="950" dirty="0"/>
          </a:p>
        </p:txBody>
      </p:sp>
      <p:pic>
        <p:nvPicPr>
          <p:cNvPr id="6" name="Image 0" descr="/mnt/data/user-0i0zisiIiSevFhXcGlfoRhNJ/5180ec4b18d24333af5b90d4422beca2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22860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B8B8"/>
                </a:solidFill>
              </a:rPr>
              <a:t>Les 3 · 11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85800" y="1234440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232323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" y="139903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4F4"/>
                </a:solidFill>
              </a:rPr>
              <a:t>1. Vector vergeten mee te geven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50392" y="1764792"/>
            <a:ext cx="296265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Fout: functie maakt eigen lege vector.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Goed: geef items mee als parameter.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34840" y="1234440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232323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99432" y="139903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4F4"/>
                </a:solidFill>
              </a:rPr>
              <a:t>2. Geen &amp; gebruiken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599432" y="1764792"/>
            <a:ext cx="296265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Bij AddItem moet de originele vector aangepast worden.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Gebruik: vector&lt;Item&gt;&amp; items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183880" y="1234440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232323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48472" y="139903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4F4"/>
                </a:solidFill>
              </a:rPr>
              <a:t>3. Verkeerde index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348472" y="1764792"/>
            <a:ext cx="296265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De eerste positie is 0, niet 1.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Laatste geldige index is size() - 1.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68680" y="3657600"/>
            <a:ext cx="4983480" cy="1508760"/>
          </a:xfrm>
          <a:prstGeom prst="roundRect">
            <a:avLst>
              <a:gd name="adj" fmla="val 4848"/>
            </a:avLst>
          </a:prstGeom>
          <a:solidFill>
            <a:srgbClr val="0E0E0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33272" y="3803904"/>
            <a:ext cx="465429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Goed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void AddItem(std::vector&lt;Item&gt;&amp; items)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Ook goed voor tonen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void ShowItems(const std::vector&lt;Item&gt;&amp; items)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0" y="3657600"/>
            <a:ext cx="4343400" cy="1508760"/>
          </a:xfrm>
          <a:prstGeom prst="roundRect">
            <a:avLst>
              <a:gd name="adj" fmla="val 4848"/>
            </a:avLst>
          </a:prstGeom>
          <a:solidFill>
            <a:srgbClr val="0E0E0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65392" y="3803904"/>
            <a:ext cx="401421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for (int i = 0; i &lt; items.size(); i++)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items[i].PrintInfo();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1E7A"/>
          </a:solidFill>
          <a:ln w="12700">
            <a:solidFill>
              <a:srgbClr val="E91E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Opdracht les 3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7955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vervolgproject | RPG Inventory &amp; Shop</a:t>
            </a:r>
            <a:endParaRPr lang="en-US" sz="950" dirty="0"/>
          </a:p>
        </p:txBody>
      </p:sp>
      <p:pic>
        <p:nvPicPr>
          <p:cNvPr id="6" name="Image 0" descr="/mnt/data/user-0i0zisiIiSevFhXcGlfoRhNJ/5180ec4b18d24333af5b90d4422beca2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22860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B8B8"/>
                </a:solidFill>
              </a:rPr>
              <a:t>Les 3 · 12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85800" y="1143000"/>
            <a:ext cx="4572000" cy="1234440"/>
          </a:xfrm>
          <a:prstGeom prst="roundRect">
            <a:avLst>
              <a:gd name="adj" fmla="val 8889"/>
            </a:avLst>
          </a:prstGeom>
          <a:solidFill>
            <a:srgbClr val="232323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" y="1307592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4F4"/>
                </a:solidFill>
              </a:rPr>
              <a:t>Minimale opdracht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50392" y="1673352"/>
            <a:ext cx="424281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Maak je inventory-programma verder af zodat de gebruiker meerdere items kan toevoegen en bekijken.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49808" y="2743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4F4"/>
                </a:solidFill>
              </a:rPr>
              <a:t>Acceptatiecriteria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804672" y="3328416"/>
            <a:ext cx="82296" cy="82296"/>
          </a:xfrm>
          <a:prstGeom prst="ellipse">
            <a:avLst/>
          </a:prstGeom>
          <a:solidFill>
            <a:srgbClr val="E91E7A"/>
          </a:solidFill>
          <a:ln w="12700">
            <a:solidFill>
              <a:srgbClr val="E91E7A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3246120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F4F4F4"/>
                </a:solidFill>
              </a:rPr>
              <a:t>Er is een vector&lt;Item&gt; aanwezig.</a:t>
            </a:r>
            <a:endParaRPr lang="en-US" sz="1520" dirty="0"/>
          </a:p>
        </p:txBody>
      </p:sp>
      <p:sp>
        <p:nvSpPr>
          <p:cNvPr id="14" name="Shape 11"/>
          <p:cNvSpPr/>
          <p:nvPr/>
        </p:nvSpPr>
        <p:spPr>
          <a:xfrm>
            <a:off x="804672" y="3767328"/>
            <a:ext cx="82296" cy="82296"/>
          </a:xfrm>
          <a:prstGeom prst="ellipse">
            <a:avLst/>
          </a:prstGeom>
          <a:solidFill>
            <a:srgbClr val="E91E7A"/>
          </a:solidFill>
          <a:ln w="12700">
            <a:solidFill>
              <a:srgbClr val="E91E7A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3685032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F4F4F4"/>
                </a:solidFill>
              </a:rPr>
              <a:t>De gebruiker kan een item toevoegen via het menu.</a:t>
            </a:r>
            <a:endParaRPr lang="en-US" sz="1520" dirty="0"/>
          </a:p>
        </p:txBody>
      </p:sp>
      <p:sp>
        <p:nvSpPr>
          <p:cNvPr id="16" name="Shape 13"/>
          <p:cNvSpPr/>
          <p:nvPr/>
        </p:nvSpPr>
        <p:spPr>
          <a:xfrm>
            <a:off x="804672" y="4206240"/>
            <a:ext cx="82296" cy="82296"/>
          </a:xfrm>
          <a:prstGeom prst="ellipse">
            <a:avLst/>
          </a:prstGeom>
          <a:solidFill>
            <a:srgbClr val="E91E7A"/>
          </a:solidFill>
          <a:ln w="12700">
            <a:solidFill>
              <a:srgbClr val="E91E7A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05840" y="4123944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F4F4F4"/>
                </a:solidFill>
              </a:rPr>
              <a:t>Alle toegevoegde items worden opgeslagen.</a:t>
            </a:r>
            <a:endParaRPr lang="en-US" sz="1520" dirty="0"/>
          </a:p>
        </p:txBody>
      </p:sp>
      <p:sp>
        <p:nvSpPr>
          <p:cNvPr id="18" name="Shape 15"/>
          <p:cNvSpPr/>
          <p:nvPr/>
        </p:nvSpPr>
        <p:spPr>
          <a:xfrm>
            <a:off x="804672" y="4645152"/>
            <a:ext cx="82296" cy="82296"/>
          </a:xfrm>
          <a:prstGeom prst="ellipse">
            <a:avLst/>
          </a:prstGeom>
          <a:solidFill>
            <a:srgbClr val="E91E7A"/>
          </a:solidFill>
          <a:ln w="12700">
            <a:solidFill>
              <a:srgbClr val="E91E7A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05840" y="4562856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F4F4F4"/>
                </a:solidFill>
              </a:rPr>
              <a:t>De gebruiker kan alle items bekijken.</a:t>
            </a:r>
            <a:endParaRPr lang="en-US" sz="1520" dirty="0"/>
          </a:p>
        </p:txBody>
      </p:sp>
      <p:sp>
        <p:nvSpPr>
          <p:cNvPr id="20" name="Shape 17"/>
          <p:cNvSpPr/>
          <p:nvPr/>
        </p:nvSpPr>
        <p:spPr>
          <a:xfrm>
            <a:off x="804672" y="5084064"/>
            <a:ext cx="82296" cy="82296"/>
          </a:xfrm>
          <a:prstGeom prst="ellipse">
            <a:avLst/>
          </a:prstGeom>
          <a:solidFill>
            <a:srgbClr val="E91E7A"/>
          </a:solidFill>
          <a:ln w="12700">
            <a:solidFill>
              <a:srgbClr val="E91E7A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5840" y="5001768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F4F4F4"/>
                </a:solidFill>
              </a:rPr>
              <a:t>Het programma crasht niet bij een lege inventory.</a:t>
            </a:r>
            <a:endParaRPr lang="en-US" sz="1520" dirty="0"/>
          </a:p>
        </p:txBody>
      </p:sp>
      <p:sp>
        <p:nvSpPr>
          <p:cNvPr id="22" name="Shape 19"/>
          <p:cNvSpPr/>
          <p:nvPr/>
        </p:nvSpPr>
        <p:spPr>
          <a:xfrm>
            <a:off x="6400800" y="1143000"/>
            <a:ext cx="4343400" cy="1920240"/>
          </a:xfrm>
          <a:prstGeom prst="roundRect">
            <a:avLst>
              <a:gd name="adj" fmla="val 5714"/>
            </a:avLst>
          </a:prstGeom>
          <a:solidFill>
            <a:srgbClr val="232323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65392" y="1307592"/>
            <a:ext cx="4014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4F4"/>
                </a:solidFill>
              </a:rPr>
              <a:t>Voorbeeldtest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565392" y="1673352"/>
            <a:ext cx="401421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1. Voeg IronSword toe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2. Voeg Potion toe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3. Kies Show items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4. Controleer of beide items zichtbaar zijn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400800" y="3657600"/>
            <a:ext cx="4343400" cy="1371600"/>
          </a:xfrm>
          <a:prstGeom prst="roundRect">
            <a:avLst>
              <a:gd name="adj" fmla="val 8000"/>
            </a:avLst>
          </a:prstGeom>
          <a:solidFill>
            <a:srgbClr val="232323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65392" y="3822192"/>
            <a:ext cx="4014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4F4"/>
                </a:solidFill>
              </a:rPr>
              <a:t>Extra uitdaging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565392" y="4187952"/>
            <a:ext cx="401421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Toon onderaan ook hoeveel items er in de inventory staan.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Voorbeeld: Total items: 2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1E7A"/>
          </a:solidFill>
          <a:ln w="12700">
            <a:solidFill>
              <a:srgbClr val="E91E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Aanpak tijdens het werken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7955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vervolgproject | RPG Inventory &amp; Shop</a:t>
            </a:r>
            <a:endParaRPr lang="en-US" sz="950" dirty="0"/>
          </a:p>
        </p:txBody>
      </p:sp>
      <p:pic>
        <p:nvPicPr>
          <p:cNvPr id="6" name="Image 0" descr="/mnt/data/user-0i0zisiIiSevFhXcGlfoRhNJ/5180ec4b18d24333af5b90d4422beca2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22860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B8B8"/>
                </a:solidFill>
              </a:rPr>
              <a:t>Les 3 · 13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566928" cy="566928"/>
          </a:xfrm>
          <a:prstGeom prst="ellipse">
            <a:avLst/>
          </a:prstGeom>
          <a:solidFill>
            <a:srgbClr val="E91E7A"/>
          </a:solidFill>
          <a:ln w="12700">
            <a:solidFill>
              <a:srgbClr val="E91E7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05256" y="1472184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508760" y="14538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4F4"/>
                </a:solidFill>
              </a:rPr>
              <a:t>Controleer je Item class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31520" y="2651760"/>
            <a:ext cx="566928" cy="566928"/>
          </a:xfrm>
          <a:prstGeom prst="ellipse">
            <a:avLst/>
          </a:prstGeom>
          <a:solidFill>
            <a:srgbClr val="E91E7A"/>
          </a:solidFill>
          <a:ln w="12700">
            <a:solidFill>
              <a:srgbClr val="E91E7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05256" y="2798064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508760" y="27797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4F4"/>
                </a:solidFill>
              </a:rPr>
              <a:t>Maak vector&lt;Item&gt; items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731520" y="3977640"/>
            <a:ext cx="566928" cy="566928"/>
          </a:xfrm>
          <a:prstGeom prst="ellipse">
            <a:avLst/>
          </a:prstGeom>
          <a:solidFill>
            <a:srgbClr val="E91E7A"/>
          </a:solidFill>
          <a:ln w="12700">
            <a:solidFill>
              <a:srgbClr val="E91E7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5256" y="4123944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508760" y="41056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4F4"/>
                </a:solidFill>
              </a:rPr>
              <a:t>Maak ShowItems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217920" y="1325880"/>
            <a:ext cx="566928" cy="566928"/>
          </a:xfrm>
          <a:prstGeom prst="ellipse">
            <a:avLst/>
          </a:prstGeom>
          <a:solidFill>
            <a:srgbClr val="E91E7A"/>
          </a:solidFill>
          <a:ln w="12700">
            <a:solidFill>
              <a:srgbClr val="E91E7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91656" y="1472184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995160" y="14538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4F4"/>
                </a:solidFill>
              </a:rPr>
              <a:t>Maak AddItem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217920" y="2651760"/>
            <a:ext cx="566928" cy="566928"/>
          </a:xfrm>
          <a:prstGeom prst="ellipse">
            <a:avLst/>
          </a:prstGeom>
          <a:solidFill>
            <a:srgbClr val="E91E7A"/>
          </a:solidFill>
          <a:ln w="12700">
            <a:solidFill>
              <a:srgbClr val="E91E7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91656" y="2798064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995160" y="27797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4F4"/>
                </a:solidFill>
              </a:rPr>
              <a:t>Koppel beide aan het menu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6217920" y="3977640"/>
            <a:ext cx="566928" cy="566928"/>
          </a:xfrm>
          <a:prstGeom prst="ellipse">
            <a:avLst/>
          </a:prstGeom>
          <a:solidFill>
            <a:srgbClr val="E91E7A"/>
          </a:solidFill>
          <a:ln w="12700">
            <a:solidFill>
              <a:srgbClr val="E91E7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91656" y="4123944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995160" y="41056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4F4"/>
                </a:solidFill>
              </a:rPr>
              <a:t>Test met minimaal 2 items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749808" y="57150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4F4"/>
                </a:solidFill>
              </a:rPr>
              <a:t>Werk steeds in kleine stappen: typen → compileren → testen → pas daarna verder.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1E7A"/>
          </a:solidFill>
          <a:ln w="12700">
            <a:solidFill>
              <a:srgbClr val="E91E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Afsluiting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7955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vervolgproject | RPG Inventory &amp; Shop</a:t>
            </a:r>
            <a:endParaRPr lang="en-US" sz="950" dirty="0"/>
          </a:p>
        </p:txBody>
      </p:sp>
      <p:pic>
        <p:nvPicPr>
          <p:cNvPr id="6" name="Image 0" descr="/mnt/data/user-0i0zisiIiSevFhXcGlfoRhNJ/5180ec4b18d24333af5b90d4422beca2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22860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B8B8"/>
                </a:solidFill>
              </a:rPr>
              <a:t>Les 3 · 14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85800" y="1325880"/>
            <a:ext cx="4892040" cy="2926080"/>
          </a:xfrm>
          <a:prstGeom prst="roundRect">
            <a:avLst>
              <a:gd name="adj" fmla="val 3750"/>
            </a:avLst>
          </a:prstGeom>
          <a:solidFill>
            <a:srgbClr val="232323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" y="1490472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4F4"/>
                </a:solidFill>
              </a:rPr>
              <a:t>Laat zien aan het einde van de les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50392" y="1856232"/>
            <a:ext cx="4562856" cy="2212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• Je menu start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• Je kunt 2 items toevoegen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• Je kunt beide items tonen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• Je kunt uitleggen waarom AddItem een &amp; gebruikt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1325880"/>
            <a:ext cx="4572000" cy="2011680"/>
          </a:xfrm>
          <a:prstGeom prst="roundRect">
            <a:avLst>
              <a:gd name="adj" fmla="val 5455"/>
            </a:avLst>
          </a:prstGeom>
          <a:solidFill>
            <a:srgbClr val="232323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36792" y="1490472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4F4"/>
                </a:solidFill>
              </a:rPr>
              <a:t>Voor volgende les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336792" y="1856232"/>
            <a:ext cx="4242816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We gaan verder met zoeken, aanpassen en verwijderen.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</a:rPr>
              <a:t>Zorg dat je basis werkt voordat je verdergaat.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172200" y="3977640"/>
            <a:ext cx="4572000" cy="1051560"/>
          </a:xfrm>
          <a:prstGeom prst="roundRect">
            <a:avLst>
              <a:gd name="adj" fmla="val 6957"/>
            </a:avLst>
          </a:prstGeom>
          <a:solidFill>
            <a:srgbClr val="0E0E0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36792" y="4123944"/>
            <a:ext cx="42428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std::vector&lt;Item&gt; items;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AddItem(items);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8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ShowItems(items);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Mediacollege Amsterdam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3 - Werken met meerdere items</dc:title>
  <dc:subject>C++ Les 3 - Werken met meerdere items</dc:subject>
  <dc:creator>Jesse Wissink</dc:creator>
  <cp:lastModifiedBy>Jesse Wissink</cp:lastModifiedBy>
  <cp:revision>1</cp:revision>
  <dcterms:created xsi:type="dcterms:W3CDTF">2026-05-12T22:17:30Z</dcterms:created>
  <dcterms:modified xsi:type="dcterms:W3CDTF">2026-05-12T22:17:30Z</dcterms:modified>
</cp:coreProperties>
</file>