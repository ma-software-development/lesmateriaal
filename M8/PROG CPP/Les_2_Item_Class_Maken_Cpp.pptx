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02920"/>
            <a:ext cx="1234440" cy="1234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72200"/>
            <a:ext cx="12191695" cy="16459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9659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D9D9"/>
                </a:solidFill>
              </a:rPr>
              <a:t>C++ - Les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Item class maken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77240" y="33375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E7A"/>
                </a:solidFill>
              </a:rPr>
              <a:t>RPG Inventory &amp; Shop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Doel: van losse variabelen naar een herbruikbare class.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gaan we doen?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600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600200"/>
            <a:ext cx="109728" cy="123444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64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1. Terugblik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2130552"/>
            <a:ext cx="2880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Menu, functies en losse data.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1600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1600200"/>
            <a:ext cx="10972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764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2. Theorie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63440" y="2130552"/>
            <a:ext cx="2880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Class, object, constructor, private en public.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92440" y="1600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92440" y="1600200"/>
            <a:ext cx="109728" cy="12344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764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3. Voorbeeld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21040" y="2130552"/>
            <a:ext cx="2880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Een Item class voor inventory-data.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240280" y="36576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40280" y="3657600"/>
            <a:ext cx="109728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4. Zelf maken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468880" y="4187952"/>
            <a:ext cx="2880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Item.h en Item.cpp opzetten.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629400" y="36576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29400" y="3657600"/>
            <a:ext cx="109728" cy="12344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5. Testen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0" y="4187952"/>
            <a:ext cx="2880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Een object maken en tonen in main.cpp.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Lesdoelen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5669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</a:rPr>
              <a:t>Je kunt uitleggen wat een class en een object zijn.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</a:rPr>
              <a:t>Je kunt een eigen Item class maken met private variabelen.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</a:rPr>
              <a:t>Je kunt een constructor gebruiken om een object direct goede waarden te geven.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</a:rPr>
              <a:t>Je kunt getters en setters gebruiken om data gecontroleerd te lezen en wijzigen.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</a:rPr>
              <a:t>Je kunt een Item object aanmaken en tonen in main.cpp.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406640" y="1691640"/>
            <a:ext cx="3063240" cy="3063240"/>
          </a:xfrm>
          <a:prstGeom prst="arc">
            <a:avLst/>
          </a:prstGeom>
          <a:noFill/>
          <a:ln w="139700">
            <a:solidFill>
              <a:srgbClr val="E91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</a:rPr>
              <a:t>Vandaag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53528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3A3A"/>
                </a:solidFill>
              </a:rPr>
              <a:t>van data naar object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een class?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554480"/>
            <a:ext cx="4663440" cy="2011680"/>
          </a:xfrm>
          <a:prstGeom prst="roundRect">
            <a:avLst>
              <a:gd name="adj" fmla="val 2727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682496"/>
            <a:ext cx="433425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string itemName = "Iron Sword";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string itemType = "Weapon";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itemPrice = 50;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itemAmount = 2;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23560" y="2148840"/>
            <a:ext cx="1005840" cy="502920"/>
          </a:xfrm>
          <a:prstGeom prst="rightArrow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554480"/>
            <a:ext cx="4526280" cy="960120"/>
          </a:xfrm>
          <a:prstGeom prst="roundRect">
            <a:avLst>
              <a:gd name="adj" fmla="val 5714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76872" y="1682496"/>
            <a:ext cx="41970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 sword("Iron Sword", "Weapon", 50, 2);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03720" y="3063240"/>
            <a:ext cx="42976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Losse variabelen horen inhoudelijk bij elkaar.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Een class bundelt data en gedrag.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Daardoor kun je later meerdere items maken zonder dezelfde structuur steeds opnieuw te schrijven.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vs object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160020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600200"/>
            <a:ext cx="109728" cy="393192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17647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Class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130552"/>
            <a:ext cx="4160520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Een ontwerp of blauwdruk.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Voorbeeld: Item beschrijft welke gegevens elk item heeft en welke functies erbij horen.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29400" y="160020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1600200"/>
            <a:ext cx="109728" cy="3931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7647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Object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58000" y="2130552"/>
            <a:ext cx="4160520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Een concreet exemplaar van een class.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Voorbeeld: Iron Sword is een Item met eigen naam, type, prijs en hoeveelheid.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40680" y="3520440"/>
            <a:ext cx="105156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44068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</a:rPr>
              <a:t>instantie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bouwstenen van Item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715000" cy="4800600"/>
          </a:xfrm>
          <a:prstGeom prst="roundRect">
            <a:avLst>
              <a:gd name="adj" fmla="val 1143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45336"/>
            <a:ext cx="538581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Item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private: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string name;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string type;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price;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amount;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public: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Item(string name,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string type,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int price,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int amount);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string GetName();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void SetPrice(int newPrice);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void PrintInfo();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03720" y="1417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1417320"/>
            <a:ext cx="109728" cy="96012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private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32320" y="194767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Data is afgeschermd. Niet zomaar wijzigen van buitenaf.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03720" y="2560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03720" y="2560320"/>
            <a:ext cx="10972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0" y="2724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public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132320" y="309067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Functies die andere code mag gebruiken.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03720" y="3703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03720" y="3703320"/>
            <a:ext cx="109728" cy="9601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867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constructor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32320" y="423367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Zorgt dat een nieuw object direct geldige waarden krijgt.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03720" y="4846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903720" y="4846320"/>
            <a:ext cx="109728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010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getters / setters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32320" y="537667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Gecontroleerd lezen en aanpassen van data.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en source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508760"/>
            <a:ext cx="109728" cy="420624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673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Item.h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2039112"/>
            <a:ext cx="457200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Hier staat wat de class heeft.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naam van de 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private variabelen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public functie-declaraties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Vergelijkbaar met de inhoudsopgave van de class.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50876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508760"/>
            <a:ext cx="109728" cy="4206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673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Item.cpp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29400" y="2039112"/>
            <a:ext cx="457200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Hier staat hoe de functies werken.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constructor invullen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getters schrijven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setters schrijven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- PrintInfo schrijven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Vergelijkbaar met de uitwerking.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06440" y="3566160"/>
            <a:ext cx="502920" cy="0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Constructor: direct goede waarden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669280" cy="3063240"/>
          </a:xfrm>
          <a:prstGeom prst="roundRect">
            <a:avLst>
              <a:gd name="adj" fmla="val 1791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45336"/>
            <a:ext cx="534009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Item::Item(string itemName,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string itemType,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int itemPrice,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int itemAmount)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name = itemName;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type = itemType;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price = itemPrice;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amount = itemAmount;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709160"/>
            <a:ext cx="5669280" cy="6858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4837176"/>
            <a:ext cx="53400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 sword("Iron Sword", "Weapon", 50, 2);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3720" y="1600200"/>
            <a:ext cx="42519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41414"/>
                </a:solidFill>
              </a:rPr>
              <a:t>De constructor heeft dezelfde naam als de class.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41414"/>
                </a:solidFill>
              </a:rPr>
              <a:t>De constructor heeft geen return type.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41414"/>
                </a:solidFill>
              </a:rPr>
              <a:t>De constructor wordt automatisch uitgevoerd bij het aanmaken van een object.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41414"/>
                </a:solidFill>
              </a:rPr>
              <a:t>Gebruik parameters om beginwaarden mee te geven.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Getters en setters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303520" cy="4389120"/>
          </a:xfrm>
          <a:prstGeom prst="roundRect">
            <a:avLst>
              <a:gd name="adj" fmla="val 1250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45336"/>
            <a:ext cx="4974336" cy="4133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string Item::GetName()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Item::SetPrice(int newPrice)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(newPrice &gt;=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price = newPrice;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508760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508760"/>
            <a:ext cx="10972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1673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Getter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12280" y="2039112"/>
            <a:ext cx="40233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Leest een private waarde.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Voorbeeld: GetName()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063240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3063240"/>
            <a:ext cx="109728" cy="128016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3227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Setter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12280" y="3593592"/>
            <a:ext cx="40233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Wijzigt een private waarde, eventueel met controle.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Voorbeeld: SetPrice()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461772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4617720"/>
            <a:ext cx="109728" cy="10058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12280" y="4782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Belangrijk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12280" y="5148072"/>
            <a:ext cx="4023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Een prijs onder 0 hoort niet geldig te zijn.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 1 - Item.h maken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FF7FB"/>
          </a:solidFill>
          <a:ln w="17780">
            <a:solidFill>
              <a:srgbClr val="E91E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1567"/>
                </a:solidFill>
              </a:rPr>
              <a:t>Maak de class-declaratie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15568" y="2075688"/>
            <a:ext cx="461772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Maak een nieuw bestand: Item.h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Maak een class: Item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Voeg private variabelen toe: name, type, price, amount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Voeg een constructor toe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Voeg getters toe voor alle variabelen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Voeg setters toe voor price en amount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46520" y="141732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112" y="1545336"/>
            <a:ext cx="4745736" cy="4270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#pragma once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&lt;string&gt;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private: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std::string name;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std::string type;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price;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amount;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public: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Item(std::string name,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std::string type,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int price,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int amount);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};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 2 - Item.cpp maken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FF7FB"/>
          </a:solidFill>
          <a:ln w="17780">
            <a:solidFill>
              <a:srgbClr val="E91E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00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1567"/>
                </a:solidFill>
              </a:rPr>
              <a:t>Werk de functies uit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15568" y="2075688"/>
            <a:ext cx="448056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Maak een nieuw bestand: Item.cpp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Include Item.h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Werk de constructor uit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Werk minimaal GetName, GetPrice en PrintInfo uit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</a:rPr>
              <a:t>Test daarna je class in main.cpp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545336"/>
            <a:ext cx="4928616" cy="4270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"Item.h"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&lt;iostream&gt;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Item::Item(std::string itemName,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std::string itemType,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int itemPrice,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int itemAmount)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name = itemName;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type = itemType;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price = itemPrice;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amount = itemAmount;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Item::PrintInfo()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name &lt;&lt; " | " &lt;&lt; type;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 | " &lt;&lt; price &lt;&lt; " gold";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"/>
            <a:ext cx="749808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8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- Les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06840" y="146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D9D9"/>
                </a:solidFill>
              </a:rPr>
              <a:t>C++ vervolgproject - RPG Inventory &amp; Shop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aan het einde van de les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166360" cy="2971800"/>
          </a:xfrm>
          <a:prstGeom prst="roundRect">
            <a:avLst>
              <a:gd name="adj" fmla="val 1846"/>
            </a:avLst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45336"/>
            <a:ext cx="483717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"Item.h"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main()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 sword("Iron Sword", "Weapon", 50, 2);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sword.PrintInfo();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</a:rPr>
              <a:t>Je bent klaar voor vandaag als: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61772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Je project compileert zonder errors.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Je hebt een Item.h en Item.cpp.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Je kunt één Item object aanmaken.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PrintInfo toont de data van het item.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</a:rPr>
              <a:t>Je kunt uitleggen waarom de variabelen private zijn.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652760" cy="50292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Volgende les: meerdere items opslaan in een vector en tonen met een loop.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Les 2 | Item class maken |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Les 2 - Item class maken</dc:title>
  <dc:subject>C++ Les 2 - Item class maken</dc:subject>
  <dc:creator>Jesse Wissink</dc:creator>
  <cp:lastModifiedBy>Jesse Wissink</cp:lastModifiedBy>
  <cp:revision>1</cp:revision>
  <dcterms:created xsi:type="dcterms:W3CDTF">2026-05-12T14:12:42Z</dcterms:created>
  <dcterms:modified xsi:type="dcterms:W3CDTF">2026-05-12T14:12:42Z</dcterms:modified>
</cp:coreProperties>
</file>