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jl, gemiddeld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4858E1-9E90-1C14-5B80-E78E7C19B0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515FF73-D8B3-489A-9B3F-FB4A05557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0B7724B-2AAA-8F1E-14FF-B378DE9A0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EF294-18C9-41EB-AE86-1DF0EFBAE5CC}" type="datetimeFigureOut">
              <a:rPr lang="nl-NL" smtClean="0"/>
              <a:t>5-6-2026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AF16D54-63D1-95D5-519A-25A3E867F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779CC62-9AE5-6802-95F2-793DC5DE0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067F-4665-414E-B783-BD05F4499E4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77000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DB315B-4B46-D68F-6AD9-219927EE8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197B4DF-6745-5559-D145-398FD240D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2EB105C-D323-865C-26D8-6F13EB736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EF294-18C9-41EB-AE86-1DF0EFBAE5CC}" type="datetimeFigureOut">
              <a:rPr lang="nl-NL" smtClean="0"/>
              <a:t>5-6-2026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09A26BE-1204-4FDB-6B00-F0FD57822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166DE8E-4261-3EEA-BC58-D6A308EAA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067F-4665-414E-B783-BD05F4499E4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1236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3C8ECE-9CFC-2D07-53B1-50D8DDF62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9F2F90C-B206-2448-A039-1BC5462E5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A552C54-B0B8-6795-5849-3B432922C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EF294-18C9-41EB-AE86-1DF0EFBAE5CC}" type="datetimeFigureOut">
              <a:rPr lang="nl-NL" smtClean="0"/>
              <a:t>5-6-2026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0544151-90FA-45DE-29CC-E1D27FED7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60813BD-9EC5-0D32-084A-8903BC503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067F-4665-414E-B783-BD05F4499E4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9937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9E6285-5079-67C0-F3DA-C5134A475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B70E24E-1C27-DF53-B151-4B243D409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ED568C7-828D-6E22-A050-522951BA5C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B6E36BF-290D-B223-DD62-FD38B4E75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EF294-18C9-41EB-AE86-1DF0EFBAE5CC}" type="datetimeFigureOut">
              <a:rPr lang="nl-NL" smtClean="0"/>
              <a:t>5-6-2026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BE1A9B7-37A7-3977-547D-7D04FF827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7D613FE0-2DC2-BB1D-A827-AF394E5AB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067F-4665-414E-B783-BD05F4499E4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7325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CB1C94-9E32-5EB7-7EE8-68762089A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4120C71-33E5-F354-9309-332F0DA9B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4069161-9F89-5A18-CAA7-A2D89BD3D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FB0ADFD-2C3A-7A47-73C2-F906F211A6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34D6DD80-2E6C-ACF7-8526-706AC12517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413E1778-5B85-EFAF-5AEB-B9B52832F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EF294-18C9-41EB-AE86-1DF0EFBAE5CC}" type="datetimeFigureOut">
              <a:rPr lang="nl-NL" smtClean="0"/>
              <a:t>5-6-2026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8513781F-38F7-3F18-D0D3-539979A42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0EA32DAF-F701-9DC3-A16E-F8B2511CB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067F-4665-414E-B783-BD05F4499E4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21816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00FD2A-53BD-E3B1-5A03-D91FF1333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9C3B7DE-F098-4726-B911-90D2AA47F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EF294-18C9-41EB-AE86-1DF0EFBAE5CC}" type="datetimeFigureOut">
              <a:rPr lang="nl-NL" smtClean="0"/>
              <a:t>5-6-2026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FEA15C14-4675-7B40-9B6C-698EDC1E0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25473907-5B89-77A5-FA5A-16FD34695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067F-4665-414E-B783-BD05F4499E4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75371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0EEB7E02-1D51-FE4F-1342-203ACFD00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EF294-18C9-41EB-AE86-1DF0EFBAE5CC}" type="datetimeFigureOut">
              <a:rPr lang="nl-NL" smtClean="0"/>
              <a:t>5-6-2026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65EE8EE7-F319-7DBC-DEF3-F62D49996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C9A8ECF-2386-79D2-E437-FFFBD6D9F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067F-4665-414E-B783-BD05F4499E4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80067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9A1268-BDE6-12A8-9903-E985E56BB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4B2BC23-5964-5858-9C5B-87FACDCF4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B774974-1995-04E4-17D9-939F74BFBA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4A6DEB01-A541-4D55-8467-01F8E3BBB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EF294-18C9-41EB-AE86-1DF0EFBAE5CC}" type="datetimeFigureOut">
              <a:rPr lang="nl-NL" smtClean="0"/>
              <a:t>5-6-2026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2D211FB-6F6C-CD7F-974A-4CB9582D9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FB4089F-11D3-28AE-64EA-BCDE66589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067F-4665-414E-B783-BD05F4499E4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25185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10896B-F79D-3280-BA07-BEDAE5255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616996BE-0653-71E2-87F3-215FE8660E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DB446FC-CC57-0E1E-7812-BF1065EBE4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6E71EA8-27A7-534C-30FF-F48DC9981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EF294-18C9-41EB-AE86-1DF0EFBAE5CC}" type="datetimeFigureOut">
              <a:rPr lang="nl-NL" smtClean="0"/>
              <a:t>5-6-2026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252F5D8-4EF5-6AA8-8822-13A9A1A47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BCB180C-F2E9-1B18-B81D-6F4891AC3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067F-4665-414E-B783-BD05F4499E4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15463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5336F8-E39F-FF33-E4D6-CDAEC15C2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18151544-15C9-647B-75C9-2D5641D489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8A129E0-F12E-FCB4-F4EE-5EBBE6FED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EF294-18C9-41EB-AE86-1DF0EFBAE5CC}" type="datetimeFigureOut">
              <a:rPr lang="nl-NL" smtClean="0"/>
              <a:t>5-6-2026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5A28A0F-95C2-866B-8272-BE0B1C761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192D8CC-65FC-1D9C-510C-4B2D69C0D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067F-4665-414E-B783-BD05F4499E4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61327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2E3DC2C9-9E5D-B8FE-B13D-D3E2D49D60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6336F418-2C2D-201A-A395-EAC7554BC4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60A28E0-BDB2-E318-3108-8881AF51F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EF294-18C9-41EB-AE86-1DF0EFBAE5CC}" type="datetimeFigureOut">
              <a:rPr lang="nl-NL" smtClean="0"/>
              <a:t>5-6-2026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8B0E66B-2450-8147-F371-BD2A2B522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90F8C58-C724-3B69-9B6C-E756A26B6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067F-4665-414E-B783-BD05F4499E4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97022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80CBA06E-388D-3C80-42B1-E0DD3FEE4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F3E3609-F3BD-0BD4-57B1-74C0B3260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F282A67-BF2D-3779-FA49-8D84BD4979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DEF294-18C9-41EB-AE86-1DF0EFBAE5CC}" type="datetimeFigureOut">
              <a:rPr lang="nl-NL" smtClean="0"/>
              <a:t>5-6-2026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7F2B58E-BC29-DC69-2612-089758853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0F34A39-992C-0F08-0B0B-75CA5895D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C4067F-4665-414E-B783-BD05F4499E4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11313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9750B6-8004-F29D-D690-A2832E9ABF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Linaire</a:t>
            </a:r>
            <a:r>
              <a:rPr lang="en-US" dirty="0"/>
              <a:t> </a:t>
            </a:r>
            <a:r>
              <a:rPr lang="en-US" dirty="0" err="1"/>
              <a:t>functies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B8A939CC-A046-104E-CECF-1FF086F1AF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83604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1BDEB7-7E5C-A42A-C2B1-D7A92D6F8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 is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lineaire</a:t>
            </a:r>
            <a:r>
              <a:rPr lang="en-US" dirty="0"/>
              <a:t> </a:t>
            </a:r>
            <a:r>
              <a:rPr lang="en-US" dirty="0" err="1"/>
              <a:t>functie</a:t>
            </a:r>
            <a:r>
              <a:rPr lang="en-US" dirty="0"/>
              <a:t>?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62F9F66-C1E6-D90C-3AEE-6995E1ACB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07560" cy="4351338"/>
          </a:xfrm>
        </p:spPr>
        <p:txBody>
          <a:bodyPr/>
          <a:lstStyle/>
          <a:p>
            <a:r>
              <a:rPr lang="en-US" dirty="0"/>
              <a:t>Een </a:t>
            </a:r>
            <a:r>
              <a:rPr lang="en-US" dirty="0" err="1"/>
              <a:t>lineaire</a:t>
            </a:r>
            <a:r>
              <a:rPr lang="en-US" dirty="0"/>
              <a:t> </a:t>
            </a:r>
            <a:r>
              <a:rPr lang="en-US" dirty="0" err="1"/>
              <a:t>functie</a:t>
            </a:r>
            <a:r>
              <a:rPr lang="en-US" dirty="0"/>
              <a:t> is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functie</a:t>
            </a:r>
            <a:r>
              <a:rPr lang="en-US" dirty="0"/>
              <a:t> </a:t>
            </a:r>
            <a:r>
              <a:rPr lang="en-US" dirty="0" err="1"/>
              <a:t>waarbij</a:t>
            </a:r>
            <a:r>
              <a:rPr lang="en-US" dirty="0"/>
              <a:t> de </a:t>
            </a:r>
            <a:r>
              <a:rPr lang="en-US" dirty="0" err="1"/>
              <a:t>grafiek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rechte</a:t>
            </a:r>
            <a:r>
              <a:rPr lang="en-US" dirty="0"/>
              <a:t> </a:t>
            </a:r>
            <a:r>
              <a:rPr lang="en-US" dirty="0" err="1"/>
              <a:t>lijn</a:t>
            </a:r>
            <a:r>
              <a:rPr lang="en-US" dirty="0"/>
              <a:t> is</a:t>
            </a:r>
            <a:endParaRPr lang="nl-NL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F68D12A0-71D8-4108-817A-DBEE19209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7952" y="1937211"/>
            <a:ext cx="4105848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824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F0AF0C-CDD5-5579-CEDA-F455947DD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 algemene functie</a:t>
            </a:r>
            <a:br>
              <a:rPr lang="nl-NL" dirty="0"/>
            </a:b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991F595E-F9DE-EE25-2968-54B9ED924B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lvl="1" indent="0">
                  <a:buNone/>
                </a:pPr>
                <a:r>
                  <a:rPr lang="nl-NL" sz="4400" dirty="0"/>
                  <a:t>Y = </a:t>
                </a:r>
                <a:r>
                  <a:rPr lang="nl-NL" sz="4400" dirty="0" err="1"/>
                  <a:t>ax</a:t>
                </a:r>
                <a:r>
                  <a:rPr lang="nl-NL" sz="4400" dirty="0"/>
                  <a:t> + b</a:t>
                </a:r>
              </a:p>
              <a:p>
                <a:pPr lvl="1"/>
                <a:endParaRPr lang="nl-NL" dirty="0"/>
              </a:p>
              <a:p>
                <a:r>
                  <a:rPr lang="nl-NL" dirty="0"/>
                  <a:t>Hierbij betekent:</a:t>
                </a:r>
              </a:p>
              <a:p>
                <a14:m>
                  <m:oMath xmlns:m="http://schemas.openxmlformats.org/officeDocument/2006/math">
                    <m:r>
                      <a:rPr lang="nl-NL" i="1"/>
                      <m:t>𝑎</m:t>
                    </m:r>
                  </m:oMath>
                </a14:m>
                <a:r>
                  <a:rPr lang="nl-NL" dirty="0"/>
                  <a:t>= de richtingscoëfficiënt (hoe steil de lijn loopt)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nl-NL" i="1"/>
                      <m:t>𝑎</m:t>
                    </m:r>
                    <m:r>
                      <a:rPr lang="nl-NL"/>
                      <m:t>&gt;0</m:t>
                    </m:r>
                  </m:oMath>
                </a14:m>
                <a:r>
                  <a:rPr lang="nl-NL" dirty="0"/>
                  <a:t>: de lijn stijgt.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nl-NL" i="1"/>
                      <m:t>𝑎</m:t>
                    </m:r>
                    <m:r>
                      <a:rPr lang="nl-NL"/>
                      <m:t>&lt;0</m:t>
                    </m:r>
                  </m:oMath>
                </a14:m>
                <a:r>
                  <a:rPr lang="nl-NL" dirty="0"/>
                  <a:t>: de lijn daalt. </a:t>
                </a:r>
              </a:p>
              <a:p>
                <a:pPr lvl="1"/>
                <a:r>
                  <a:rPr lang="nl-NL" dirty="0"/>
                  <a:t>Hoe groter </a:t>
                </a:r>
                <a14:m>
                  <m:oMath xmlns:m="http://schemas.openxmlformats.org/officeDocument/2006/math">
                    <m:r>
                      <a:rPr lang="nl-NL"/>
                      <m:t>∣</m:t>
                    </m:r>
                    <m:r>
                      <a:rPr lang="nl-NL" i="1"/>
                      <m:t>𝑎</m:t>
                    </m:r>
                    <m:r>
                      <a:rPr lang="nl-NL"/>
                      <m:t>∣</m:t>
                    </m:r>
                  </m:oMath>
                </a14:m>
                <a:r>
                  <a:rPr lang="nl-NL" dirty="0"/>
                  <a:t>, hoe steiler de lijn. </a:t>
                </a:r>
              </a:p>
              <a:p>
                <a14:m>
                  <m:oMath xmlns:m="http://schemas.openxmlformats.org/officeDocument/2006/math">
                    <m:r>
                      <a:rPr lang="nl-NL" i="1"/>
                      <m:t>𝑏</m:t>
                    </m:r>
                  </m:oMath>
                </a14:m>
                <a:r>
                  <a:rPr lang="nl-NL" dirty="0"/>
                  <a:t>= het startpunt op de y-as (waar de lijn de y-as snijdt).</a:t>
                </a:r>
              </a:p>
            </p:txBody>
          </p:sp>
        </mc:Choice>
        <mc:Fallback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991F595E-F9DE-EE25-2968-54B9ED924B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420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516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D1D7A3-8515-FBB1-4B9D-FA47DA473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Maak </a:t>
            </a:r>
            <a:r>
              <a:rPr lang="en-US" dirty="0" err="1"/>
              <a:t>een</a:t>
            </a:r>
            <a:r>
              <a:rPr lang="en-US" dirty="0"/>
              <a:t> C# Class </a:t>
            </a:r>
            <a:r>
              <a:rPr lang="en-US" dirty="0" err="1"/>
              <a:t>LinearFunction</a:t>
            </a:r>
            <a:endParaRPr lang="nl-NL" dirty="0"/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C175D34A-FD76-3823-528F-41A0E7538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565882"/>
              </p:ext>
            </p:extLst>
          </p:nvPr>
        </p:nvGraphicFramePr>
        <p:xfrm>
          <a:off x="953311" y="1779981"/>
          <a:ext cx="2830749" cy="1897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0749">
                  <a:extLst>
                    <a:ext uri="{9D8B030D-6E8A-4147-A177-3AD203B41FA5}">
                      <a16:colId xmlns:a16="http://schemas.microsoft.com/office/drawing/2014/main" val="3438540493"/>
                    </a:ext>
                  </a:extLst>
                </a:gridCol>
              </a:tblGrid>
              <a:tr h="509141">
                <a:tc>
                  <a:txBody>
                    <a:bodyPr/>
                    <a:lstStyle/>
                    <a:p>
                      <a:r>
                        <a:rPr lang="en-US" dirty="0" err="1"/>
                        <a:t>LineairFunction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342504"/>
                  </a:ext>
                </a:extLst>
              </a:tr>
              <a:tr h="878791">
                <a:tc>
                  <a:txBody>
                    <a:bodyPr/>
                    <a:lstStyle/>
                    <a:p>
                      <a:r>
                        <a:rPr lang="en-US" dirty="0"/>
                        <a:t>+ float slope</a:t>
                      </a:r>
                      <a:br>
                        <a:rPr lang="en-US" dirty="0"/>
                      </a:br>
                      <a:r>
                        <a:rPr lang="en-US" dirty="0"/>
                        <a:t>+ float intercept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059389"/>
                  </a:ext>
                </a:extLst>
              </a:tr>
              <a:tr h="509141">
                <a:tc>
                  <a:txBody>
                    <a:bodyPr/>
                    <a:lstStyle/>
                    <a:p>
                      <a:r>
                        <a:rPr lang="en-US" dirty="0"/>
                        <a:t>+ float </a:t>
                      </a:r>
                      <a:r>
                        <a:rPr lang="en-US" dirty="0" err="1"/>
                        <a:t>getY</a:t>
                      </a:r>
                      <a:r>
                        <a:rPr lang="en-US" dirty="0"/>
                        <a:t>(float x)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037278"/>
                  </a:ext>
                </a:extLst>
              </a:tr>
            </a:tbl>
          </a:graphicData>
        </a:graphic>
      </p:graphicFrame>
      <p:sp>
        <p:nvSpPr>
          <p:cNvPr id="9" name="Tekstvak 8">
            <a:extLst>
              <a:ext uri="{FF2B5EF4-FFF2-40B4-BE49-F238E27FC236}">
                <a16:creationId xmlns:a16="http://schemas.microsoft.com/office/drawing/2014/main" id="{DAE3409F-1212-0705-C3DE-98441DC41E1D}"/>
              </a:ext>
            </a:extLst>
          </p:cNvPr>
          <p:cNvSpPr txBox="1"/>
          <p:nvPr/>
        </p:nvSpPr>
        <p:spPr>
          <a:xfrm>
            <a:off x="5360753" y="1779981"/>
            <a:ext cx="60943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LinearFunction</a:t>
            </a:r>
            <a:r>
              <a:rPr lang="nl-NL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 = </a:t>
            </a:r>
            <a:r>
              <a:rPr lang="nl-NL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nl-NL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nl-NL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LinearFunction</a:t>
            </a:r>
            <a:r>
              <a:rPr lang="nl-NL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nl-NL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nl-NL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f.slope</a:t>
            </a:r>
            <a:r>
              <a:rPr lang="nl-NL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2f;</a:t>
            </a:r>
          </a:p>
          <a:p>
            <a:r>
              <a:rPr lang="nl-NL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f.intercept</a:t>
            </a:r>
            <a:r>
              <a:rPr lang="nl-NL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-2f;</a:t>
            </a:r>
          </a:p>
          <a:p>
            <a:endParaRPr lang="nl-NL" dirty="0"/>
          </a:p>
          <a:p>
            <a:r>
              <a:rPr lang="nl-NL" dirty="0" err="1"/>
              <a:t>Debug.Log</a:t>
            </a:r>
            <a:r>
              <a:rPr lang="nl-NL" dirty="0"/>
              <a:t>(</a:t>
            </a:r>
            <a:r>
              <a:rPr lang="nl-NL" dirty="0" err="1"/>
              <a:t>f.getY</a:t>
            </a:r>
            <a:r>
              <a:rPr lang="nl-NL" dirty="0"/>
              <a:t>(3) // 4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18995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hoek 24">
            <a:extLst>
              <a:ext uri="{FF2B5EF4-FFF2-40B4-BE49-F238E27FC236}">
                <a16:creationId xmlns:a16="http://schemas.microsoft.com/office/drawing/2014/main" id="{A09E282C-398C-5558-3492-7321D3B3F029}"/>
              </a:ext>
            </a:extLst>
          </p:cNvPr>
          <p:cNvSpPr/>
          <p:nvPr/>
        </p:nvSpPr>
        <p:spPr>
          <a:xfrm>
            <a:off x="2636196" y="3393028"/>
            <a:ext cx="4717915" cy="1606989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1E45535-A6F9-594D-C53E-6E63F1142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Bepaal</a:t>
            </a:r>
            <a:r>
              <a:rPr lang="en-US" dirty="0"/>
              <a:t>  </a:t>
            </a:r>
            <a:r>
              <a:rPr lang="en-US" dirty="0" err="1"/>
              <a:t>functie</a:t>
            </a:r>
            <a:r>
              <a:rPr lang="en-US"/>
              <a:t> door </a:t>
            </a:r>
            <a:r>
              <a:rPr lang="en-US" dirty="0"/>
              <a:t>twee </a:t>
            </a:r>
            <a:r>
              <a:rPr lang="en-US" dirty="0" err="1"/>
              <a:t>punten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16949F1-C0EF-0984-99F9-F90D361D7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48315"/>
          </a:xfrm>
        </p:spPr>
        <p:txBody>
          <a:bodyPr>
            <a:normAutofit/>
          </a:bodyPr>
          <a:lstStyle/>
          <a:p>
            <a:r>
              <a:rPr lang="en-US" dirty="0"/>
              <a:t>f(x) = a x + b</a:t>
            </a:r>
            <a:br>
              <a:rPr lang="en-US" dirty="0"/>
            </a:br>
            <a:r>
              <a:rPr lang="en-US" dirty="0"/>
              <a:t>met: a: slope, b: intercept</a:t>
            </a:r>
            <a:endParaRPr lang="nl-NL" dirty="0"/>
          </a:p>
        </p:txBody>
      </p:sp>
      <p:sp>
        <p:nvSpPr>
          <p:cNvPr id="21" name="Ovaal 20">
            <a:extLst>
              <a:ext uri="{FF2B5EF4-FFF2-40B4-BE49-F238E27FC236}">
                <a16:creationId xmlns:a16="http://schemas.microsoft.com/office/drawing/2014/main" id="{D25A4511-94E0-818B-8B5B-B7AC689F8E4C}"/>
              </a:ext>
            </a:extLst>
          </p:cNvPr>
          <p:cNvSpPr/>
          <p:nvPr/>
        </p:nvSpPr>
        <p:spPr>
          <a:xfrm>
            <a:off x="2412459" y="4776280"/>
            <a:ext cx="418290" cy="4572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2" name="Ovaal 21">
            <a:extLst>
              <a:ext uri="{FF2B5EF4-FFF2-40B4-BE49-F238E27FC236}">
                <a16:creationId xmlns:a16="http://schemas.microsoft.com/office/drawing/2014/main" id="{332665AB-FA5A-2A73-7CD9-C466AA52737B}"/>
              </a:ext>
            </a:extLst>
          </p:cNvPr>
          <p:cNvSpPr/>
          <p:nvPr/>
        </p:nvSpPr>
        <p:spPr>
          <a:xfrm>
            <a:off x="7068766" y="3149836"/>
            <a:ext cx="418290" cy="4572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24" name="Rechte verbindingslijn 23">
            <a:extLst>
              <a:ext uri="{FF2B5EF4-FFF2-40B4-BE49-F238E27FC236}">
                <a16:creationId xmlns:a16="http://schemas.microsoft.com/office/drawing/2014/main" id="{60D1485A-7598-0FCC-3EDA-26FFA97E1C40}"/>
              </a:ext>
            </a:extLst>
          </p:cNvPr>
          <p:cNvCxnSpPr/>
          <p:nvPr/>
        </p:nvCxnSpPr>
        <p:spPr>
          <a:xfrm flipV="1">
            <a:off x="573932" y="2256817"/>
            <a:ext cx="9902757" cy="34922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kstvak 26">
            <a:extLst>
              <a:ext uri="{FF2B5EF4-FFF2-40B4-BE49-F238E27FC236}">
                <a16:creationId xmlns:a16="http://schemas.microsoft.com/office/drawing/2014/main" id="{7ECEF300-0EE0-1C8E-431A-CB0D5626C48B}"/>
              </a:ext>
            </a:extLst>
          </p:cNvPr>
          <p:cNvSpPr txBox="1"/>
          <p:nvPr/>
        </p:nvSpPr>
        <p:spPr>
          <a:xfrm>
            <a:off x="2462313" y="5270466"/>
            <a:ext cx="736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</a:t>
            </a:r>
            <a:endParaRPr lang="nl-NL" dirty="0"/>
          </a:p>
        </p:txBody>
      </p:sp>
      <p:sp>
        <p:nvSpPr>
          <p:cNvPr id="28" name="Tekstvak 27">
            <a:extLst>
              <a:ext uri="{FF2B5EF4-FFF2-40B4-BE49-F238E27FC236}">
                <a16:creationId xmlns:a16="http://schemas.microsoft.com/office/drawing/2014/main" id="{FBBEBBA3-E46D-2166-B3C7-2C6212D9C7AA}"/>
              </a:ext>
            </a:extLst>
          </p:cNvPr>
          <p:cNvSpPr txBox="1"/>
          <p:nvPr/>
        </p:nvSpPr>
        <p:spPr>
          <a:xfrm>
            <a:off x="7188740" y="2808100"/>
            <a:ext cx="736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</a:t>
            </a:r>
            <a:endParaRPr lang="nl-NL" dirty="0"/>
          </a:p>
        </p:txBody>
      </p:sp>
      <p:pic>
        <p:nvPicPr>
          <p:cNvPr id="1026" name="Picture 2" descr="equation">
            <a:extLst>
              <a:ext uri="{FF2B5EF4-FFF2-40B4-BE49-F238E27FC236}">
                <a16:creationId xmlns:a16="http://schemas.microsoft.com/office/drawing/2014/main" id="{8C77CD0D-4BC5-B2FD-DD90-073985B46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7865" y="3871610"/>
            <a:ext cx="1277379" cy="795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quation">
            <a:extLst>
              <a:ext uri="{FF2B5EF4-FFF2-40B4-BE49-F238E27FC236}">
                <a16:creationId xmlns:a16="http://schemas.microsoft.com/office/drawing/2014/main" id="{008C3CCB-BCD5-9F48-3F49-FE719AB33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7056" y="3964865"/>
            <a:ext cx="557480" cy="394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quation">
            <a:extLst>
              <a:ext uri="{FF2B5EF4-FFF2-40B4-BE49-F238E27FC236}">
                <a16:creationId xmlns:a16="http://schemas.microsoft.com/office/drawing/2014/main" id="{3CD32F13-3B1D-92D6-CCF9-6A85277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350" y="5110618"/>
            <a:ext cx="801871" cy="41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640082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5544</TotalTime>
  <Words>164</Words>
  <Application>Microsoft Office PowerPoint</Application>
  <PresentationFormat>Breedbeeld</PresentationFormat>
  <Paragraphs>26</Paragraphs>
  <Slides>5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Cascadia Mono</vt:lpstr>
      <vt:lpstr>Kantoorthema</vt:lpstr>
      <vt:lpstr>Linaire functies</vt:lpstr>
      <vt:lpstr>Wat is een lineaire functie?</vt:lpstr>
      <vt:lpstr>De algemene functie </vt:lpstr>
      <vt:lpstr>Maak een C# Class LinearFunction</vt:lpstr>
      <vt:lpstr>Bepaal  functie door twee punten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Jelle Sjollema</dc:creator>
  <cp:lastModifiedBy>Jelle Sjollema</cp:lastModifiedBy>
  <cp:revision>2</cp:revision>
  <dcterms:created xsi:type="dcterms:W3CDTF">2026-06-05T10:19:33Z</dcterms:created>
  <dcterms:modified xsi:type="dcterms:W3CDTF">2026-06-09T06:43:37Z</dcterms:modified>
</cp:coreProperties>
</file>