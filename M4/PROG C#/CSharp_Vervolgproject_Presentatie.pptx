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65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" y="502920"/>
            <a:ext cx="81838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002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C# vervolgproject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221284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1E7A"/>
                </a:solidFill>
              </a:rPr>
              <a:t>Schoolplanner &amp; Klassenadministratie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D8D8"/>
                </a:solidFill>
              </a:rPr>
              <a:t>10 weken • </a:t>
            </a:r>
            <a:r>
              <a:rPr lang="en-US" sz="1500" dirty="0" err="1">
                <a:solidFill>
                  <a:srgbClr val="D8D8D8"/>
                </a:solidFill>
              </a:rPr>
              <a:t>Leerjaar</a:t>
            </a:r>
            <a:r>
              <a:rPr lang="en-US" sz="1500" dirty="0">
                <a:solidFill>
                  <a:srgbClr val="D8D8D8"/>
                </a:solidFill>
              </a:rPr>
              <a:t> 1 • Game Development • Console-applicatie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657600"/>
            <a:ext cx="4572000" cy="0"/>
          </a:xfrm>
          <a:prstGeom prst="line">
            <a:avLst/>
          </a:prstGeom>
          <a:noFill/>
          <a:ln w="27940">
            <a:solidFill>
              <a:srgbClr val="E91E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977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Doel van deze presentatie: de projectkern, opbouw en beoordeling compact zichtbaar maken.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960000">
            <a:off x="8321040" y="960120"/>
            <a:ext cx="3108960" cy="3108960"/>
          </a:xfrm>
          <a:prstGeom prst="arc">
            <a:avLst/>
          </a:prstGeom>
          <a:noFill/>
          <a:ln w="50800">
            <a:solidFill>
              <a:srgbClr val="E91E7A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960000">
            <a:off x="8915400" y="1572768"/>
            <a:ext cx="1920240" cy="1920240"/>
          </a:xfrm>
          <a:prstGeom prst="arc">
            <a:avLst/>
          </a:prstGeom>
          <a:noFill/>
          <a:ln w="254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≤ 10 minuten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 van het project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5240">
            <a:solidFill>
              <a:srgbClr val="E91E7A"/>
            </a:solidFill>
            <a:prstDash val="solid"/>
          </a:ln>
        </p:spPr>
      </p:sp>
      <p:pic>
        <p:nvPicPr>
          <p:cNvPr id="4" name="Image 0" descr="/mnt/dat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113" y="164592"/>
            <a:ext cx="527406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C# vervolgproject • Schoolplanner &amp; Klassenadministratie •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5800" y="1143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38"/>
                </a:solidFill>
              </a:rPr>
              <a:t>Studenten bouwen een groter, maar afgebakend C# consoleproject waarin objecten logisch samenwerken.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1847088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CE8F2"/>
          </a:solidFill>
          <a:ln w="10160">
            <a:solidFill>
              <a:srgbClr val="E4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0116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Eindproduct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77440"/>
            <a:ext cx="29809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Schoolplanner &amp; Klassenadministratie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Menu met studenten, klassen, koppelingen en lessen.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7408" y="1847088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E9F0FA"/>
          </a:solidFill>
          <a:ln w="10160">
            <a:solidFill>
              <a:srgbClr val="E4E4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20116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Leerfocus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08576" y="2377440"/>
            <a:ext cx="29809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Classes, objecten, List&lt;T&gt;, methods, constructors en eenvoudige relaties.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56448" y="1847088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E8F4EF"/>
          </a:solidFill>
          <a:ln w="10160">
            <a:solidFill>
              <a:srgbClr val="E4E4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7616" y="20116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Afbakening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57616" y="2377440"/>
            <a:ext cx="29809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Geen volledig administratiesysteem. Docenten en lokalen starten als tekstvelden.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417320" y="4590288"/>
            <a:ext cx="914400" cy="640080"/>
          </a:xfrm>
          <a:prstGeom prst="chevron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94760" y="4590288"/>
            <a:ext cx="914400" cy="640080"/>
          </a:xfrm>
          <a:prstGeom prst="chevron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2200" y="4590288"/>
            <a:ext cx="914400" cy="640080"/>
          </a:xfrm>
          <a:prstGeom prst="chevron">
            <a:avLst/>
          </a:prstGeom>
          <a:solidFill>
            <a:srgbClr val="E91E7A"/>
          </a:solidFill>
          <a:ln w="12700">
            <a:solidFill>
              <a:srgbClr val="E91E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440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1515"/>
                </a:solidFill>
              </a:rPr>
              <a:t>Basiskennis → structuur → relaties → testen → opleveren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moet de applicatie kunnen?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5240">
            <a:solidFill>
              <a:srgbClr val="E91E7A"/>
            </a:solidFill>
            <a:prstDash val="solid"/>
          </a:ln>
        </p:spPr>
      </p:sp>
      <p:pic>
        <p:nvPicPr>
          <p:cNvPr id="4" name="Image 0" descr="/mnt/dat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113" y="164592"/>
            <a:ext cx="527406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C# vervolgproject • Schoolplanner &amp; Klassenadministratie • 3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31520" y="12344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6F6F8"/>
          </a:solidFill>
          <a:ln w="10160">
            <a:solidFill>
              <a:srgbClr val="E3E3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3716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7A"/>
                </a:solidFill>
              </a:rPr>
              <a:t>Studenten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23160" y="1371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51515"/>
                </a:solidFill>
              </a:rPr>
              <a:t>toevoegen, bekijken, zoeken, aanpassen, verwijderen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731520" y="23774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3E3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25146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7A"/>
                </a:solidFill>
              </a:rPr>
              <a:t>Klassen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23160" y="2514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51515"/>
                </a:solidFill>
              </a:rPr>
              <a:t>klassen aanmaken en studenten koppelen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731520" y="35204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6F6F8"/>
          </a:solidFill>
          <a:ln w="10160">
            <a:solidFill>
              <a:srgbClr val="E3E3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6576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7A"/>
                </a:solidFill>
              </a:rPr>
              <a:t>Lessen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23160" y="3657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51515"/>
                </a:solidFill>
              </a:rPr>
              <a:t>lessen plannen met klas, docent, lokaal en tijd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400800" y="12344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3E3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13716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7A"/>
                </a:solidFill>
              </a:rPr>
              <a:t>Rooster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92440" y="1371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51515"/>
                </a:solidFill>
              </a:rPr>
              <a:t>lessen overzichtelijk tonen in de console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0" y="23774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6F6F8"/>
          </a:solidFill>
          <a:ln w="10160">
            <a:solidFill>
              <a:srgbClr val="E3E3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25146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7A"/>
                </a:solidFill>
              </a:rPr>
              <a:t>Validatie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2514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51515"/>
                </a:solidFill>
              </a:rPr>
              <a:t>ongeldige invoer netjes afvangen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3E3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01968" y="36576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7A"/>
                </a:solidFill>
              </a:rPr>
              <a:t>Uitbreiding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92440" y="3657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51515"/>
                </a:solidFill>
              </a:rPr>
              <a:t>bijvoorbeeld save/load, sorteren of extra classes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3474720" y="498348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320" y="5184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</a:rPr>
              <a:t>Minimale oplevering: werkend programma + ontwerp + testverslag + reflectie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Technische structuur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5240">
            <a:solidFill>
              <a:srgbClr val="E91E7A"/>
            </a:solidFill>
            <a:prstDash val="solid"/>
          </a:ln>
        </p:spPr>
      </p:sp>
      <p:pic>
        <p:nvPicPr>
          <p:cNvPr id="4" name="Image 0" descr="/mnt/dat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113" y="164592"/>
            <a:ext cx="527406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C# vervolgproject • Schoolplanner &amp; Klassenadministratie •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5800" y="11155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238"/>
                </a:solidFill>
              </a:rPr>
              <a:t>De beoordeling draait niet alleen om “het werkt”, maar ook om duidelijke codeverdeling.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2743200" y="2743200"/>
            <a:ext cx="210312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492240" y="2743200"/>
            <a:ext cx="18288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633421" y="3429000"/>
            <a:ext cx="0" cy="68580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77240" y="19202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CE8F2"/>
          </a:solidFill>
          <a:ln w="10160">
            <a:solidFill>
              <a:srgbClr val="E4E4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208483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Student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" y="2450592"/>
            <a:ext cx="192938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StudentNumber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FirstName / LastName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PrintInfo()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0" y="19202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9F0FA"/>
          </a:solidFill>
          <a:ln w="10160">
            <a:solidFill>
              <a:srgbClr val="E4E4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3168" y="208483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SchoolClass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73168" y="2450592"/>
            <a:ext cx="192938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ClassName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Year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List&lt;Student&gt;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AddStudent()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321040" y="19202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8F4EF"/>
          </a:solidFill>
          <a:ln w="10160">
            <a:solidFill>
              <a:srgbClr val="E4E4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208483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Lesson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22208" y="2450592"/>
            <a:ext cx="192938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Subject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ClassName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TeacherName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Classroom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StartTime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261821" y="4133087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3D8"/>
          </a:solidFill>
          <a:ln w="10160">
            <a:solidFill>
              <a:srgbClr val="E4E4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3128" y="4197097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Program / menu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453128" y="4464424"/>
            <a:ext cx="2340864" cy="5556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</a:rPr>
              <a:t>ShowMenu, AddStudent, ShowStudents, AddClass, AssignStudentToClass, AddLesson, ShowSchedule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498080" y="46085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1E7A"/>
                </a:solidFill>
              </a:rPr>
              <a:t>Voorbeeld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498080" y="4846320"/>
            <a:ext cx="4290508" cy="777240"/>
          </a:xfrm>
          <a:prstGeom prst="roundRect">
            <a:avLst>
              <a:gd name="adj" fmla="val 588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nl-NL" dirty="0"/>
          </a:p>
        </p:txBody>
      </p:sp>
      <p:sp>
        <p:nvSpPr>
          <p:cNvPr id="24" name="Text 21"/>
          <p:cNvSpPr/>
          <p:nvPr/>
        </p:nvSpPr>
        <p:spPr>
          <a:xfrm>
            <a:off x="7644384" y="51023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List&lt;Student&gt; students = new List&lt;Student&gt;();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Lessenreeksopbouw in 10 weken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5240">
            <a:solidFill>
              <a:srgbClr val="E91E7A"/>
            </a:solidFill>
            <a:prstDash val="solid"/>
          </a:ln>
        </p:spPr>
      </p:sp>
      <p:pic>
        <p:nvPicPr>
          <p:cNvPr id="4" name="Image 0" descr="/mnt/dat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113" y="164592"/>
            <a:ext cx="527406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C# vervolgproject • Schoolplanner &amp; Klassenadministratie • 5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40080" y="1261872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E9F0FA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3624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1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749808" y="1609344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Intro + hoofdmenu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98648" y="1261872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E9F0FA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08376" y="13624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2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3008376" y="1609344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Student class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157216" y="1261872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E9F0FA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66944" y="13624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3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5266944" y="1609344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List&lt;Student&gt;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15784" y="1261872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E9F0FA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13624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4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7525512" y="1609344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SchoolClass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74352" y="1261872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E9F0FA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0" y="13624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5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9784080" y="1609344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Lesson + rooster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CE8F2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2980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6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749808" y="32278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Methods structureren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898648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CE8F2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08376" y="2980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7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3008376" y="32278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CRUD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157216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CE8F2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66944" y="2980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8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5266944" y="32278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Validatie + testen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15784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CE8F2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25512" y="2980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9</a:t>
            </a:r>
            <a:endParaRPr lang="en-US" sz="920" dirty="0"/>
          </a:p>
        </p:txBody>
      </p:sp>
      <p:sp>
        <p:nvSpPr>
          <p:cNvPr id="32" name="Text 29"/>
          <p:cNvSpPr/>
          <p:nvPr/>
        </p:nvSpPr>
        <p:spPr>
          <a:xfrm>
            <a:off x="7525512" y="32278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Opleveren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674352" y="2880360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CE8F2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84080" y="2980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91E7A"/>
                </a:solidFill>
              </a:rPr>
              <a:t>Week 9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9784080" y="322783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1515"/>
                </a:solidFill>
              </a:rPr>
              <a:t>Beoordeling / herkansing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77240" y="4096512"/>
            <a:ext cx="10561320" cy="749808"/>
          </a:xfrm>
          <a:prstGeom prst="roundRect">
            <a:avLst>
              <a:gd name="adj" fmla="val 7317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0120" y="4325112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Opbouw: eerst basis en data → daarna relaties en functionaliteit → afsluiten met validatie, testbewijs en demonstratie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2788920" y="5367529"/>
            <a:ext cx="6217920" cy="384048"/>
          </a:xfrm>
          <a:prstGeom prst="roundRect">
            <a:avLst>
              <a:gd name="adj" fmla="val 19048"/>
            </a:avLst>
          </a:prstGeom>
          <a:solidFill>
            <a:srgbClr val="FFF3D8"/>
          </a:solidFill>
          <a:ln w="12700">
            <a:solidFill>
              <a:srgbClr val="FFF3D8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099816" y="5426964"/>
            <a:ext cx="5961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51515"/>
                </a:solidFill>
              </a:rPr>
              <a:t>Tussenstappen tellen als voorbereiding op eindproduct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Rubric: weging van de beoordeling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5240">
            <a:solidFill>
              <a:srgbClr val="E91E7A"/>
            </a:solidFill>
            <a:prstDash val="solid"/>
          </a:ln>
        </p:spPr>
      </p:sp>
      <p:pic>
        <p:nvPicPr>
          <p:cNvPr id="4" name="Image 0" descr="/mnt/dat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113" y="164592"/>
            <a:ext cx="527406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C# vervolgproject • Schoolplanner &amp; Klassenadministratie • 6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77240" y="1417320"/>
            <a:ext cx="2377440" cy="2514600"/>
          </a:xfrm>
          <a:prstGeom prst="roundRect">
            <a:avLst>
              <a:gd name="adj" fmla="val 2692"/>
            </a:avLst>
          </a:prstGeom>
          <a:solidFill>
            <a:srgbClr val="FCE8F2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6642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1E7A"/>
                </a:solidFill>
              </a:rPr>
              <a:t>40%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5"/>
                </a:solidFill>
              </a:rPr>
              <a:t>Code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8529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22222"/>
                </a:solidFill>
              </a:rPr>
              <a:t>classes, methods, List&lt;T&gt;, constructors/properties, structuur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3410712" y="1417320"/>
            <a:ext cx="2377440" cy="2514600"/>
          </a:xfrm>
          <a:prstGeom prst="roundRect">
            <a:avLst>
              <a:gd name="adj" fmla="val 2692"/>
            </a:avLst>
          </a:prstGeom>
          <a:solidFill>
            <a:srgbClr val="E9F0FA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16642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1E7A"/>
                </a:solidFill>
              </a:rPr>
              <a:t>25%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547872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5"/>
                </a:solidFill>
              </a:rPr>
              <a:t>Productwerking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93592" y="28529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22222"/>
                </a:solidFill>
              </a:rPr>
              <a:t>menu, studenten, klassen, lessen, CRUD, uitbreiding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6044184" y="1417320"/>
            <a:ext cx="1828800" cy="2514600"/>
          </a:xfrm>
          <a:prstGeom prst="roundRect">
            <a:avLst>
              <a:gd name="adj" fmla="val 3500"/>
            </a:avLst>
          </a:prstGeom>
          <a:solidFill>
            <a:srgbClr val="E8F4EF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3912" y="16642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1E7A"/>
                </a:solidFill>
              </a:rPr>
              <a:t>15%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181344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5"/>
                </a:solidFill>
              </a:rPr>
              <a:t>Ontwerp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27064" y="285292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22222"/>
                </a:solidFill>
              </a:rPr>
              <a:t>klassendiagram en uitleg van verantwoordelijkheden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129016" y="1417320"/>
            <a:ext cx="1828800" cy="2514600"/>
          </a:xfrm>
          <a:prstGeom prst="roundRect">
            <a:avLst>
              <a:gd name="adj" fmla="val 3500"/>
            </a:avLst>
          </a:prstGeom>
          <a:solidFill>
            <a:srgbClr val="FFF3D8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38744" y="16642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1E7A"/>
                </a:solidFill>
              </a:rPr>
              <a:t>10%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266176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5"/>
                </a:solidFill>
              </a:rPr>
              <a:t>Testen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11896" y="285292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22222"/>
                </a:solidFill>
              </a:rPr>
              <a:t>normale + foutieve situaties, bugs verbeteren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10213848" y="1417320"/>
            <a:ext cx="1828800" cy="2514600"/>
          </a:xfrm>
          <a:prstGeom prst="roundRect">
            <a:avLst>
              <a:gd name="adj" fmla="val 3500"/>
            </a:avLst>
          </a:prstGeom>
          <a:solidFill>
            <a:srgbClr val="EFEFEF"/>
          </a:solidFill>
          <a:ln w="10160">
            <a:solidFill>
              <a:srgbClr val="DADD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23576" y="166420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1E7A"/>
                </a:solidFill>
              </a:rPr>
              <a:t>10%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351008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515"/>
                </a:solidFill>
              </a:rPr>
              <a:t>Verslag / reflectie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396728" y="285292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22222"/>
                </a:solidFill>
              </a:rPr>
              <a:t>werking, opbouw, keuzes, leerpunten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1143000" y="4800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238"/>
                </a:solidFill>
              </a:rPr>
              <a:t>Hoofdaccent: technische codekwaliteit en werkende productfunctionaliteit samen 65%.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143000" y="53949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Inleverproducten: C# project, codebestanden, klassendiagram, testverslag en reflectie.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Rubric: beoordelingsniveaus toepassen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868680"/>
            <a:ext cx="11064240" cy="0"/>
          </a:xfrm>
          <a:prstGeom prst="line">
            <a:avLst/>
          </a:prstGeom>
          <a:noFill/>
          <a:ln w="15240">
            <a:solidFill>
              <a:srgbClr val="E91E7A"/>
            </a:solidFill>
            <a:prstDash val="solid"/>
          </a:ln>
        </p:spPr>
      </p:sp>
      <p:pic>
        <p:nvPicPr>
          <p:cNvPr id="4" name="Image 0" descr="/mnt/dat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113" y="164592"/>
            <a:ext cx="527406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C# vervolgproject • Schoolplanner &amp; Klassenadministratie • 7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31520" y="1234440"/>
            <a:ext cx="106984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0160">
            <a:solidFill>
              <a:srgbClr val="D9DC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234440"/>
            <a:ext cx="123444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37160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Niveau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1965960" y="1234440"/>
            <a:ext cx="388620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39112" y="1371600"/>
            <a:ext cx="3739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Wat betekent dit praktisch?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5852160" y="1234440"/>
            <a:ext cx="548640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1371600"/>
            <a:ext cx="5340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Voorbeeld bij Code / Product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31520" y="1691640"/>
            <a:ext cx="123444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185623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91E7A"/>
                </a:solidFill>
              </a:rPr>
              <a:t>4 punten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1965960" y="1691640"/>
            <a:ext cx="388620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39112" y="1856232"/>
            <a:ext cx="373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Volledig, gestructureerd en uitgebreid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5852160" y="1691640"/>
            <a:ext cx="548640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25312" y="1856232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Meerdere classes, foutarm, CRUD + uitbreiding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31520" y="2432304"/>
            <a:ext cx="123444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2596896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91E7A"/>
                </a:solidFill>
              </a:rPr>
              <a:t>3 punten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1965960" y="2432304"/>
            <a:ext cx="38862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39112" y="2596896"/>
            <a:ext cx="373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Grotendeels compleet en logisch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852160" y="2432304"/>
            <a:ext cx="54864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25312" y="2596896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Student, SchoolClass en Lesson werken grotendeels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731520" y="3172968"/>
            <a:ext cx="123444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" y="333756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91E7A"/>
                </a:solidFill>
              </a:rPr>
              <a:t>2 punten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1965960" y="3172968"/>
            <a:ext cx="388620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39112" y="3337560"/>
            <a:ext cx="373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Basis aanwezig, maar beperkt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5852160" y="3172968"/>
            <a:ext cx="548640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25312" y="3337560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Toevoegen/bekijken werkt; structuur of functies missen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731520" y="3913632"/>
            <a:ext cx="123444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" y="407822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91E7A"/>
                </a:solidFill>
              </a:rPr>
              <a:t>1 punt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1965960" y="3913632"/>
            <a:ext cx="38862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39112" y="4078224"/>
            <a:ext cx="373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Zeer beperkt werkend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5852160" y="3913632"/>
            <a:ext cx="54864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25312" y="4078224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Programma start, maar gebruiker kan weinig zinvol doen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731520" y="4654296"/>
            <a:ext cx="123444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4672" y="481888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91E7A"/>
                </a:solidFill>
              </a:rPr>
              <a:t>0 punten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1965960" y="4654296"/>
            <a:ext cx="388620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039112" y="4818888"/>
            <a:ext cx="373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Niet beoordeelbaar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5852160" y="4654296"/>
            <a:ext cx="5486400" cy="740664"/>
          </a:xfrm>
          <a:prstGeom prst="rect">
            <a:avLst/>
          </a:prstGeom>
          <a:solidFill>
            <a:srgbClr val="F9F9FB"/>
          </a:solidFill>
          <a:ln w="6350">
            <a:solidFill>
              <a:srgbClr val="E5E5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25312" y="4818888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51515"/>
                </a:solidFill>
              </a:rPr>
              <a:t>Compileert niet of te weinig eigen code</a:t>
            </a:r>
            <a:endParaRPr lang="en-US" sz="1080" dirty="0"/>
          </a:p>
        </p:txBody>
      </p:sp>
      <p:sp>
        <p:nvSpPr>
          <p:cNvPr id="43" name="Text 40"/>
          <p:cNvSpPr/>
          <p:nvPr/>
        </p:nvSpPr>
        <p:spPr>
          <a:xfrm>
            <a:off x="960120" y="5806440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32238"/>
                </a:solidFill>
              </a:rPr>
              <a:t>Belangrijk bij beoordeling: student moet code kunnen toelichten en aantonen dat functies getest zijn.</a:t>
            </a:r>
            <a:endParaRPr lang="en-US" sz="13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</TotalTime>
  <Words>562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vervolgproject</dc:title>
  <dc:subject>C# vervolgproject Schoolplanner &amp; Klassenadministratie</dc:subject>
  <dc:creator>OpenAI</dc:creator>
  <cp:lastModifiedBy>Jesse Wissink</cp:lastModifiedBy>
  <cp:revision>2</cp:revision>
  <dcterms:created xsi:type="dcterms:W3CDTF">2026-05-09T09:40:05Z</dcterms:created>
  <dcterms:modified xsi:type="dcterms:W3CDTF">2026-05-12T06:14:38Z</dcterms:modified>
</cp:coreProperties>
</file>