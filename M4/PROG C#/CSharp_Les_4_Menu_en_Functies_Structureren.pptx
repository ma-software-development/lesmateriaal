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658368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731520"/>
            <a:ext cx="18288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C# Les 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13232" y="1143000"/>
            <a:ext cx="713232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en functies structureren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713232" y="1700784"/>
            <a:ext cx="44805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CDD5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Schoolplanner &amp; Klassenadministratie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13232" y="2697480"/>
            <a:ext cx="5074920" cy="1234440"/>
          </a:xfrm>
          <a:prstGeom prst="roundRect">
            <a:avLst>
              <a:gd name="adj" fmla="val 2963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2788920"/>
            <a:ext cx="48554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ShowMenu()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Console.WriteLine("1. Student toevoegen");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Console.WriteLine("2. Studenten bekijken");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Console.WriteLine("3. Afsluiten");</a:t>
            </a:r>
            <a:endParaRPr lang="en-US" sz="840" dirty="0"/>
          </a:p>
          <a:p>
            <a:pPr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40" dirty="0"/>
          </a:p>
        </p:txBody>
      </p:sp>
      <p:sp>
        <p:nvSpPr>
          <p:cNvPr id="8" name="Shape 5"/>
          <p:cNvSpPr/>
          <p:nvPr/>
        </p:nvSpPr>
        <p:spPr>
          <a:xfrm>
            <a:off x="6172200" y="2706624"/>
            <a:ext cx="3474720" cy="1234440"/>
          </a:xfrm>
          <a:prstGeom prst="roundRect">
            <a:avLst>
              <a:gd name="adj" fmla="val 4444"/>
            </a:avLst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55080" y="2852928"/>
            <a:ext cx="28346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Doel: main kleiner maken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355080" y="3182112"/>
            <a:ext cx="28346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0E1A26"/>
                </a:solidFill>
              </a:rPr>
              <a:t>• Menu herhalen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1A26"/>
                </a:solidFill>
              </a:rPr>
              <a:t>• Code verdelen in functies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E1A26"/>
                </a:solidFill>
              </a:rPr>
              <a:t>• Lijst meegeven als parameter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1</a:t>
            </a:r>
            <a:endParaRPr lang="en-US" sz="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2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Terugblik: wat werkt al?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051560"/>
            <a:ext cx="2926080" cy="42976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1234440"/>
            <a:ext cx="20116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Vorige les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800" y="1645920"/>
            <a:ext cx="237744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Student class gemaakt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List&lt;Student&gt; aangemaakt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Objecten toegevoegd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foreach gebruikt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85800" y="3154680"/>
            <a:ext cx="2286000" cy="502920"/>
          </a:xfrm>
          <a:prstGeom prst="roundRect">
            <a:avLst>
              <a:gd name="adj" fmla="val 7273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" y="324612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List&lt;Student&gt; students = new List&lt;Student&gt;();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students.Add(student);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3703320" y="1051560"/>
            <a:ext cx="3291840" cy="4297680"/>
          </a:xfrm>
          <a:prstGeom prst="roundRect">
            <a:avLst>
              <a:gd name="adj" fmla="val 1667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8620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Probleem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86200" y="164592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Alles staat snel in Main.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 wordt lang, rommelig en lastig te testen.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977640" y="2971800"/>
            <a:ext cx="118872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Main.cs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Main.cs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Main.cs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Main.cs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269480" y="1051560"/>
            <a:ext cx="3383280" cy="42976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52360" y="1234440"/>
            <a:ext cx="19202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Vandaag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52360" y="1645920"/>
            <a:ext cx="25603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ShowMenu maken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AddStudent maken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ShowStudents maken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students-lijst meegeven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452360" y="3246120"/>
            <a:ext cx="2468880" cy="502920"/>
          </a:xfrm>
          <a:prstGeom prst="roundRect">
            <a:avLst>
              <a:gd name="adj" fmla="val 7273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62088" y="3337560"/>
            <a:ext cx="22494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AddStudent(students);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ShowStudents(students);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3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Lesdoelen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46634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325880"/>
            <a:ext cx="23774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 moet je kunnen?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1828800"/>
            <a:ext cx="3840480" cy="1600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E1A26"/>
                </a:solidFill>
              </a:rPr>
              <a:t>• Uitleggen waarom je code opdelt in functies.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A26"/>
                </a:solidFill>
              </a:rPr>
              <a:t>• Een menu laten herhalen met een loop.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A26"/>
                </a:solidFill>
              </a:rPr>
              <a:t>• Functies maken voor menuopties.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A26"/>
                </a:solidFill>
              </a:rPr>
              <a:t>• Een List&lt;Student&gt; als parameter gebruiken.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E1A26"/>
                </a:solidFill>
              </a:rPr>
              <a:t>• Main kort en leesbaar houden.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32120" y="1051560"/>
            <a:ext cx="4754880" cy="4526280"/>
          </a:xfrm>
          <a:prstGeom prst="roundRect">
            <a:avLst>
              <a:gd name="adj" fmla="val 1212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6072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Eindproduct van deze les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760720" y="1737360"/>
            <a:ext cx="374904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Een consoleprogramma waarin het menu blijft draaien en de opties zijn verdeeld over losse functies.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2743200"/>
            <a:ext cx="3429000" cy="868680"/>
          </a:xfrm>
          <a:prstGeom prst="roundRect">
            <a:avLst>
              <a:gd name="adj" fmla="val 4211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70448" y="283464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ShowMenu()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AddStudent(List&lt;Student&gt; students)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ShowStudents(List&lt;Student&gt; students)</a:t>
            </a:r>
            <a:endParaRPr lang="en-US" sz="730" dirty="0"/>
          </a:p>
        </p:txBody>
      </p:sp>
      <p:sp>
        <p:nvSpPr>
          <p:cNvPr id="14" name="Text 11"/>
          <p:cNvSpPr/>
          <p:nvPr/>
        </p:nvSpPr>
        <p:spPr>
          <a:xfrm>
            <a:off x="5760720" y="3886200"/>
            <a:ext cx="3383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E6A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Keuze wordt gelezen in de Main-loop.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4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Waarom functies?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097280"/>
            <a:ext cx="2926080" cy="434340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Zonder functies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2057400" cy="1920240"/>
          </a:xfrm>
          <a:prstGeom prst="roundRect">
            <a:avLst>
              <a:gd name="adj" fmla="val 1905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78408" y="1920240"/>
            <a:ext cx="18379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Main()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menu tonen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keuze lezen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student maken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student tonen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fouten afhandelen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afsluiten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40" dirty="0"/>
          </a:p>
        </p:txBody>
      </p:sp>
      <p:sp>
        <p:nvSpPr>
          <p:cNvPr id="10" name="Text 7"/>
          <p:cNvSpPr/>
          <p:nvPr/>
        </p:nvSpPr>
        <p:spPr>
          <a:xfrm>
            <a:off x="868680" y="4069080"/>
            <a:ext cx="19202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wordt te groot.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86200" y="1097280"/>
            <a:ext cx="2926080" cy="4343400"/>
          </a:xfrm>
          <a:prstGeom prst="roundRect">
            <a:avLst>
              <a:gd name="adj" fmla="val 1875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11480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 functies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114800" y="2011680"/>
            <a:ext cx="2057400" cy="914400"/>
          </a:xfrm>
          <a:prstGeom prst="roundRect">
            <a:avLst>
              <a:gd name="adj" fmla="val 4000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24528" y="2103120"/>
            <a:ext cx="18379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ShowMenu();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AddStudent(students);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ShowStudents(students);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114800" y="3246120"/>
            <a:ext cx="19202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Elke functie heeft één taak.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32320" y="1097280"/>
            <a:ext cx="3520440" cy="434340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6092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Voordelen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60920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Beter leesbaar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Minder dubbele code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Makkelijker fouten vinden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Makkelijker uitbreiden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Main blijft overzichtelijk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360920" y="3840480"/>
            <a:ext cx="2286000" cy="384048"/>
          </a:xfrm>
          <a:prstGeom prst="roundRect">
            <a:avLst>
              <a:gd name="adj" fmla="val 9524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70648" y="393192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Eén taak per functie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5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menu-loop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484632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Herhalen tot de gebruiker stopt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737360"/>
            <a:ext cx="3749040" cy="2560320"/>
          </a:xfrm>
          <a:prstGeom prst="roundRect">
            <a:avLst>
              <a:gd name="adj" fmla="val 1429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828800"/>
            <a:ext cx="35295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running = true;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(running)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ShowMenu();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choice = Console.ReadLine();</a:t>
            </a:r>
            <a:endParaRPr lang="en-US" sz="860" dirty="0"/>
          </a:p>
          <a:p>
            <a:pPr indent="0" marL="0">
              <a:buNone/>
            </a:pP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(choice == "3")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running = false;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60" dirty="0"/>
          </a:p>
          <a:p>
            <a:pPr indent="0" marL="0">
              <a:buNone/>
            </a:pPr>
            <a:r>
              <a:rPr lang="en-US" sz="8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60" dirty="0"/>
          </a:p>
        </p:txBody>
      </p:sp>
      <p:sp>
        <p:nvSpPr>
          <p:cNvPr id="10" name="Shape 7"/>
          <p:cNvSpPr/>
          <p:nvPr/>
        </p:nvSpPr>
        <p:spPr>
          <a:xfrm>
            <a:off x="5760720" y="1051560"/>
            <a:ext cx="4526280" cy="4572000"/>
          </a:xfrm>
          <a:prstGeom prst="roundRect">
            <a:avLst>
              <a:gd name="adj" fmla="val 1212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 gebeurt hier?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89320" y="1737360"/>
            <a:ext cx="333756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running begint op true.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while blijft doorgaan zolang running true is.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ShowMenu toont de opties opnieuw.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Bij afsluiten wordt running false.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89320" y="3657600"/>
            <a:ext cx="9144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89320" y="4041648"/>
            <a:ext cx="320040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→ keuze → actie → terug naar menu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6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ShowMenu functie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4251960" cy="46634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Taak van ShowMenu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1691640"/>
            <a:ext cx="31089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Deze functie toont alleen tekst.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Hij maakt geen student aan en past geen lijst aan.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2743200"/>
            <a:ext cx="3383280" cy="1691640"/>
          </a:xfrm>
          <a:prstGeom prst="roundRect">
            <a:avLst>
              <a:gd name="adj" fmla="val 2162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2834640"/>
            <a:ext cx="316382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ShowMenu()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Console.WriteLine("--- Schoolplanner ---");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Console.WriteLine("1. Student toevoegen");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Console.WriteLine("2. Studenten bekijken");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Console.WriteLine("3. Afsluiten");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Console.Write("Keuze: ");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5166360" y="1051560"/>
            <a:ext cx="5120640" cy="4663440"/>
          </a:xfrm>
          <a:prstGeom prst="roundRect">
            <a:avLst>
              <a:gd name="adj" fmla="val 1176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9496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Belangrijk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94960" y="1737360"/>
            <a:ext cx="338328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De naam begint met een hoofdletter.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void omdat er niets terugkomt.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Geen parameter nodig.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Alleen verantwoordelijk voor het menu.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394960" y="3657600"/>
            <a:ext cx="1371600" cy="411480"/>
          </a:xfrm>
          <a:prstGeom prst="roundRect">
            <a:avLst>
              <a:gd name="adj" fmla="val 8889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04688" y="3749040"/>
            <a:ext cx="1152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ShowMenu();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49440" y="3721608"/>
            <a:ext cx="24688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Deze regel roep je aan in de while-loop.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7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Keuze verwerken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4663440" cy="48006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/ else if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3703320" cy="3154680"/>
          </a:xfrm>
          <a:prstGeom prst="roundRect">
            <a:avLst>
              <a:gd name="adj" fmla="val 1159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83080"/>
            <a:ext cx="3483864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choice = Console.ReadLine();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(choice == "1")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AddStudent(students);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(choice == "2")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ShowStudents(students);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(choice == "3")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running = false;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60" dirty="0"/>
          </a:p>
        </p:txBody>
      </p:sp>
      <p:sp>
        <p:nvSpPr>
          <p:cNvPr id="10" name="Shape 7"/>
          <p:cNvSpPr/>
          <p:nvPr/>
        </p:nvSpPr>
        <p:spPr>
          <a:xfrm>
            <a:off x="5577840" y="1051560"/>
            <a:ext cx="4526280" cy="480060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280160"/>
            <a:ext cx="20116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alternatief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06440" y="1691640"/>
            <a:ext cx="3520440" cy="2743200"/>
          </a:xfrm>
          <a:prstGeom prst="roundRect">
            <a:avLst>
              <a:gd name="adj" fmla="val 1333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16168" y="1783080"/>
            <a:ext cx="330098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(choice)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"1":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AddStudent(students);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"2":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ShowStudents(students);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"3":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running = false;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30" dirty="0"/>
          </a:p>
        </p:txBody>
      </p:sp>
      <p:sp>
        <p:nvSpPr>
          <p:cNvPr id="14" name="Text 11"/>
          <p:cNvSpPr/>
          <p:nvPr/>
        </p:nvSpPr>
        <p:spPr>
          <a:xfrm>
            <a:off x="5806440" y="4754880"/>
            <a:ext cx="30175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Kies één stijl en gebruik die consequent.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8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Functie met parameter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4023360" cy="46634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Waarom parameter?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292608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lijst students bestaat in Main.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Een functie buiten Main kent die lijst niet automatisch.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2960" y="3063240"/>
            <a:ext cx="2743200" cy="713232"/>
          </a:xfrm>
          <a:prstGeom prst="roundRect">
            <a:avLst>
              <a:gd name="adj" fmla="val 5128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32688" y="3154680"/>
            <a:ext cx="25237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List&lt;Student&gt; students = new List&lt;Student&gt;();</a:t>
            </a:r>
            <a:endParaRPr lang="en-US" sz="780" dirty="0"/>
          </a:p>
          <a:p>
            <a:pPr indent="0" marL="0">
              <a:buNone/>
            </a:pP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AddStudent(students);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4892040" y="105156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0" y="1280160"/>
            <a:ext cx="31089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AddStudent ontvangt de lijst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120640" y="1737360"/>
            <a:ext cx="4206240" cy="1920240"/>
          </a:xfrm>
          <a:prstGeom prst="roundRect">
            <a:avLst>
              <a:gd name="adj" fmla="val 1905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30368" y="1828800"/>
            <a:ext cx="3986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AddStudent(List&lt;Student&gt; students)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Console.Write("Naam: ");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 = Console.ReadLine();</a:t>
            </a:r>
            <a:endParaRPr lang="en-US" sz="770" dirty="0"/>
          </a:p>
          <a:p>
            <a:pPr indent="0" marL="0">
              <a:buNone/>
            </a:pP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student = new Student(name);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students.Add(student);</a:t>
            </a:r>
            <a:endParaRPr lang="en-US" sz="770" dirty="0"/>
          </a:p>
          <a:p>
            <a:pPr indent="0" marL="0">
              <a:buNone/>
            </a:pPr>
            <a:r>
              <a:rPr lang="en-US" sz="77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70" dirty="0"/>
          </a:p>
        </p:txBody>
      </p:sp>
      <p:sp>
        <p:nvSpPr>
          <p:cNvPr id="15" name="Text 12"/>
          <p:cNvSpPr/>
          <p:nvPr/>
        </p:nvSpPr>
        <p:spPr>
          <a:xfrm>
            <a:off x="5120640" y="4023360"/>
            <a:ext cx="329184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is de parameter.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verandert de lijst zelf.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9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AddStudent netter maken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48006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80160"/>
            <a:ext cx="18288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Invoer vragen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3794760" cy="3337560"/>
          </a:xfrm>
          <a:prstGeom prst="roundRect">
            <a:avLst>
              <a:gd name="adj" fmla="val 1096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83080"/>
            <a:ext cx="35753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AddStudent(List&lt;Student&gt; students)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Console.Write("Studentnummer: ");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number = int.Parse(Console.ReadLine());</a:t>
            </a:r>
            <a:endParaRPr lang="en-US" sz="640" dirty="0"/>
          </a:p>
          <a:p>
            <a:pPr indent="0" marL="0">
              <a:buNone/>
            </a:pP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Console.Write("Voornaam: ");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firstName = Console.ReadLine();</a:t>
            </a:r>
            <a:endParaRPr lang="en-US" sz="640" dirty="0"/>
          </a:p>
          <a:p>
            <a:pPr indent="0" marL="0">
              <a:buNone/>
            </a:pP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Console.Write("Achternaam: ");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lastName = Console.ReadLine();</a:t>
            </a:r>
            <a:endParaRPr lang="en-US" sz="640" dirty="0"/>
          </a:p>
          <a:p>
            <a:pPr indent="0" marL="0">
              <a:buNone/>
            </a:pP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 student = new Student(number, firstName, lastName);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students.Add(student);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40" dirty="0"/>
          </a:p>
        </p:txBody>
      </p:sp>
      <p:sp>
        <p:nvSpPr>
          <p:cNvPr id="10" name="Shape 7"/>
          <p:cNvSpPr/>
          <p:nvPr/>
        </p:nvSpPr>
        <p:spPr>
          <a:xfrm>
            <a:off x="5715000" y="1051560"/>
            <a:ext cx="4526280" cy="4754880"/>
          </a:xfrm>
          <a:prstGeom prst="roundRect">
            <a:avLst>
              <a:gd name="adj" fmla="val 1212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Vandaag nog simpel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1737360"/>
            <a:ext cx="3200400" cy="1280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Gebruik eerst int.Parse.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Validatie komt later uitgebreider terug.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Laat na toevoegen een bevestiging zien.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Houd de functie bij één taak.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43600" y="3749040"/>
            <a:ext cx="3154680" cy="384048"/>
          </a:xfrm>
          <a:prstGeom prst="roundRect">
            <a:avLst>
              <a:gd name="adj" fmla="val 9524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3840480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Console.WriteLine("Student toegevoegd.");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10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ShowStudents functie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4663440" cy="475488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Eerst controleren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3657600" cy="2743200"/>
          </a:xfrm>
          <a:prstGeom prst="roundRect">
            <a:avLst>
              <a:gd name="adj" fmla="val 1333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83080"/>
            <a:ext cx="343814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ShowStudents(List&lt;Student&gt; students)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(students.Count == 0)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Console.WriteLine("Er zijn nog geen studenten.");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30" dirty="0"/>
          </a:p>
          <a:p>
            <a:pPr indent="0" marL="0">
              <a:buNone/>
            </a:pP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foreach (Student student in students)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student.PrintInfo();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730" dirty="0"/>
          </a:p>
        </p:txBody>
      </p:sp>
      <p:sp>
        <p:nvSpPr>
          <p:cNvPr id="10" name="Shape 7"/>
          <p:cNvSpPr/>
          <p:nvPr/>
        </p:nvSpPr>
        <p:spPr>
          <a:xfrm>
            <a:off x="5623560" y="1051560"/>
            <a:ext cx="4526280" cy="4754880"/>
          </a:xfrm>
          <a:prstGeom prst="roundRect">
            <a:avLst>
              <a:gd name="adj" fmla="val 1212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5216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Waarom return?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852160" y="1737360"/>
            <a:ext cx="3246120" cy="7772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 de lijst leeg is, stopt de functie direct.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foreach hoeft dan niet uitgevoerd te worden.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52160" y="3154680"/>
            <a:ext cx="11887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Loop-flow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 lijst? → melding → stop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4069080"/>
            <a:ext cx="28346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niet leeg? → foreach → PrintInfo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11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blijft leesbaar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484632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Doelstructuur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691640"/>
            <a:ext cx="3794760" cy="3337560"/>
          </a:xfrm>
          <a:prstGeom prst="roundRect">
            <a:avLst>
              <a:gd name="adj" fmla="val 1096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2688" y="1783080"/>
            <a:ext cx="3575304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void Main(string[] args)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List&lt;Student&gt; students = new List&lt;Student&gt;();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bool running = true;</a:t>
            </a:r>
            <a:endParaRPr lang="en-US" sz="640" dirty="0"/>
          </a:p>
          <a:p>
            <a:pPr indent="0" marL="0">
              <a:buNone/>
            </a:pP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(running)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ShowMenu();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choice = Console.ReadLine();</a:t>
            </a:r>
            <a:endParaRPr lang="en-US" sz="640" dirty="0"/>
          </a:p>
          <a:p>
            <a:pPr indent="0" marL="0">
              <a:buNone/>
            </a:pP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(choice == "1") AddStudent(students);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(choice == "2") ShowStudents(students);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(choice == "3") running = false;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Console.WriteLine("Ongeldige keuze.");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40" dirty="0"/>
          </a:p>
        </p:txBody>
      </p:sp>
      <p:sp>
        <p:nvSpPr>
          <p:cNvPr id="10" name="Shape 7"/>
          <p:cNvSpPr/>
          <p:nvPr/>
        </p:nvSpPr>
        <p:spPr>
          <a:xfrm>
            <a:off x="5715000" y="1051560"/>
            <a:ext cx="4526280" cy="480060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1280160"/>
            <a:ext cx="22860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Controleer jezelf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1737360"/>
            <a:ext cx="338328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Staat er weinig losse code in Main?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Heeft elke functie één duidelijke taak?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Wordt de lijst als parameter meegegeven?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Kun je uitleggen waar de lijst wordt aangepast?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43600" y="3886200"/>
            <a:ext cx="11887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Vuistregel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4279392"/>
            <a:ext cx="32004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 Main langer wordt dan je scherm, moet je meestal functies maken.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12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Opdracht les 4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4434840" cy="480060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Maak de basisstructuur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310896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Maak ShowMenu.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Maak AddStudent.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Maak ShowStudents.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Laat het menu herhalen.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Gebruik de bestaande List&lt;Student&gt;.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1371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Inleveren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22960" y="4389120"/>
            <a:ext cx="310896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van menu + code van je functies.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49240" y="1051560"/>
            <a:ext cx="4800600" cy="4800600"/>
          </a:xfrm>
          <a:prstGeom prst="roundRect">
            <a:avLst>
              <a:gd name="adj" fmla="val 1143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1280160"/>
            <a:ext cx="1371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577840" y="1737360"/>
            <a:ext cx="16459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Basisniveau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herhaalt, toevoegen en bekijken werken.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577840" y="2651760"/>
            <a:ext cx="14630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Voldoende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2971800"/>
            <a:ext cx="31089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is kort en gebruikt functies met parameters.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577840" y="3566160"/>
            <a:ext cx="128016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Uitdaging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77840" y="3886200"/>
            <a:ext cx="31089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Voeg alvast SearchStudent toe op studentnummer.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4572000"/>
            <a:ext cx="2011680" cy="384048"/>
          </a:xfrm>
          <a:prstGeom prst="roundRect">
            <a:avLst>
              <a:gd name="adj" fmla="val 9524"/>
            </a:avLst>
          </a:prstGeom>
          <a:solidFill>
            <a:srgbClr val="0E1A26"/>
          </a:solidFill>
          <a:ln w="12700">
            <a:solidFill>
              <a:srgbClr val="0E1A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87568" y="4663440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SearchStudent(students);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13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Testchecklist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548640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80160"/>
            <a:ext cx="14630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Controlepunt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0" y="1280160"/>
            <a:ext cx="1371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Voorbeeld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46320" y="1280160"/>
            <a:ext cx="9144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Klaar?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7240" y="1600200"/>
            <a:ext cx="4892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1627632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compileert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2743200" y="1627632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geen errors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4892040" y="1627632"/>
            <a:ext cx="64008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20" dirty="0"/>
          </a:p>
        </p:txBody>
      </p:sp>
      <p:sp>
        <p:nvSpPr>
          <p:cNvPr id="14" name="Shape 11"/>
          <p:cNvSpPr/>
          <p:nvPr/>
        </p:nvSpPr>
        <p:spPr>
          <a:xfrm>
            <a:off x="777240" y="2029968"/>
            <a:ext cx="4892040" cy="365760"/>
          </a:xfrm>
          <a:prstGeom prst="rect">
            <a:avLst/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" y="2057400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Menu blijft herhalen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2743200" y="2057400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while-loop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4892040" y="2057400"/>
            <a:ext cx="64008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20" dirty="0"/>
          </a:p>
        </p:txBody>
      </p:sp>
      <p:sp>
        <p:nvSpPr>
          <p:cNvPr id="18" name="Shape 15"/>
          <p:cNvSpPr/>
          <p:nvPr/>
        </p:nvSpPr>
        <p:spPr>
          <a:xfrm>
            <a:off x="777240" y="2459736"/>
            <a:ext cx="4892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8680" y="2487168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ShowMenu werkt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2743200" y="2487168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opties zichtbaar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4892040" y="2487168"/>
            <a:ext cx="64008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20" dirty="0"/>
          </a:p>
        </p:txBody>
      </p:sp>
      <p:sp>
        <p:nvSpPr>
          <p:cNvPr id="22" name="Shape 19"/>
          <p:cNvSpPr/>
          <p:nvPr/>
        </p:nvSpPr>
        <p:spPr>
          <a:xfrm>
            <a:off x="777240" y="2889504"/>
            <a:ext cx="4892040" cy="365760"/>
          </a:xfrm>
          <a:prstGeom prst="rect">
            <a:avLst/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68680" y="2916936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toevoegen werkt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2743200" y="2916936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AddStudent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4892040" y="2916936"/>
            <a:ext cx="64008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20" dirty="0"/>
          </a:p>
        </p:txBody>
      </p:sp>
      <p:sp>
        <p:nvSpPr>
          <p:cNvPr id="26" name="Shape 23"/>
          <p:cNvSpPr/>
          <p:nvPr/>
        </p:nvSpPr>
        <p:spPr>
          <a:xfrm>
            <a:off x="777240" y="3319272"/>
            <a:ext cx="4892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8680" y="3346704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Studenten bekijken werkt</a:t>
            </a:r>
            <a:endParaRPr lang="en-US" sz="820" dirty="0"/>
          </a:p>
        </p:txBody>
      </p:sp>
      <p:sp>
        <p:nvSpPr>
          <p:cNvPr id="28" name="Text 25"/>
          <p:cNvSpPr/>
          <p:nvPr/>
        </p:nvSpPr>
        <p:spPr>
          <a:xfrm>
            <a:off x="2743200" y="3346704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ShowStudents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4892040" y="3346704"/>
            <a:ext cx="64008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20" dirty="0"/>
          </a:p>
        </p:txBody>
      </p:sp>
      <p:sp>
        <p:nvSpPr>
          <p:cNvPr id="30" name="Shape 27"/>
          <p:cNvSpPr/>
          <p:nvPr/>
        </p:nvSpPr>
        <p:spPr>
          <a:xfrm>
            <a:off x="777240" y="3749040"/>
            <a:ext cx="4892040" cy="365760"/>
          </a:xfrm>
          <a:prstGeom prst="rect">
            <a:avLst/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68680" y="3776472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Lege lijst geeft melding</a:t>
            </a:r>
            <a:endParaRPr lang="en-US" sz="820" dirty="0"/>
          </a:p>
        </p:txBody>
      </p:sp>
      <p:sp>
        <p:nvSpPr>
          <p:cNvPr id="32" name="Text 29"/>
          <p:cNvSpPr/>
          <p:nvPr/>
        </p:nvSpPr>
        <p:spPr>
          <a:xfrm>
            <a:off x="2743200" y="3776472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== 0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4892040" y="3776472"/>
            <a:ext cx="64008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20" dirty="0"/>
          </a:p>
        </p:txBody>
      </p:sp>
      <p:sp>
        <p:nvSpPr>
          <p:cNvPr id="34" name="Shape 31"/>
          <p:cNvSpPr/>
          <p:nvPr/>
        </p:nvSpPr>
        <p:spPr>
          <a:xfrm>
            <a:off x="777240" y="4178808"/>
            <a:ext cx="48920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8680" y="4206240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Ongeldige keuze geeft melding</a:t>
            </a:r>
            <a:endParaRPr lang="en-US" sz="820" dirty="0"/>
          </a:p>
        </p:txBody>
      </p:sp>
      <p:sp>
        <p:nvSpPr>
          <p:cNvPr id="36" name="Text 33"/>
          <p:cNvSpPr/>
          <p:nvPr/>
        </p:nvSpPr>
        <p:spPr>
          <a:xfrm>
            <a:off x="2743200" y="4206240"/>
            <a:ext cx="164592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else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4892040" y="4206240"/>
            <a:ext cx="64008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 ]</a:t>
            </a:r>
            <a:endParaRPr lang="en-US" sz="820" dirty="0"/>
          </a:p>
        </p:txBody>
      </p:sp>
      <p:sp>
        <p:nvSpPr>
          <p:cNvPr id="38" name="Shape 35"/>
          <p:cNvSpPr/>
          <p:nvPr/>
        </p:nvSpPr>
        <p:spPr>
          <a:xfrm>
            <a:off x="6400800" y="1051560"/>
            <a:ext cx="3886200" cy="4800600"/>
          </a:xfrm>
          <a:prstGeom prst="roundRect">
            <a:avLst>
              <a:gd name="adj" fmla="val 1412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2940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Veelgemaakte fouten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629400" y="1737360"/>
            <a:ext cx="3017520" cy="1463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Nieuwe List maken ín AddStudent.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Functie zonder parameter gebruiken.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return vergeten bij lege lijst.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Menu stopt na één keuze.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</a:rPr>
              <a:t>• Te veel code blijft in Main staan.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6629400" y="4251960"/>
            <a:ext cx="146304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Volgende les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6629400" y="4617720"/>
            <a:ext cx="25603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Zoeken, aanpassen en verwijderen.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6007E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653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6E6A63"/>
                </a:solidFill>
              </a:rPr>
              <a:t>Les 4 · Menu en functies structureren  |  14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2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Afsluiting</a:t>
            </a:r>
            <a:endParaRPr lang="en-US" sz="1800" dirty="0"/>
          </a:p>
        </p:txBody>
      </p:sp>
      <p:pic>
        <p:nvPicPr>
          <p:cNvPr id="5" name="Image 0" descr="/mnt/data/docxwork/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3968" y="256032"/>
            <a:ext cx="658368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051560"/>
            <a:ext cx="4251960" cy="466344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280160"/>
            <a:ext cx="14630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Laat zien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22960" y="1737360"/>
            <a:ext cx="3063240" cy="1371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Waar staat ShowMenu?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Waar staat AddStudent?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Waar staat ShowStudents?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Waar wordt students aangemaakt?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</a:rPr>
              <a:t>• Waar wordt students meegegeven?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166360" y="1051560"/>
            <a:ext cx="4983480" cy="4663440"/>
          </a:xfrm>
          <a:prstGeom prst="roundRect">
            <a:avLst>
              <a:gd name="adj" fmla="val 1176"/>
            </a:avLst>
          </a:prstGeom>
          <a:solidFill>
            <a:srgbClr val="EFEAE0"/>
          </a:solidFill>
          <a:ln w="12700">
            <a:solidFill>
              <a:srgbClr val="DED7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9496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Controle-vraag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1783080"/>
            <a:ext cx="3566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Waarom krijgt AddStudent de lijst mee als parameter?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94960" y="3063240"/>
            <a:ext cx="201168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E60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Voorbeeldantwoord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94960" y="3429000"/>
            <a:ext cx="3566160" cy="685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E1A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Omdat de functie anders niet weet welke lijst aangepast moet worden. De lijst bestaat in Main en wordt doorgegeven.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Mediacollege Amsterdam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4 - Menu en functies structureren</dc:title>
  <dc:subject>C# Les 4 - Menu en functies structureren</dc:subject>
  <dc:creator>Jesse Wissink</dc:creator>
  <cp:lastModifiedBy>Jesse Wissink</cp:lastModifiedBy>
  <cp:revision>1</cp:revision>
  <dcterms:created xsi:type="dcterms:W3CDTF">2026-06-01T06:32:46Z</dcterms:created>
  <dcterms:modified xsi:type="dcterms:W3CDTF">2026-06-01T06:32:46Z</dcterms:modified>
</cp:coreProperties>
</file>