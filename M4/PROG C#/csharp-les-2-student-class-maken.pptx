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pic>
        <p:nvPicPr>
          <p:cNvPr id="3" name="Image 0" descr="/mnt/data/csharp_doc_unzip/word/media/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9202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1C7C"/>
                </a:solidFill>
              </a:rPr>
              <a:t>C# Les 2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31520" y="246888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Student class maken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749808" y="3310128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</a:rPr>
              <a:t>Schoolplanner &amp; Klassenadministratie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863840" y="1554480"/>
            <a:ext cx="3474720" cy="2331720"/>
          </a:xfrm>
          <a:prstGeom prst="roundRect">
            <a:avLst>
              <a:gd name="adj" fmla="val 3137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28432" y="1691640"/>
            <a:ext cx="314553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Student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data + gedrag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49808" y="6035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</a:rPr>
              <a:t>Doel: van menu naar eigen objecten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Les 2 - Student class maken  |  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EC1C7C"/>
          </a:solidFill>
          <a:ln w="12700">
            <a:solidFill>
              <a:srgbClr val="EC1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3035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Terugblik: wat staat er al?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372600" y="5669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Startpunt</a:t>
            </a:r>
            <a:endParaRPr lang="en-US" sz="800" dirty="0"/>
          </a:p>
        </p:txBody>
      </p:sp>
      <p:pic>
        <p:nvPicPr>
          <p:cNvPr id="5" name="Image 0" descr="/mnt/data/csharp_doc_unzip/word/media/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384048"/>
            <a:ext cx="457200" cy="457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1417320"/>
            <a:ext cx="3108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1417320"/>
            <a:ext cx="73152" cy="1234440"/>
          </a:xfrm>
          <a:prstGeom prst="rect">
            <a:avLst/>
          </a:prstGeom>
          <a:solidFill>
            <a:srgbClr val="EC1C7C"/>
          </a:solidFill>
          <a:ln w="12700">
            <a:solidFill>
              <a:srgbClr val="EC1C7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158191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Vorige les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60120" y="194767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Je hebt een C# consoleproject gemaakt met een hoofdmenu.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26280" y="1417320"/>
            <a:ext cx="3108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26280" y="1417320"/>
            <a:ext cx="73152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54880" y="158191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Vandaag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754880" y="194767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We gaan gegevens niet meer los bewaren, maar bundelen in een class.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321040" y="1417320"/>
            <a:ext cx="3108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21040" y="1417320"/>
            <a:ext cx="73152" cy="1234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49640" y="158191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Resultaat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549640" y="194767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Aan het einde kun je één Student-object aanmaken en tonen.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2788920" y="3246120"/>
            <a:ext cx="6629400" cy="2148840"/>
          </a:xfrm>
          <a:prstGeom prst="roundRect">
            <a:avLst>
              <a:gd name="adj" fmla="val 3404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953512" y="3383280"/>
            <a:ext cx="6300216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Student toevoegen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Studenten bekijken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Afsluiten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Keuze: _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48640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Les 2 - Student class maken  | 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EC1C7C"/>
          </a:solidFill>
          <a:ln w="12700">
            <a:solidFill>
              <a:srgbClr val="EC1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3035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Lesdoelen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372600" y="5669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Wat moet je kunnen?</a:t>
            </a:r>
            <a:endParaRPr lang="en-US" sz="800" dirty="0"/>
          </a:p>
        </p:txBody>
      </p:sp>
      <p:pic>
        <p:nvPicPr>
          <p:cNvPr id="5" name="Image 0" descr="/mnt/data/csharp_doc_unzip/word/media/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384048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325880"/>
            <a:ext cx="566928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C1C7C"/>
                </a:solidFill>
              </a:rPr>
              <a:t>• </a:t>
            </a:r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Uitleggen wat een class en object zijn.
</a:t>
            </a:r>
            <a:pPr indent="0" marL="0">
              <a:buNone/>
            </a:pPr>
            <a:r>
              <a:rPr lang="en-US" sz="1800" b="1" dirty="0">
                <a:solidFill>
                  <a:srgbClr val="EC1C7C"/>
                </a:solidFill>
              </a:rPr>
              <a:t>• </a:t>
            </a:r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Een Student class maken in C#.
</a:t>
            </a:r>
            <a:pPr indent="0" marL="0">
              <a:buNone/>
            </a:pPr>
            <a:r>
              <a:rPr lang="en-US" sz="1800" b="1" dirty="0">
                <a:solidFill>
                  <a:srgbClr val="EC1C7C"/>
                </a:solidFill>
              </a:rPr>
              <a:t>• </a:t>
            </a:r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Properties of private velden gebruiken.
</a:t>
            </a:r>
            <a:pPr indent="0" marL="0">
              <a:buNone/>
            </a:pPr>
            <a:r>
              <a:rPr lang="en-US" sz="1800" b="1" dirty="0">
                <a:solidFill>
                  <a:srgbClr val="EC1C7C"/>
                </a:solidFill>
              </a:rPr>
              <a:t>• </a:t>
            </a:r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Een constructor maken.
</a:t>
            </a:r>
            <a:pPr indent="0" marL="0">
              <a:buNone/>
            </a:pPr>
            <a:r>
              <a:rPr lang="en-US" sz="1800" b="1" dirty="0">
                <a:solidFill>
                  <a:srgbClr val="EC1C7C"/>
                </a:solidFill>
              </a:rPr>
              <a:t>• </a:t>
            </a:r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Een object aanmaken en PrintInfo uitvoeren.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49440" y="1325880"/>
            <a:ext cx="42976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949440" y="1325880"/>
            <a:ext cx="73152" cy="2011680"/>
          </a:xfrm>
          <a:prstGeom prst="rect">
            <a:avLst/>
          </a:prstGeom>
          <a:solidFill>
            <a:srgbClr val="EC1C7C"/>
          </a:solidFill>
          <a:ln w="12700">
            <a:solidFill>
              <a:srgbClr val="EC1C7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78040" y="149047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Eindproduct van deze les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178040" y="1856232"/>
            <a:ext cx="3977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Een programma dat een Student aanmaakt met studentnummer, voornaam, achternaam en leeftijd, en deze gegevens netjes toont in de console.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949440" y="3840480"/>
            <a:ext cx="4297680" cy="1234440"/>
          </a:xfrm>
          <a:prstGeom prst="roundRect">
            <a:avLst>
              <a:gd name="adj" fmla="val 5926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14032" y="3977640"/>
            <a:ext cx="39684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student = new Student(1001, "Sam", "Jansen", 17);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student.PrintInfo();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48640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Les 2 - Student class maken  | 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EC1C7C"/>
          </a:solidFill>
          <a:ln w="12700">
            <a:solidFill>
              <a:srgbClr val="EC1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3035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 vs object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372600" y="5669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Kernbegrip</a:t>
            </a:r>
            <a:endParaRPr lang="en-US" sz="800" dirty="0"/>
          </a:p>
        </p:txBody>
      </p:sp>
      <p:pic>
        <p:nvPicPr>
          <p:cNvPr id="5" name="Image 0" descr="/mnt/data/csharp_doc_unzip/word/media/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384048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234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</a:rPr>
              <a:t>Class = blauwdruk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498080" y="1234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</a:rPr>
              <a:t>Object = concrete student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822960" y="1874520"/>
            <a:ext cx="3474720" cy="2834640"/>
          </a:xfrm>
          <a:prstGeom prst="roundRect">
            <a:avLst>
              <a:gd name="adj" fmla="val 2581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87552" y="2011680"/>
            <a:ext cx="314553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Student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StudentNumber;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FirstName;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LastName;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Age;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72000" y="3154680"/>
            <a:ext cx="2286000" cy="0"/>
          </a:xfrm>
          <a:prstGeom prst="line">
            <a:avLst/>
          </a:prstGeom>
          <a:noFill/>
          <a:ln w="12700">
            <a:solidFill>
              <a:srgbClr val="EC1C7C"/>
            </a:solidFill>
            <a:prstDash val="solid"/>
            <a:headEnd type="none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7315200" y="2011680"/>
            <a:ext cx="18288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315200" y="2011680"/>
            <a:ext cx="73152" cy="1280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43800" y="217627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student1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543800" y="254203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1001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Sam Jansen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17 jaar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9509760" y="2011680"/>
            <a:ext cx="18288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509760" y="2011680"/>
            <a:ext cx="73152" cy="1280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738360" y="217627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student2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9738360" y="254203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1002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Ava Bakker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18 jaar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412480" y="3886200"/>
            <a:ext cx="18288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412480" y="3886200"/>
            <a:ext cx="73152" cy="1280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641080" y="405079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student3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8641080" y="4416552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1003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Noah Smit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16 jaar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914400" y="5806440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Voorbeeld: één Student class kan meerdere Student-objecten opleveren.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548640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Les 2 - Student class maken  | 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EC1C7C"/>
          </a:solidFill>
          <a:ln w="12700">
            <a:solidFill>
              <a:srgbClr val="EC1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3035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Welke gegevens krijgt Student?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372600" y="5669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Datamodel</a:t>
            </a:r>
            <a:endParaRPr lang="en-US" sz="800" dirty="0"/>
          </a:p>
        </p:txBody>
      </p:sp>
      <p:pic>
        <p:nvPicPr>
          <p:cNvPr id="5" name="Image 0" descr="/mnt/data/csharp_doc_unzip/word/media/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384048"/>
            <a:ext cx="457200" cy="457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2960" y="1234440"/>
            <a:ext cx="5486400" cy="2468880"/>
          </a:xfrm>
          <a:prstGeom prst="roundRect">
            <a:avLst>
              <a:gd name="adj" fmla="val 2963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87552" y="1371600"/>
            <a:ext cx="515721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Gegeven        Datatype   Voorbeeld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StudentNumber  int        1001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FirstName      string     Sam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LastName       string     Jansen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           int        17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766560" y="1417320"/>
            <a:ext cx="43891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766560" y="1417320"/>
            <a:ext cx="73152" cy="1508760"/>
          </a:xfrm>
          <a:prstGeom prst="rect">
            <a:avLst/>
          </a:prstGeom>
          <a:solidFill>
            <a:srgbClr val="EC1C7C"/>
          </a:solidFill>
          <a:ln w="12700">
            <a:solidFill>
              <a:srgbClr val="EC1C7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95160" y="158191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Waarom deze scope?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995160" y="1947672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Docenten, lokalen en lessen worden later interessant. Vandaag houden we het klein: één class goed maken is belangrijker dan vijf classes half maken.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766560" y="3337560"/>
            <a:ext cx="4389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766560" y="3337560"/>
            <a:ext cx="73152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95160" y="350215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Voorbeeld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995160" y="3867912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Een Student is één persoon. De class bewaart de gegevens die bij die persoon horen.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48640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Les 2 - Student class maken  | 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EC1C7C"/>
          </a:solidFill>
          <a:ln w="12700">
            <a:solidFill>
              <a:srgbClr val="EC1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3035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Properties of private velden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372600" y="5669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Encapsulation</a:t>
            </a:r>
            <a:endParaRPr lang="en-US" sz="800" dirty="0"/>
          </a:p>
        </p:txBody>
      </p:sp>
      <p:pic>
        <p:nvPicPr>
          <p:cNvPr id="5" name="Image 0" descr="/mnt/data/csharp_doc_unzip/word/media/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384048"/>
            <a:ext cx="457200" cy="457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" y="1234440"/>
            <a:ext cx="5669280" cy="3337560"/>
          </a:xfrm>
          <a:prstGeom prst="roundRect">
            <a:avLst>
              <a:gd name="adj" fmla="val 2192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41832" y="1371600"/>
            <a:ext cx="5340096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Student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int StudentNumber { get; set; 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FirstName { get; set; 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LastName { get; set; 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int Age { get; set; 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0" y="1417320"/>
            <a:ext cx="4297680" cy="1572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C1C7C"/>
                </a:solidFill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Property = gegevensveld met get en set.
</a:t>
            </a:r>
            <a:pPr indent="0" marL="0">
              <a:buNone/>
            </a:pPr>
            <a:r>
              <a:rPr lang="en-US" sz="1700" b="1" dirty="0">
                <a:solidFill>
                  <a:srgbClr val="EC1C7C"/>
                </a:solidFill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get betekent: de waarde mag gelezen worden.
</a:t>
            </a:r>
            <a:pPr indent="0" marL="0">
              <a:buNone/>
            </a:pPr>
            <a:r>
              <a:rPr lang="en-US" sz="1700" b="1" dirty="0">
                <a:solidFill>
                  <a:srgbClr val="EC1C7C"/>
                </a:solidFill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set betekent: de waarde mag aangepast worden.
</a:t>
            </a:r>
            <a:pPr indent="0" marL="0">
              <a:buNone/>
            </a:pPr>
            <a:r>
              <a:rPr lang="en-US" sz="1700" b="1" dirty="0">
                <a:solidFill>
                  <a:srgbClr val="EC1C7C"/>
                </a:solidFill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Voor deze les is dit eenvoudig en voldoende.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858000" y="4663440"/>
            <a:ext cx="42976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858000" y="4663440"/>
            <a:ext cx="73152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86600" y="482803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Let op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086600" y="5193792"/>
            <a:ext cx="3977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Gebruik duidelijke Engelse namen. Dus FirstName, niet vn of naam1.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Les 2 - Student class maken  | 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EC1C7C"/>
          </a:solidFill>
          <a:ln w="12700">
            <a:solidFill>
              <a:srgbClr val="EC1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3035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Constructor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372600" y="5669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Object aanmaken</a:t>
            </a:r>
            <a:endParaRPr lang="en-US" sz="800" dirty="0"/>
          </a:p>
        </p:txBody>
      </p:sp>
      <p:pic>
        <p:nvPicPr>
          <p:cNvPr id="5" name="Image 0" descr="/mnt/data/csharp_doc_unzip/word/media/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384048"/>
            <a:ext cx="457200" cy="457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" y="1143000"/>
            <a:ext cx="6446520" cy="2606040"/>
          </a:xfrm>
          <a:prstGeom prst="roundRect">
            <a:avLst>
              <a:gd name="adj" fmla="val 2807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41832" y="1280160"/>
            <a:ext cx="611733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Student(int studentNumber, string firstName, string lastName, int age)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StudentNumber = studentNumber;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FirstName = firstName;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LastName = lastName;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 = age;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635240" y="1234440"/>
            <a:ext cx="35661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35240" y="1234440"/>
            <a:ext cx="73152" cy="1143000"/>
          </a:xfrm>
          <a:prstGeom prst="rect">
            <a:avLst/>
          </a:prstGeom>
          <a:solidFill>
            <a:srgbClr val="EC1C7C"/>
          </a:solidFill>
          <a:ln w="12700">
            <a:solidFill>
              <a:srgbClr val="EC1C7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63840" y="139903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Wat doet een constructor?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863840" y="176479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Een constructor vult de startwaarden in wanneer je een nieuw object maakt.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325880" y="4572000"/>
            <a:ext cx="9235440" cy="777240"/>
          </a:xfrm>
          <a:prstGeom prst="roundRect">
            <a:avLst>
              <a:gd name="adj" fmla="val 9412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490472" y="4709160"/>
            <a:ext cx="8906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student = new Student(1001, "Sam", "Jansen", 17);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1325880" y="55595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</a:rPr>
              <a:t>new Student(...) roept de constructor aan.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548640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Les 2 - Student class maken  | 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EC1C7C"/>
          </a:solidFill>
          <a:ln w="12700">
            <a:solidFill>
              <a:srgbClr val="EC1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3035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PrintInfo method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372600" y="5669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Gedrag toevoegen</a:t>
            </a:r>
            <a:endParaRPr lang="en-US" sz="800" dirty="0"/>
          </a:p>
        </p:txBody>
      </p:sp>
      <p:pic>
        <p:nvPicPr>
          <p:cNvPr id="5" name="Image 0" descr="/mnt/data/csharp_doc_unzip/word/media/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384048"/>
            <a:ext cx="457200" cy="457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" y="1280160"/>
            <a:ext cx="6858000" cy="1645920"/>
          </a:xfrm>
          <a:prstGeom prst="roundRect">
            <a:avLst>
              <a:gd name="adj" fmla="val 4444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41832" y="1417320"/>
            <a:ext cx="65288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PrintInfo()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Console.WriteLine($"{StudentNumber} | {FirstName} {LastName} | Age: {Age}");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955280" y="128016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955280" y="1280160"/>
            <a:ext cx="73152" cy="1463040"/>
          </a:xfrm>
          <a:prstGeom prst="rect">
            <a:avLst/>
          </a:prstGeom>
          <a:solidFill>
            <a:srgbClr val="EC1C7C"/>
          </a:solidFill>
          <a:ln w="12700">
            <a:solidFill>
              <a:srgbClr val="EC1C7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183880" y="14447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Waarom een method?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183880" y="181051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De Student class weet zelf hoe een student netjes getoond moet worden. Daardoor blijft Program.cs overzichtelijk.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508760" y="3840480"/>
            <a:ext cx="9006840" cy="1645920"/>
          </a:xfrm>
          <a:prstGeom prst="roundRect">
            <a:avLst>
              <a:gd name="adj" fmla="val 4444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673352" y="3977640"/>
            <a:ext cx="86776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student = new Student(1001, "Sam", "Jansen", 17);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student.PrintInfo();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Output: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1001 | Sam Jansen | Age: 17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48640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Les 2 - Student class maken  |  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EC1C7C"/>
          </a:solidFill>
          <a:ln w="12700">
            <a:solidFill>
              <a:srgbClr val="EC1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3035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Volledige Student class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372600" y="5669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Samenvoegen</a:t>
            </a:r>
            <a:endParaRPr lang="en-US" sz="800" dirty="0"/>
          </a:p>
        </p:txBody>
      </p:sp>
      <p:pic>
        <p:nvPicPr>
          <p:cNvPr id="5" name="Image 0" descr="/mnt/data/csharp_doc_unzip/word/media/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384048"/>
            <a:ext cx="457200" cy="457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170432"/>
            <a:ext cx="6400800" cy="4709160"/>
          </a:xfrm>
          <a:prstGeom prst="roundRect">
            <a:avLst>
              <a:gd name="adj" fmla="val 1553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" y="1307592"/>
            <a:ext cx="6071616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Student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int StudentNumber { get; set;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FirstName { get; set;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LastName { get; set;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int Age { get; set;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Student(int studentNumber, string firstName, string lastName, int age)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StudentNumber = studentNumber;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FirstName = firstName;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LastName = lastName;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Age = age;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PrintInfo()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Console.WriteLine($"{StudentNumber} | {FirstName} {LastName} | Age: {Age}");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498080" y="1188720"/>
            <a:ext cx="35661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98080" y="1188720"/>
            <a:ext cx="73152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26680" y="135331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Bestandsnaam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26680" y="1719072"/>
            <a:ext cx="3246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Zet deze code in Student.cs.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498080" y="2331720"/>
            <a:ext cx="35661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498080" y="2331720"/>
            <a:ext cx="73152" cy="960120"/>
          </a:xfrm>
          <a:prstGeom prst="rect">
            <a:avLst/>
          </a:prstGeom>
          <a:solidFill>
            <a:srgbClr val="EC1C7C"/>
          </a:solidFill>
          <a:ln w="12700">
            <a:solidFill>
              <a:srgbClr val="EC1C7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26680" y="249631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Belangrijk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726680" y="286207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De classnaam Student en de bestandsnaam Student.cs horen logisch bij elkaar.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498080" y="3657600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498080" y="3657600"/>
            <a:ext cx="73152" cy="8686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26680" y="382219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Controle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726680" y="418795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Compileert je project? Dan is je basis klaar voor Program.cs.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48640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Les 2 - Student class maken  |  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EC1C7C"/>
          </a:solidFill>
          <a:ln w="12700">
            <a:solidFill>
              <a:srgbClr val="EC1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3035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Student gebruiken in Program.cs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372600" y="5669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Testen</a:t>
            </a:r>
            <a:endParaRPr lang="en-US" sz="800" dirty="0"/>
          </a:p>
        </p:txBody>
      </p:sp>
      <p:pic>
        <p:nvPicPr>
          <p:cNvPr id="5" name="Image 0" descr="/mnt/data/csharp_doc_unzip/word/media/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384048"/>
            <a:ext cx="457200" cy="457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" y="1325880"/>
            <a:ext cx="5760720" cy="1920240"/>
          </a:xfrm>
          <a:prstGeom prst="roundRect">
            <a:avLst>
              <a:gd name="adj" fmla="val 381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41832" y="1463040"/>
            <a:ext cx="543153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student = new Student(1001, "Sam", "Jansen", 17);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student.PrintInfo();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Console.ReadLine();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903720" y="1325880"/>
            <a:ext cx="4251960" cy="1572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C1C7C"/>
                </a:solidFill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Maak eerst één vaste teststudent aan.
</a:t>
            </a:r>
            <a:pPr indent="0" marL="0">
              <a:buNone/>
            </a:pPr>
            <a:r>
              <a:rPr lang="en-US" sz="1700" b="1" dirty="0">
                <a:solidFill>
                  <a:srgbClr val="EC1C7C"/>
                </a:solidFill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Controleer of de output klopt.
</a:t>
            </a:r>
            <a:pPr indent="0" marL="0">
              <a:buNone/>
            </a:pPr>
            <a:r>
              <a:rPr lang="en-US" sz="1700" b="1" dirty="0">
                <a:solidFill>
                  <a:srgbClr val="EC1C7C"/>
                </a:solidFill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Pas daarna koppel je dit aan input van de gebruiker.
</a:t>
            </a:r>
            <a:pPr indent="0" marL="0">
              <a:buNone/>
            </a:pPr>
            <a:r>
              <a:rPr lang="en-US" sz="1700" b="1" dirty="0">
                <a:solidFill>
                  <a:srgbClr val="EC1C7C"/>
                </a:solidFill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Werk stap voor stap; niet alles tegelijk.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1920240" y="4206240"/>
            <a:ext cx="83210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920240" y="4206240"/>
            <a:ext cx="73152" cy="1097280"/>
          </a:xfrm>
          <a:prstGeom prst="rect">
            <a:avLst/>
          </a:prstGeom>
          <a:solidFill>
            <a:srgbClr val="EC1C7C"/>
          </a:solidFill>
          <a:ln w="12700">
            <a:solidFill>
              <a:srgbClr val="EC1C7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148840" y="4370832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Voorbeeld volgorde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2148840" y="4736592"/>
            <a:ext cx="8001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1. Class maken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2. Constructor testen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3. PrintInfo testen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4. Menu koppelen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Les 2 - Student class maken  |  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EC1C7C"/>
          </a:solidFill>
          <a:ln w="12700">
            <a:solidFill>
              <a:srgbClr val="EC1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3035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Opdracht les 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372600" y="5669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Zelfstandig werken</a:t>
            </a:r>
            <a:endParaRPr lang="en-US" sz="800" dirty="0"/>
          </a:p>
        </p:txBody>
      </p:sp>
      <p:pic>
        <p:nvPicPr>
          <p:cNvPr id="5" name="Image 0" descr="/mnt/data/csharp_doc_unzip/word/media/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384048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234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</a:rPr>
              <a:t>Maak een class Student met minimaal: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05840" y="1737360"/>
            <a:ext cx="4206240" cy="23591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C1C7C"/>
                </a:solidFill>
              </a:rPr>
              <a:t>• </a:t>
            </a:r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StudentNumber
</a:t>
            </a:r>
            <a:pPr indent="0" marL="0">
              <a:buNone/>
            </a:pPr>
            <a:r>
              <a:rPr lang="en-US" sz="1800" b="1" dirty="0">
                <a:solidFill>
                  <a:srgbClr val="EC1C7C"/>
                </a:solidFill>
              </a:rPr>
              <a:t>• </a:t>
            </a:r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FirstName
</a:t>
            </a:r>
            <a:pPr indent="0" marL="0">
              <a:buNone/>
            </a:pPr>
            <a:r>
              <a:rPr lang="en-US" sz="1800" b="1" dirty="0">
                <a:solidFill>
                  <a:srgbClr val="EC1C7C"/>
                </a:solidFill>
              </a:rPr>
              <a:t>• </a:t>
            </a:r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LastName
</a:t>
            </a:r>
            <a:pPr indent="0" marL="0">
              <a:buNone/>
            </a:pPr>
            <a:r>
              <a:rPr lang="en-US" sz="1800" b="1" dirty="0">
                <a:solidFill>
                  <a:srgbClr val="EC1C7C"/>
                </a:solidFill>
              </a:rPr>
              <a:t>• </a:t>
            </a:r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Age
</a:t>
            </a:r>
            <a:pPr indent="0" marL="0">
              <a:buNone/>
            </a:pPr>
            <a:r>
              <a:rPr lang="en-US" sz="1800" b="1" dirty="0">
                <a:solidFill>
                  <a:srgbClr val="EC1C7C"/>
                </a:solidFill>
              </a:rPr>
              <a:t>• </a:t>
            </a:r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constructor
</a:t>
            </a:r>
            <a:pPr indent="0" marL="0">
              <a:buNone/>
            </a:pPr>
            <a:r>
              <a:rPr lang="en-US" sz="1800" b="1" dirty="0">
                <a:solidFill>
                  <a:srgbClr val="EC1C7C"/>
                </a:solidFill>
              </a:rPr>
              <a:t>• </a:t>
            </a:r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PrintInfo method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126480" y="1371600"/>
            <a:ext cx="4663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126480" y="1371600"/>
            <a:ext cx="73152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55080" y="153619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Basisniveau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355080" y="190195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Je programma maakt één Student-object aan en toont deze in de console.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126480" y="2651760"/>
            <a:ext cx="4663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26480" y="2651760"/>
            <a:ext cx="73152" cy="960120"/>
          </a:xfrm>
          <a:prstGeom prst="rect">
            <a:avLst/>
          </a:prstGeom>
          <a:solidFill>
            <a:srgbClr val="EC1C7C"/>
          </a:solidFill>
          <a:ln w="12700">
            <a:solidFill>
              <a:srgbClr val="EC1C7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55080" y="281635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Voldoende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355080" y="318211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De class staat in Student.cs en Program.cs blijft overzichtelijk.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126480" y="3931920"/>
            <a:ext cx="4663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126480" y="3931920"/>
            <a:ext cx="73152" cy="9601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55080" y="409651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Uitdaging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355080" y="446227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Vraag de gegevens aan de gebruiker en maak daarna het Student-object.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48640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Les 2 - Student class maken  |  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EC1C7C"/>
          </a:solidFill>
          <a:ln w="12700">
            <a:solidFill>
              <a:srgbClr val="EC1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3035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Testchecklist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372600" y="5669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Controle vóór inleveren</a:t>
            </a:r>
            <a:endParaRPr lang="en-US" sz="800" dirty="0"/>
          </a:p>
        </p:txBody>
      </p:sp>
      <p:pic>
        <p:nvPicPr>
          <p:cNvPr id="5" name="Image 0" descr="/mnt/data/csharp_doc_unzip/word/media/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384048"/>
            <a:ext cx="457200" cy="457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4400" y="1097280"/>
            <a:ext cx="6126480" cy="4206240"/>
          </a:xfrm>
          <a:prstGeom prst="roundRect">
            <a:avLst>
              <a:gd name="adj" fmla="val 1739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78992" y="1234440"/>
            <a:ext cx="5797296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Controlepunt                                  Klaar?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compileert zonder errors              [ 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Student.cs bestaat                            [ 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heet Student                            [ 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Constructor vult alle gegevens                [ 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PrintInfo toont alle gegevens                 [ 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Program.cs maakt een Student-object aan       [ 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Console-output is leesbaar                    [ ]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406640" y="1234440"/>
            <a:ext cx="3657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06640" y="1234440"/>
            <a:ext cx="73152" cy="1828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35240" y="139903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Veelgemaakte fouten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635240" y="1764792"/>
            <a:ext cx="3337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• Student.cs niet toegevoegd aan project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• Constructor heeft andere volgorde dan new Student(...)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• Hoofdletters in namen niet hetzelfde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• Puntkomma vergeten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406640" y="3703320"/>
            <a:ext cx="3657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406640" y="3703320"/>
            <a:ext cx="73152" cy="960120"/>
          </a:xfrm>
          <a:prstGeom prst="rect">
            <a:avLst/>
          </a:prstGeom>
          <a:solidFill>
            <a:srgbClr val="EC1C7C"/>
          </a:solidFill>
          <a:ln w="12700">
            <a:solidFill>
              <a:srgbClr val="EC1C7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35240" y="386791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Inleveren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635240" y="423367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Lever een screenshot of codefragment in waarin de Student wordt aangemaakt en getoond.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48640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Les 2 - Student class maken  |  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EC1C7C"/>
          </a:solidFill>
          <a:ln w="12700">
            <a:solidFill>
              <a:srgbClr val="EC1C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3035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Afsluiting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372600" y="5669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Einde les</a:t>
            </a:r>
            <a:endParaRPr lang="en-US" sz="800" dirty="0"/>
          </a:p>
        </p:txBody>
      </p:sp>
      <p:pic>
        <p:nvPicPr>
          <p:cNvPr id="5" name="Image 0" descr="/mnt/data/csharp_doc_unzip/word/media/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0" y="384048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280160"/>
            <a:ext cx="5669280" cy="1572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EC1C7C"/>
                </a:solidFill>
              </a:rPr>
              <a:t>• </a:t>
            </a:r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Demonstreer één aangemaakte Student.
</a:t>
            </a:r>
            <a:pPr indent="0" marL="0">
              <a:buNone/>
            </a:pPr>
            <a:r>
              <a:rPr lang="en-US" sz="1900" b="1" dirty="0">
                <a:solidFill>
                  <a:srgbClr val="EC1C7C"/>
                </a:solidFill>
              </a:rPr>
              <a:t>• </a:t>
            </a:r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Laat zien waar Student.cs staat.
</a:t>
            </a:r>
            <a:pPr indent="0" marL="0">
              <a:buNone/>
            </a:pPr>
            <a:r>
              <a:rPr lang="en-US" sz="1900" b="1" dirty="0">
                <a:solidFill>
                  <a:srgbClr val="EC1C7C"/>
                </a:solidFill>
              </a:rPr>
              <a:t>• </a:t>
            </a:r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Leg kort uit wat de constructor doet.
</a:t>
            </a:r>
            <a:pPr indent="0" marL="0">
              <a:buNone/>
            </a:pPr>
            <a:r>
              <a:rPr lang="en-US" sz="1900" b="1" dirty="0">
                <a:solidFill>
                  <a:srgbClr val="EC1C7C"/>
                </a:solidFill>
              </a:rPr>
              <a:t>• </a:t>
            </a:r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Noteer één onderdeel dat nog onduidelijk is.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6903720" y="1463040"/>
            <a:ext cx="4251960" cy="1965960"/>
          </a:xfrm>
          <a:prstGeom prst="roundRect">
            <a:avLst>
              <a:gd name="adj" fmla="val 3721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68312" y="1600200"/>
            <a:ext cx="392277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Vraag aan jezelf: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Kan ik uitleggen wat het verschil is tussen de class Student en een object student?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743200" y="4892040"/>
            <a:ext cx="6675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0" y="4892040"/>
            <a:ext cx="73152" cy="914400"/>
          </a:xfrm>
          <a:prstGeom prst="rect">
            <a:avLst/>
          </a:prstGeom>
          <a:solidFill>
            <a:srgbClr val="EC1C7C"/>
          </a:solidFill>
          <a:ln w="12700">
            <a:solidFill>
              <a:srgbClr val="EC1C7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971800" y="5056632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Volgende les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2971800" y="5422392"/>
            <a:ext cx="6355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Meerdere studenten opslaan in een List&lt;Student&gt; en tonen met een loop.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Les 2 - Student class maken  |  13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Mediacollege Amsterdam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C# Les 2 - Student class maken</dc:title>
  <dc:subject>C# les 2 - Student class maken</dc:subject>
  <dc:creator>Jesse Wissink</dc:creator>
  <cp:lastModifiedBy>Jesse Wissink</cp:lastModifiedBy>
  <cp:revision>1</cp:revision>
  <dcterms:created xsi:type="dcterms:W3CDTF">2026-05-19T05:38:07Z</dcterms:created>
  <dcterms:modified xsi:type="dcterms:W3CDTF">2026-05-19T05:38:07Z</dcterms:modified>
</cp:coreProperties>
</file>