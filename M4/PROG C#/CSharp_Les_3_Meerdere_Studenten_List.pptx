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  <a:prstDash val="solid"/>
          </a:ln>
        </p:spPr>
      </p:sp>
      <p:pic>
        <p:nvPicPr>
          <p:cNvPr id="3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4114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D7E8"/>
                </a:solidFill>
              </a:rPr>
              <a:t>C# Les 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85800" y="132588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Meerdere studenten opslaan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13232" y="213055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1C7"/>
                </a:solidFill>
              </a:rPr>
              <a:t>Schoolplanner &amp; Klassenadministratie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9808" y="2880360"/>
            <a:ext cx="5532120" cy="2148840"/>
          </a:xfrm>
          <a:prstGeom prst="roundRect">
            <a:avLst>
              <a:gd name="adj" fmla="val 212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990088"/>
            <a:ext cx="531266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new List&lt;Student&gt;();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students.Add(new Student(1001, "Sam", "Jansen", 17));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(Student student in students)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student.PrintInfo();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2880360"/>
            <a:ext cx="4343400" cy="2148840"/>
          </a:xfrm>
          <a:prstGeom prst="roundRect">
            <a:avLst>
              <a:gd name="adj" fmla="val 3404"/>
            </a:avLst>
          </a:prstGeom>
          <a:solidFill>
            <a:srgbClr val="F8F7F2"/>
          </a:solidFill>
          <a:ln w="12700">
            <a:solidFill>
              <a:srgbClr val="F8F7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67728" y="3136392"/>
            <a:ext cx="37490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E1B2A"/>
                </a:solidFill>
              </a:rPr>
              <a:t>Doel: van één object naar een verzameling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995160" y="3703320"/>
            <a:ext cx="36576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42424"/>
                </a:solidFill>
              </a:rPr>
              <a:t>Meerdere studenten bewaren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Studenten tonen met een loop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Menu koppelen aan de lijst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1C7"/>
                </a:solidFill>
              </a:rPr>
              <a:t>Les 3 - Meerdere studenten opslaan  |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Terugblik: wat werkt al?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143000"/>
            <a:ext cx="3017520" cy="40690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Vorige les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1828800"/>
            <a:ext cx="24688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42424"/>
                </a:solidFill>
              </a:rPr>
              <a:t>Je hebt een Student class gemaakt.</a:t>
            </a:r>
            <a:endParaRPr lang="en-US" sz="1600" dirty="0"/>
          </a:p>
          <a:p>
            <a:r>
              <a:rPr lang="en-US" sz="1600" dirty="0">
                <a:solidFill>
                  <a:srgbClr val="242424"/>
                </a:solidFill>
              </a:rPr>
              <a:t>Je kunt één Student-object aanmaken.</a:t>
            </a:r>
            <a:endParaRPr lang="en-US" sz="1600" dirty="0"/>
          </a:p>
          <a:p>
            <a:r>
              <a:rPr lang="en-US" sz="1600" dirty="0">
                <a:solidFill>
                  <a:srgbClr val="242424"/>
                </a:solidFill>
              </a:rPr>
              <a:t>Je kunt PrintInfo uitvoeren.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3977640"/>
            <a:ext cx="2514600" cy="841248"/>
          </a:xfrm>
          <a:prstGeom prst="roundRect">
            <a:avLst>
              <a:gd name="adj" fmla="val 543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4087368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Student(1001, "Sam", "Jansen", 17);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student.PrintInfo();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69080" y="1143000"/>
            <a:ext cx="3383280" cy="4069080"/>
          </a:xfrm>
          <a:prstGeom prst="roundRect">
            <a:avLst>
              <a:gd name="adj" fmla="val 2162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Probleem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97680" y="1901952"/>
            <a:ext cx="26517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424"/>
                </a:solidFill>
              </a:rPr>
              <a:t>Eén variabele is niet genoeg voor een klas met 20 studenten.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72000" y="3063240"/>
            <a:ext cx="15544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91E80"/>
                </a:solidFill>
              </a:rPr>
              <a:t>student1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91E80"/>
                </a:solidFill>
              </a:rPr>
              <a:t>student2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91E80"/>
                </a:solidFill>
              </a:rPr>
              <a:t>student3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91E80"/>
                </a:solidFill>
              </a:rPr>
              <a:t>student4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91E80"/>
                </a:solidFill>
              </a:rPr>
              <a:t>...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818120" y="1143000"/>
            <a:ext cx="3291840" cy="40690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Vandaag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046720" y="1874520"/>
            <a:ext cx="25603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42424"/>
                </a:solidFill>
              </a:rPr>
              <a:t>List&lt;Student&gt; gebruiken.</a:t>
            </a:r>
            <a:endParaRPr lang="en-US" sz="1600" dirty="0"/>
          </a:p>
          <a:p>
            <a:r>
              <a:rPr lang="en-US" sz="1600" dirty="0">
                <a:solidFill>
                  <a:srgbClr val="242424"/>
                </a:solidFill>
              </a:rPr>
              <a:t>Toevoegen met Add.</a:t>
            </a:r>
            <a:endParaRPr lang="en-US" sz="1600" dirty="0"/>
          </a:p>
          <a:p>
            <a:r>
              <a:rPr lang="en-US" sz="1600" dirty="0">
                <a:solidFill>
                  <a:srgbClr val="242424"/>
                </a:solidFill>
              </a:rPr>
              <a:t>Tonen met foreach.</a:t>
            </a:r>
            <a:endParaRPr lang="en-US" sz="1600" dirty="0"/>
          </a:p>
          <a:p>
            <a:r>
              <a:rPr lang="en-US" sz="1600" dirty="0">
                <a:solidFill>
                  <a:srgbClr val="242424"/>
                </a:solidFill>
              </a:rPr>
              <a:t>Menuopties koppelen.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46720" y="4160520"/>
            <a:ext cx="2697480" cy="530352"/>
          </a:xfrm>
          <a:prstGeom prst="roundRect">
            <a:avLst>
              <a:gd name="adj" fmla="val 8621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6448" y="4270248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new List&lt;Student&gt;();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Lesdoelen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143000"/>
            <a:ext cx="48920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Wat moet je kunnen?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41605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42424"/>
                </a:solidFill>
              </a:rPr>
              <a:t>Uitleggen wat een List&lt;T&gt; is.</a:t>
            </a:r>
            <a:endParaRPr lang="en-US" sz="1800" dirty="0"/>
          </a:p>
          <a:p>
            <a:r>
              <a:rPr lang="en-US" sz="1800" dirty="0">
                <a:solidFill>
                  <a:srgbClr val="242424"/>
                </a:solidFill>
              </a:rPr>
              <a:t>Een List&lt;Student&gt; aanmaken.</a:t>
            </a:r>
            <a:endParaRPr lang="en-US" sz="1800" dirty="0"/>
          </a:p>
          <a:p>
            <a:r>
              <a:rPr lang="en-US" sz="1800" dirty="0">
                <a:solidFill>
                  <a:srgbClr val="242424"/>
                </a:solidFill>
              </a:rPr>
              <a:t>Studenten toevoegen aan de lijst.</a:t>
            </a:r>
            <a:endParaRPr lang="en-US" sz="1800" dirty="0"/>
          </a:p>
          <a:p>
            <a:r>
              <a:rPr lang="en-US" sz="1800" dirty="0">
                <a:solidFill>
                  <a:srgbClr val="242424"/>
                </a:solidFill>
              </a:rPr>
              <a:t>Door de lijst lopen met foreach.</a:t>
            </a:r>
            <a:endParaRPr lang="en-US" sz="1800" dirty="0"/>
          </a:p>
          <a:p>
            <a:r>
              <a:rPr lang="en-US" sz="1800" dirty="0">
                <a:solidFill>
                  <a:srgbClr val="242424"/>
                </a:solidFill>
              </a:rPr>
              <a:t>Alle studenten tonen in de console.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35040" y="114300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Eindproduct van deze les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1920240"/>
            <a:ext cx="429768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2424"/>
                </a:solidFill>
              </a:rPr>
              <a:t>Een consoleprogramma waarin de gebruiker meerdere studenten kan toevoegen en bekijken.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297680" cy="1463040"/>
          </a:xfrm>
          <a:prstGeom prst="roundRect">
            <a:avLst>
              <a:gd name="adj" fmla="val 312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3368" y="2990088"/>
            <a:ext cx="4078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Student toevoegen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Studenten bekijken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Afsluiten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Keuze: _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63640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E5865"/>
                </a:solidFill>
              </a:rPr>
              <a:t>Voorbeeld: toevoegen → opslaan in List&lt;Student&gt; → bekijken.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 één student naar een lijst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14400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Eén object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600200"/>
            <a:ext cx="4023360" cy="621792"/>
          </a:xfrm>
          <a:prstGeom prst="roundRect">
            <a:avLst>
              <a:gd name="adj" fmla="val 735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709928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Student(1001, "Sam", "Jansen", 17);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83480" y="1892808"/>
            <a:ext cx="1143000" cy="0"/>
          </a:xfrm>
          <a:prstGeom prst="line">
            <a:avLst/>
          </a:prstGeom>
          <a:noFill/>
          <a:ln w="38100">
            <a:solidFill>
              <a:srgbClr val="E91E80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640080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Lijst van objecten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080760" y="1600200"/>
            <a:ext cx="4069080" cy="841248"/>
          </a:xfrm>
          <a:prstGeom prst="roundRect">
            <a:avLst>
              <a:gd name="adj" fmla="val 5435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0488" y="1709928"/>
            <a:ext cx="3849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new List&lt;Student&gt;();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students.Add(student);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5840" y="2971800"/>
            <a:ext cx="9966960" cy="1874520"/>
          </a:xfrm>
          <a:prstGeom prst="roundRect">
            <a:avLst>
              <a:gd name="adj" fmla="val 3902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Voorstelling in je hoofd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25880" y="37033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1732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</a:rPr>
              <a:t>1001 | Sam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74720" y="37033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6616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</a:rPr>
              <a:t>1002 | Ava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23560" y="37033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</a:rPr>
              <a:t>1003 | Noah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72400" y="37033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</a:rPr>
              <a:t>1004 | Lina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80160" y="4754880"/>
            <a:ext cx="86868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424"/>
                </a:solidFill>
              </a:rPr>
              <a:t>Een List&lt;Student&gt; is één variabele die meerdere Student-objecten kan bewaren.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List&lt;Student&gt; aanmaken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1234440"/>
            <a:ext cx="5669280" cy="1325880"/>
          </a:xfrm>
          <a:prstGeom prst="roundRect">
            <a:avLst>
              <a:gd name="adj" fmla="val 344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344168"/>
            <a:ext cx="54498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System.Collections.Generic;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new List&lt;Student&gt;();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12280" y="12344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59168" y="1444752"/>
            <a:ext cx="3108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Wat betekent dit?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59168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424"/>
                </a:solidFill>
              </a:rPr>
              <a:t>De lijst mag alleen Student-objecten bevatten.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10012680" cy="514350"/>
          </a:xfrm>
          <a:prstGeom prst="rect">
            <a:avLst/>
          </a:prstGeom>
          <a:solidFill>
            <a:srgbClr val="0E1B2A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108960"/>
            <a:ext cx="3204058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Onderdeel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2566" y="3108960"/>
            <a:ext cx="220279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Betekenis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5862" y="3108960"/>
            <a:ext cx="280355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Voorbeeld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3577590"/>
            <a:ext cx="1001268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623310"/>
            <a:ext cx="3204058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List&lt;Student&gt;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82566" y="3623310"/>
            <a:ext cx="220279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type van de lijst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85862" y="3623310"/>
            <a:ext cx="280355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studentenlijst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" y="4091940"/>
            <a:ext cx="10012680" cy="514350"/>
          </a:xfrm>
          <a:prstGeom prst="rect">
            <a:avLst/>
          </a:prstGeom>
          <a:solidFill>
            <a:srgbClr val="F1EEE6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137660"/>
            <a:ext cx="3204058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students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82566" y="4137660"/>
            <a:ext cx="220279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naam variabele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585862" y="4137660"/>
            <a:ext cx="280355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students.Add(...)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77240" y="4606290"/>
            <a:ext cx="1001268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652010"/>
            <a:ext cx="3204058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new List&lt;Student&gt;()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982566" y="4652010"/>
            <a:ext cx="220279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maakt lege lijst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585862" y="4652010"/>
            <a:ext cx="2803550" cy="4229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0 studenten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" y="5532120"/>
            <a:ext cx="100126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865"/>
                </a:solidFill>
              </a:rPr>
              <a:t>Let op: kies een meervoudige naam voor lijsten, bijvoorbeeld students.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toevoegen aan de lijst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14300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Stap 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1828800"/>
            <a:ext cx="28346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424"/>
                </a:solidFill>
              </a:rPr>
              <a:t>Maak een Student-object aan.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2514600"/>
            <a:ext cx="3063240" cy="868680"/>
          </a:xfrm>
          <a:prstGeom prst="roundRect">
            <a:avLst>
              <a:gd name="adj" fmla="val 526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624328"/>
            <a:ext cx="2843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Student(1001, "Sam", "Jansen", 17);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114300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Stap 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75488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424"/>
                </a:solidFill>
              </a:rPr>
              <a:t>Voeg het object toe met Add.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54880" y="2697480"/>
            <a:ext cx="1965960" cy="594360"/>
          </a:xfrm>
          <a:prstGeom prst="roundRect">
            <a:avLst>
              <a:gd name="adj" fmla="val 7692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64608" y="2807208"/>
            <a:ext cx="17465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students.Add(student);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52360" y="11430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Resultaat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8096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424"/>
                </a:solidFill>
              </a:rPr>
              <a:t>De lijst bevat nu één student. Daarna kun je opnieuw toevoegen.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680960" y="2834640"/>
            <a:ext cx="2103120" cy="749808"/>
          </a:xfrm>
          <a:prstGeom prst="roundRect">
            <a:avLst>
              <a:gd name="adj" fmla="val 609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90688" y="2944368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students.Count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680960" y="3977640"/>
            <a:ext cx="26517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91E80"/>
                </a:solidFill>
              </a:rPr>
              <a:t>Add verandert de lijst zelf.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van gebruiker naar object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344168"/>
            <a:ext cx="4992624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Console.Write("Studentnummer: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studentNumber = int.Parse(Console.ReadLine());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Console.Write("Voornaam: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firstName = Console.ReadLine();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Console.Write("Achternaam: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lastName = Console.ReadLine();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Console.Write("Leeftijd: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int.Parse(Console.ReadLine());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23444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1B2A"/>
                </a:solidFill>
              </a:rPr>
              <a:t>Daarna maak je het object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629400" y="210312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39128" y="2212848"/>
            <a:ext cx="325526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studentNumber,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students.Add(student);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29400" y="4617720"/>
            <a:ext cx="3474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865"/>
                </a:solidFill>
              </a:rPr>
              <a:t>Voor nu mag int.Parse. In les 6 maken we dit robuuster met inputvalidatie.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Alle studenten tonen met foreach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1234440"/>
            <a:ext cx="5029200" cy="1508760"/>
          </a:xfrm>
          <a:prstGeom prst="roundRect">
            <a:avLst>
              <a:gd name="adj" fmla="val 303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344168"/>
            <a:ext cx="48097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(Student student in students)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student.PrintInfo();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172200" y="1234440"/>
            <a:ext cx="4526280" cy="1508760"/>
          </a:xfrm>
          <a:prstGeom prst="roundRect">
            <a:avLst>
              <a:gd name="adj" fmla="val 4848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463040"/>
            <a:ext cx="2743200" cy="301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Lees deze code als: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0" y="1874520"/>
            <a:ext cx="374904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424"/>
                </a:solidFill>
              </a:rPr>
              <a:t>“Voor elke Student in students: noem hem tijdelijk student en voer PrintInfo uit.”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60120" y="3337560"/>
            <a:ext cx="9646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3538728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Loop-flow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34440" y="40873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07592" y="4187952"/>
            <a:ext cx="12801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</a:rPr>
              <a:t>students-lijst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51760" y="4343400"/>
            <a:ext cx="393192" cy="0"/>
          </a:xfrm>
          <a:prstGeom prst="line">
            <a:avLst/>
          </a:prstGeom>
          <a:noFill/>
          <a:ln w="25400">
            <a:solidFill>
              <a:srgbClr val="E91E8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063240" y="40873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36392" y="4187952"/>
            <a:ext cx="12801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</a:rPr>
              <a:t>eerste student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80560" y="4343400"/>
            <a:ext cx="393192" cy="0"/>
          </a:xfrm>
          <a:prstGeom prst="line">
            <a:avLst/>
          </a:prstGeom>
          <a:noFill/>
          <a:ln w="25400">
            <a:solidFill>
              <a:srgbClr val="E91E8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892040" y="40873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4187952"/>
            <a:ext cx="12801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</a:rPr>
              <a:t>PrintInfo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4343400"/>
            <a:ext cx="393192" cy="0"/>
          </a:xfrm>
          <a:prstGeom prst="line">
            <a:avLst/>
          </a:prstGeom>
          <a:noFill/>
          <a:ln w="25400">
            <a:solidFill>
              <a:srgbClr val="E91E8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720840" y="40873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93992" y="4187952"/>
            <a:ext cx="12801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</a:rPr>
              <a:t>volgende student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38160" y="4343400"/>
            <a:ext cx="393192" cy="0"/>
          </a:xfrm>
          <a:prstGeom prst="line">
            <a:avLst/>
          </a:prstGeom>
          <a:noFill/>
          <a:ln w="25400">
            <a:solidFill>
              <a:srgbClr val="E91E8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549640" y="40873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22792" y="4187952"/>
            <a:ext cx="12801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</a:rPr>
              <a:t>klaar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234440" y="4983480"/>
            <a:ext cx="80467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865"/>
                </a:solidFill>
              </a:rPr>
              <a:t>foreach is overzichtelijk wanneer je elk item in een lijst wilt behandelen.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Functies maken voor menuopties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143000"/>
            <a:ext cx="3017520" cy="4389120"/>
          </a:xfrm>
          <a:prstGeom prst="roundRect">
            <a:avLst>
              <a:gd name="adj" fmla="val 2424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Program.cs blijft leesbaar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42424"/>
                </a:solidFill>
              </a:rPr>
              <a:t>ShowMenu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AddStudent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ShowStudents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023360" y="1143000"/>
            <a:ext cx="3611880" cy="4389120"/>
          </a:xfrm>
          <a:prstGeom prst="roundRect">
            <a:avLst>
              <a:gd name="adj" fmla="val 1266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33088" y="1252728"/>
            <a:ext cx="3392424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AddStudent(List&lt;Student&gt; students)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input vragen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object maken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Add uitvoeren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1143000"/>
            <a:ext cx="3154680" cy="4389120"/>
          </a:xfrm>
          <a:prstGeom prst="roundRect">
            <a:avLst>
              <a:gd name="adj" fmla="val 144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65008" y="1252728"/>
            <a:ext cx="2935224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ShowStudents(List&lt;Student&gt; students)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(Student student in students)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student.PrintInfo();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5742432"/>
            <a:ext cx="9784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2424"/>
                </a:solidFill>
              </a:rPr>
              <a:t>Geef de lijst mee als parameter, zodat de functie met dezelfde studentenlijst werkt.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Lege lijst controleren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31520" y="114300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1B2A"/>
                </a:solidFill>
              </a:rPr>
              <a:t>Waarom controleren?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1874520"/>
            <a:ext cx="37490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2424"/>
                </a:solidFill>
              </a:rPr>
              <a:t>Als er nog geen studenten zijn, moet het programma een duidelijke melding geven.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60120" y="2880360"/>
            <a:ext cx="3749040" cy="1572768"/>
          </a:xfrm>
          <a:prstGeom prst="roundRect">
            <a:avLst>
              <a:gd name="adj" fmla="val 290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2990088"/>
            <a:ext cx="35295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(students.Count ==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Console.WriteLine("Er zijn nog geen studenten.");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06440" y="1143000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E1B2A"/>
                </a:solidFill>
              </a:rPr>
              <a:t>Voorbeeld uitvoer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035040" y="2057400"/>
            <a:ext cx="3886200" cy="2011680"/>
          </a:xfrm>
          <a:prstGeom prst="roundRect">
            <a:avLst>
              <a:gd name="adj" fmla="val 227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167128"/>
            <a:ext cx="36667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Student toevoegen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Studenten bekijken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Afsluiten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Keuze: 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 zijn nog geen studenten.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3504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E5865"/>
                </a:solidFill>
              </a:rPr>
              <a:t>return stopt alleen de huidige functie, niet het hele programma.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Opdracht les 3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143000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Maak de basisfunctionaliteit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38404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42424"/>
                </a:solidFill>
              </a:rPr>
              <a:t>Maak een List&lt;Student&gt;.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Maak een menu met toevoegen, bekijken en afsluiten.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Vraag studentgegevens aan de gebruiker.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Maak een Student-object.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Voeg het object toe met Add.</a:t>
            </a:r>
            <a:endParaRPr lang="en-US" sz="1700" dirty="0"/>
          </a:p>
          <a:p>
            <a:r>
              <a:rPr lang="en-US" sz="1700" dirty="0">
                <a:solidFill>
                  <a:srgbClr val="242424"/>
                </a:solidFill>
              </a:rPr>
              <a:t>Toon alle studenten met foreach.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760720" y="1143000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Niveaus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89320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91E80"/>
                </a:solidFill>
              </a:rPr>
              <a:t>Basisniveau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89320" y="2212848"/>
            <a:ext cx="3840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2424"/>
                </a:solidFill>
              </a:rPr>
              <a:t>Meerdere vaste teststudenten in een List tonen.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91E80"/>
                </a:solidFill>
              </a:rPr>
              <a:t>Voldoende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89320" y="3099816"/>
            <a:ext cx="40233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2424"/>
                </a:solidFill>
              </a:rPr>
              <a:t>Gebruiker kan studenten toevoegen en bekijken via menu.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989320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91E80"/>
                </a:solidFill>
              </a:rPr>
              <a:t>Uitdaging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89320" y="3986784"/>
            <a:ext cx="3840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2424"/>
                </a:solidFill>
              </a:rPr>
              <a:t>Toon ook het aantal studenten met students.Count.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989320" y="4617720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9048" y="4727448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Console.WriteLine($"Aantal studenten: {students.Count}");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Testchecklist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1143000"/>
            <a:ext cx="6217920" cy="594360"/>
          </a:xfrm>
          <a:prstGeom prst="rect">
            <a:avLst/>
          </a:prstGeom>
          <a:solidFill>
            <a:srgbClr val="0E1B2A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188720"/>
            <a:ext cx="198973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Controlepunt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8766" y="1188720"/>
            <a:ext cx="1367942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Voorbeeld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5426" y="1188720"/>
            <a:ext cx="1741018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Klaar?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1737360"/>
            <a:ext cx="6217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783080"/>
            <a:ext cx="198973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Project compileert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8766" y="1783080"/>
            <a:ext cx="1367942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geen errors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05426" y="1783080"/>
            <a:ext cx="1741018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[ 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2331720"/>
            <a:ext cx="6217920" cy="594360"/>
          </a:xfrm>
          <a:prstGeom prst="rect">
            <a:avLst/>
          </a:prstGeom>
          <a:solidFill>
            <a:srgbClr val="F1EEE6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377440"/>
            <a:ext cx="198973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List&lt;Student&gt; bestaat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8766" y="2377440"/>
            <a:ext cx="1367942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students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05426" y="2377440"/>
            <a:ext cx="1741018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[ ]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2926080"/>
            <a:ext cx="6217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2971800"/>
            <a:ext cx="198973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Student toevoegen werkt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388766" y="2971800"/>
            <a:ext cx="1367942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AddStudent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05426" y="2971800"/>
            <a:ext cx="1741018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[ ]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7240" y="3520440"/>
            <a:ext cx="6217920" cy="594360"/>
          </a:xfrm>
          <a:prstGeom prst="rect">
            <a:avLst/>
          </a:prstGeom>
          <a:solidFill>
            <a:srgbClr val="F1EEE6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3566160"/>
            <a:ext cx="198973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Studenten bekijken werkt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388766" y="3566160"/>
            <a:ext cx="1367942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foreach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05426" y="3566160"/>
            <a:ext cx="1741018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[ ]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7240" y="4114800"/>
            <a:ext cx="6217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160520"/>
            <a:ext cx="198973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Lege lijst geeft melding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88766" y="4160520"/>
            <a:ext cx="1367942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Count == 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05426" y="4160520"/>
            <a:ext cx="1741018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[ ]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77240" y="4709160"/>
            <a:ext cx="6217920" cy="594360"/>
          </a:xfrm>
          <a:prstGeom prst="rect">
            <a:avLst/>
          </a:prstGeom>
          <a:solidFill>
            <a:srgbClr val="F1EEE6"/>
          </a:solidFill>
          <a:ln w="6350">
            <a:solidFill>
              <a:srgbClr val="D6D1C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4754880"/>
            <a:ext cx="198973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Menu blijft herhalen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388766" y="4754880"/>
            <a:ext cx="1367942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while-loop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005426" y="4754880"/>
            <a:ext cx="1741018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</a:rPr>
              <a:t>[ ]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360920" y="1143000"/>
            <a:ext cx="3474720" cy="4160520"/>
          </a:xfrm>
          <a:prstGeom prst="roundRect">
            <a:avLst>
              <a:gd name="adj" fmla="val 2105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E1B2A"/>
                </a:solidFill>
              </a:rPr>
              <a:t>Veelgemaakte fouten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7589520" y="1874520"/>
            <a:ext cx="27432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242424"/>
                </a:solidFill>
              </a:rPr>
              <a:t>List in de verkeerde functie gemaakt.</a:t>
            </a:r>
            <a:endParaRPr lang="en-US" sz="1500" dirty="0"/>
          </a:p>
          <a:p>
            <a:r>
              <a:rPr lang="en-US" sz="1500" dirty="0">
                <a:solidFill>
                  <a:srgbClr val="242424"/>
                </a:solidFill>
              </a:rPr>
              <a:t>Student wel aangemaakt, maar niet toegevoegd.</a:t>
            </a:r>
            <a:endParaRPr lang="en-US" sz="1500" dirty="0"/>
          </a:p>
          <a:p>
            <a:r>
              <a:rPr lang="en-US" sz="1500" dirty="0">
                <a:solidFill>
                  <a:srgbClr val="242424"/>
                </a:solidFill>
              </a:rPr>
              <a:t>foreach buiten de ShowStudents-functie gezet.</a:t>
            </a:r>
            <a:endParaRPr lang="en-US" sz="1500" dirty="0"/>
          </a:p>
          <a:p>
            <a:r>
              <a:rPr lang="en-US" sz="1500" dirty="0">
                <a:solidFill>
                  <a:srgbClr val="242424"/>
                </a:solidFill>
              </a:rPr>
              <a:t>students en student door elkaar gehaald.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75895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91E80"/>
                </a:solidFill>
              </a:rPr>
              <a:t>Inleveren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89520" y="4553712"/>
            <a:ext cx="28346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2424"/>
                </a:solidFill>
              </a:rPr>
              <a:t>Lever een screenshot of codefragment in waarin meerdere studenten worden toegevoegd en getoond.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2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219456"/>
            <a:ext cx="932688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80"/>
          </a:solidFill>
          <a:ln w="12700">
            <a:solidFill>
              <a:srgbClr val="E91E8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Afsluiting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65"/>
                </a:solidFill>
              </a:rPr>
              <a:t>Les 3 - Meerdere studenten opslaan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14300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Laat zien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35661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42424"/>
                </a:solidFill>
              </a:rPr>
              <a:t>Waar je List&lt;Student&gt; staat.</a:t>
            </a:r>
            <a:endParaRPr lang="en-US" sz="1800" dirty="0"/>
          </a:p>
          <a:p>
            <a:r>
              <a:rPr lang="en-US" sz="1800" dirty="0">
                <a:solidFill>
                  <a:srgbClr val="242424"/>
                </a:solidFill>
              </a:rPr>
              <a:t>Hoe AddStudent werkt.</a:t>
            </a:r>
            <a:endParaRPr lang="en-US" sz="1800" dirty="0"/>
          </a:p>
          <a:p>
            <a:r>
              <a:rPr lang="en-US" sz="1800" dirty="0">
                <a:solidFill>
                  <a:srgbClr val="242424"/>
                </a:solidFill>
              </a:rPr>
              <a:t>Hoe ShowStudents met foreach werkt.</a:t>
            </a:r>
            <a:endParaRPr lang="en-US" sz="1800" dirty="0"/>
          </a:p>
          <a:p>
            <a:r>
              <a:rPr lang="en-US" sz="1800" dirty="0">
                <a:solidFill>
                  <a:srgbClr val="242424"/>
                </a:solidFill>
              </a:rPr>
              <a:t>Wat er gebeurt bij een lege lijst.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15000" y="11430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1EEE6"/>
          </a:solidFill>
          <a:ln w="12700">
            <a:solidFill>
              <a:srgbClr val="D6D1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Controle-vraag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43600" y="2057400"/>
            <a:ext cx="4023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Kan ik uitleggen waarom een List&lt;Student&gt; beter is dan student1, student2, student3?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91E80"/>
                </a:solidFill>
              </a:rPr>
              <a:t>Volgende les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43600" y="4279392"/>
            <a:ext cx="38404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2424"/>
                </a:solidFill>
              </a:rPr>
              <a:t>Een SchoolClass class maken en studenten koppelen aan een klas.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3 - List&lt;Student&gt; en loops</dc:title>
  <dc:subject>C# Les 3 - Meerdere studenten opslaan</dc:subject>
  <dc:creator>Jesse Wissink</dc:creator>
  <cp:lastModifiedBy>Jesse Wissink</cp:lastModifiedBy>
  <cp:revision>1</cp:revision>
  <dcterms:created xsi:type="dcterms:W3CDTF">2026-05-26T06:21:35Z</dcterms:created>
  <dcterms:modified xsi:type="dcterms:W3CDTF">2026-05-26T06:21:35Z</dcterms:modified>
</cp:coreProperties>
</file>