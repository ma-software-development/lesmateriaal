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6B2B"/>
                </a:solidFill>
              </a:rPr>
              <a:t>C# Les 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440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Zoeken, aanpassen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verwijderen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58368" y="2770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EEA"/>
                </a:solidFill>
              </a:rPr>
              <a:t>Schoolplanner &amp; Klassenadministratie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20840" y="960120"/>
            <a:ext cx="4709160" cy="3017520"/>
          </a:xfrm>
          <a:prstGeom prst="rect">
            <a:avLst/>
          </a:prstGeom>
          <a:solidFill>
            <a:srgbClr val="1B2233"/>
          </a:solidFill>
          <a:ln w="12700">
            <a:solidFill>
              <a:srgbClr val="26324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List&lt;Student&gt; students = new List&lt;Student&gt;();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found = FindStudentByNumber(students, 1001);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(found != null)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found.SetClassName("SD2A");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5440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Doel: CRUD-functionaliteit uitbreiden</a:t>
            </a:r>
            <a:endParaRPr lang="en-US" sz="1600" dirty="0"/>
          </a:p>
        </p:txBody>
      </p:sp>
      <p:pic>
        <p:nvPicPr>
          <p:cNvPr id="7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5989320"/>
            <a:ext cx="141732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Terugblik: wat werkt al?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2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143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6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Vorige les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508760"/>
            <a:ext cx="484632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Menu herhaalt met een loop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ShowMenu, AddStudent en ShowStudents bestaan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List&lt;Student&gt; wordt meegegeven als parameter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is korter en leesbaarder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806440" y="1188720"/>
            <a:ext cx="5394960" cy="3200400"/>
          </a:xfrm>
          <a:prstGeom prst="rect">
            <a:avLst/>
          </a:prstGeom>
          <a:solidFill>
            <a:srgbClr val="1B2233"/>
          </a:solidFill>
          <a:ln w="12700">
            <a:solidFill>
              <a:srgbClr val="26324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(running)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ShowMenu();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choice = Console.ReadLine();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(choice == "1") AddStudent(students);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(choice == "2") ShowStudents(students);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103120" y="4983480"/>
            <a:ext cx="7863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6B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Vandaag voegen we zoeken, aanpassen en verwijderen toe.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Lesdoelen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3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1338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6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 moet je kunnen?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536192"/>
            <a:ext cx="539496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Een student zoeken in een List&lt;Student&gt;.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Werken met studentnummer of index.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Een bestaande student aanpassen.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Een student verwijderen uit de lijst.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Een nette melding geven als iets niet bestaat.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46520" y="11338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7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Eindproduct van deze 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46520" y="1536192"/>
            <a:ext cx="43891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DB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programma heeft menuopties voor: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zoeken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aanpassen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verwijderen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student blijft opgeslagen in dezelfde List&lt;Student&gt;.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 in dit project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4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143000"/>
            <a:ext cx="3444240" cy="530352"/>
          </a:xfrm>
          <a:prstGeom prst="rect">
            <a:avLst/>
          </a:prstGeom>
          <a:solidFill>
            <a:srgbClr val="17243B"/>
          </a:solidFill>
          <a:ln w="12700">
            <a:solidFill>
              <a:srgbClr val="17243B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Letter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67200" y="1143000"/>
            <a:ext cx="3444240" cy="530352"/>
          </a:xfrm>
          <a:prstGeom prst="rect">
            <a:avLst/>
          </a:prstGeom>
          <a:solidFill>
            <a:srgbClr val="17243B"/>
          </a:solidFill>
          <a:ln w="12700">
            <a:solidFill>
              <a:srgbClr val="17243B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Betekenis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11440" y="1143000"/>
            <a:ext cx="3444240" cy="530352"/>
          </a:xfrm>
          <a:prstGeom prst="rect">
            <a:avLst/>
          </a:prstGeom>
          <a:solidFill>
            <a:srgbClr val="17243B"/>
          </a:solidFill>
          <a:ln w="12700">
            <a:solidFill>
              <a:srgbClr val="17243B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ons programma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1673352"/>
            <a:ext cx="3444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267200" y="1673352"/>
            <a:ext cx="3444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11440" y="1673352"/>
            <a:ext cx="3444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toevoegen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2203704"/>
            <a:ext cx="3444240" cy="530352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267200" y="2203704"/>
            <a:ext cx="3444240" cy="530352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11440" y="2203704"/>
            <a:ext cx="3444240" cy="530352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Studenten tonen / zoeken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2960" y="2734056"/>
            <a:ext cx="3444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267200" y="2734056"/>
            <a:ext cx="3444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711440" y="2734056"/>
            <a:ext cx="3444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aanpassen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22960" y="3264408"/>
            <a:ext cx="3444240" cy="530352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267200" y="3264408"/>
            <a:ext cx="3444240" cy="530352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711440" y="3264408"/>
            <a:ext cx="3444240" cy="530352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verwijderen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325880" y="4709160"/>
            <a:ext cx="9418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6B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is geen nieuwe C#-techniek. Het is een manier om te beschrijven wat een administratieprogramma met gegevens kan doen.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Zoeken: welke sleutel gebruik je?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5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4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Niet handig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481328"/>
            <a:ext cx="4663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24E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Zoeken op voornaam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Probleem: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meerdere studenten kunnen dezelfde naam hebben.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92240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7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92240" y="1481328"/>
            <a:ext cx="4663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67A6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Zoeken op studentnummer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Voordeel: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een studentnummer hoort uniek te zijn.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240280" y="4160520"/>
            <a:ext cx="7635240" cy="960120"/>
          </a:xfrm>
          <a:prstGeom prst="rect">
            <a:avLst/>
          </a:prstGeom>
          <a:solidFill>
            <a:srgbClr val="1B2233"/>
          </a:solidFill>
          <a:ln w="12700">
            <a:solidFill>
              <a:srgbClr val="26324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Console.Write("Studentnummer: ");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number = int.Parse(Console.ReadLine());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Zoeken met een foreach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6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124712"/>
            <a:ext cx="6583680" cy="4526280"/>
          </a:xfrm>
          <a:prstGeom prst="rect">
            <a:avLst/>
          </a:prstGeom>
          <a:solidFill>
            <a:srgbClr val="1B2233"/>
          </a:solidFill>
          <a:ln w="12700">
            <a:solidFill>
              <a:srgbClr val="26324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Student FindStudentByNumber(List&lt;Student&gt; students, int number)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 (Student student in students)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(student.GetStudentNumber() == number)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student;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null;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35240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6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Belangrijk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35240" y="1572768"/>
            <a:ext cx="365760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return student stopt de functie direct.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return null betekent: niet gevonden.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 lijst zelf wordt niet aangepast.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Deze functie kun je opnieuw gebruiken.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Zoekfunctie gebruiken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7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060704"/>
            <a:ext cx="6629400" cy="5029200"/>
          </a:xfrm>
          <a:prstGeom prst="rect">
            <a:avLst/>
          </a:prstGeom>
          <a:solidFill>
            <a:srgbClr val="1B2233"/>
          </a:solidFill>
          <a:ln w="12700">
            <a:solidFill>
              <a:srgbClr val="26324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SearchStudent(List&lt;Student&gt; students)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Console.Write("Studentnummer: ");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number = int.Parse(Console.ReadLine());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 student = FindStudentByNumber(students, number);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(student == null)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Console.WriteLine("Student niet gevonden.");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student.PrintInfo();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70" dirty="0"/>
          </a:p>
        </p:txBody>
      </p:sp>
      <p:sp>
        <p:nvSpPr>
          <p:cNvPr id="7" name="Text 4"/>
          <p:cNvSpPr/>
          <p:nvPr/>
        </p:nvSpPr>
        <p:spPr>
          <a:xfrm>
            <a:off x="7635240" y="141732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24E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Waarom eerst controleren op null?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 je PrintInfo uitvoert op null, crasht je programma.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35240" y="38404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DB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zoek een bestaand nummer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zoek een onbekend nummer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Aanpassen: object vinden en wijzigen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8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1115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6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Stappen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9808" y="1499616"/>
            <a:ext cx="402336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Vraag het studentnummer.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Zoek de student.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Controleer of de student bestaat.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Vraag nieuwe gegevens.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 het object aan met setters.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0" y="1051560"/>
            <a:ext cx="6263640" cy="5166360"/>
          </a:xfrm>
          <a:prstGeom prst="rect">
            <a:avLst/>
          </a:prstGeom>
          <a:solidFill>
            <a:srgbClr val="1B2233"/>
          </a:solidFill>
          <a:ln w="12700">
            <a:solidFill>
              <a:srgbClr val="26324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EditStudent(List&lt;Student&gt; students)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Console.Write("Studentnummer: 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number = int.Parse(Console.ReadLine());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 student = FindStudentByNumber(students, number);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(student == null)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Console.WriteLine("Student niet gevonden.");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Console.Write("Nieuwe klas: 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className = Console.ReadLine();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student.SetClassName(className);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Setters in de Student class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9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005840"/>
            <a:ext cx="5852160" cy="5257800"/>
          </a:xfrm>
          <a:prstGeom prst="rect">
            <a:avLst/>
          </a:prstGeom>
          <a:solidFill>
            <a:srgbClr val="1B2233"/>
          </a:solidFill>
          <a:ln w="12700">
            <a:solidFill>
              <a:srgbClr val="26324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studentNumber;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firstName;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lastName;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className;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GetStudentNumber()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studentNumber;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SetClassName(string className)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this.className = className;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30" dirty="0"/>
          </a:p>
        </p:txBody>
      </p:sp>
      <p:sp>
        <p:nvSpPr>
          <p:cNvPr id="7" name="Text 4"/>
          <p:cNvSpPr/>
          <p:nvPr/>
        </p:nvSpPr>
        <p:spPr>
          <a:xfrm>
            <a:off x="6995160" y="1143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6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Waarom setters?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95160" y="1536192"/>
            <a:ext cx="402336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Velden blijven private.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Je bepaalt welke gegevens aangepast mogen worden.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Later kun je validatie toevoegen.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 code buiten de class blijft overzichtelijk.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Verwijderen met Remove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10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051560"/>
            <a:ext cx="6492240" cy="4983480"/>
          </a:xfrm>
          <a:prstGeom prst="rect">
            <a:avLst/>
          </a:prstGeom>
          <a:solidFill>
            <a:srgbClr val="1B2233"/>
          </a:solidFill>
          <a:ln w="12700">
            <a:solidFill>
              <a:srgbClr val="26324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RemoveStudent(List&lt;Student&gt; students)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Console.Write("Studentnummer: 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number = int.Parse(Console.ReadLine());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 student = FindStudentByNumber(students, number);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(student == null)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Console.WriteLine("Student niet gevonden.");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students.Remove(student);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Console.WriteLine("Student verwijderd.");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543800" y="1417320"/>
            <a:ext cx="3657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DB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haalt het object uit de List&lt;Student&gt;.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 object staat daarna niet meer in het overzicht.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43800" y="3749040"/>
            <a:ext cx="3657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6B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op: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verwijderen uit een lege lijst moet geen crash geven.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Menu uitbreiden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11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115568"/>
            <a:ext cx="6126480" cy="4206240"/>
          </a:xfrm>
          <a:prstGeom prst="rect">
            <a:avLst/>
          </a:prstGeom>
          <a:solidFill>
            <a:srgbClr val="1B2233"/>
          </a:solidFill>
          <a:ln w="12700">
            <a:solidFill>
              <a:srgbClr val="26324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ShowMenu()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Console.WriteLine("--- Schoolplanner ---");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Console.WriteLine("1. Student toevoegen");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Console.WriteLine("2. Studenten bekijken");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Console.WriteLine("3. Student zoeken");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Console.WriteLine("4. Student aanpassen");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Console.WriteLine("5. Student verwijderen");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Console.WriteLine("6. Afsluiten");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Console.Write("Keuze: ");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7178040" y="1828800"/>
            <a:ext cx="4114800" cy="1920240"/>
          </a:xfrm>
          <a:prstGeom prst="rect">
            <a:avLst/>
          </a:prstGeom>
          <a:solidFill>
            <a:srgbClr val="1B2233"/>
          </a:solidFill>
          <a:ln w="12700">
            <a:solidFill>
              <a:srgbClr val="26324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(choice == "3") SearchStudent(students);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(choice == "4") EditStudent(students);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(choice == "5") RemoveStudent(students);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(choice == "6") running = false;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78040" y="44348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6B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Controleer of je menunummers nog kloppen.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Veelgemaakte fouten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12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143000"/>
            <a:ext cx="3596640" cy="502920"/>
          </a:xfrm>
          <a:prstGeom prst="rect">
            <a:avLst/>
          </a:prstGeom>
          <a:solidFill>
            <a:srgbClr val="17243B"/>
          </a:solidFill>
          <a:ln w="12700">
            <a:solidFill>
              <a:srgbClr val="17243B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82440" y="1143000"/>
            <a:ext cx="3596640" cy="502920"/>
          </a:xfrm>
          <a:prstGeom prst="rect">
            <a:avLst/>
          </a:prstGeom>
          <a:solidFill>
            <a:srgbClr val="17243B"/>
          </a:solidFill>
          <a:ln w="12700">
            <a:solidFill>
              <a:srgbClr val="17243B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Gevolg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9080" y="1143000"/>
            <a:ext cx="3596640" cy="502920"/>
          </a:xfrm>
          <a:prstGeom prst="rect">
            <a:avLst/>
          </a:prstGeom>
          <a:solidFill>
            <a:srgbClr val="17243B"/>
          </a:solidFill>
          <a:ln w="12700">
            <a:solidFill>
              <a:srgbClr val="17243B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Oplossing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645920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Geen null-check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282440" y="1645920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Crash bij onbekend nummer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79080" y="1645920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Controleer student == null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2148840"/>
            <a:ext cx="3596640" cy="502920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Zoeken op naam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282440" y="2148840"/>
            <a:ext cx="3596640" cy="502920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Verkeerde student gevonden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79080" y="2148840"/>
            <a:ext cx="3596640" cy="502920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Gebruik studentnummer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85800" y="2651760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in foreach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282440" y="2651760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Onvoorspelbaar gedrag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879080" y="2651760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Zoek eerst, verwijder daarna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85800" y="3154680"/>
            <a:ext cx="3596640" cy="502920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Alles in Main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282440" y="3154680"/>
            <a:ext cx="3596640" cy="502920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wordt rommelig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879080" y="3154680"/>
            <a:ext cx="3596640" cy="502920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Maak losse methods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103120" y="5166360"/>
            <a:ext cx="7955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6B2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Vandaag is betrouwbaarheid belangrijker dan veel extra opties.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Opdracht les 5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13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6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Maak de CRUD-uitbreiding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3232" y="1554480"/>
            <a:ext cx="576072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Voeg menuopties toe voor zoeken, aanpassen en verwijderen.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Maak FindStudentByNumber.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Maak SearchStudent.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Maak EditStudent.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Maak RemoveStudent.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Gebruik nette meldingen als de student niet bestaat.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0" y="1143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7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Klaar? Extra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0" y="1554480"/>
            <a:ext cx="384048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Zoeken op klasnaam.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Aantal studenten per klas tonen.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Bevestiging vragen vóór verwijderen.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Studenten sorteren op achternaam.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Testchecklist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14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115568"/>
            <a:ext cx="3596640" cy="502920"/>
          </a:xfrm>
          <a:prstGeom prst="rect">
            <a:avLst/>
          </a:prstGeom>
          <a:solidFill>
            <a:srgbClr val="17243B"/>
          </a:solidFill>
          <a:ln w="12700">
            <a:solidFill>
              <a:srgbClr val="17243B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Controlepunt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82440" y="1115568"/>
            <a:ext cx="3596640" cy="502920"/>
          </a:xfrm>
          <a:prstGeom prst="rect">
            <a:avLst/>
          </a:prstGeom>
          <a:solidFill>
            <a:srgbClr val="17243B"/>
          </a:solidFill>
          <a:ln w="12700">
            <a:solidFill>
              <a:srgbClr val="17243B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Voorbeeld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9080" y="1115568"/>
            <a:ext cx="3596640" cy="502920"/>
          </a:xfrm>
          <a:prstGeom prst="rect">
            <a:avLst/>
          </a:prstGeom>
          <a:solidFill>
            <a:srgbClr val="17243B"/>
          </a:solidFill>
          <a:ln w="12700">
            <a:solidFill>
              <a:srgbClr val="17243B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Klaar?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618488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Bestaande student zoeken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282440" y="1618488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1001 toont juiste student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79080" y="1618488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2121408"/>
            <a:ext cx="3596640" cy="502920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Onbekende student zoeken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282440" y="2121408"/>
            <a:ext cx="3596640" cy="502920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9999 geeft nette melding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79080" y="2121408"/>
            <a:ext cx="3596640" cy="502920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85800" y="2624328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aanpassen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282440" y="2624328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 verandert naar SD2A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879080" y="2624328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85800" y="3127248"/>
            <a:ext cx="3596640" cy="502920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verwijderen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282440" y="3127248"/>
            <a:ext cx="3596640" cy="502920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verdwijnt uit overzicht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879080" y="3127248"/>
            <a:ext cx="3596640" cy="502920"/>
          </a:xfrm>
          <a:prstGeom prst="rect">
            <a:avLst/>
          </a:prstGeom>
          <a:solidFill>
            <a:srgbClr val="F8F5E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5800" y="3630168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Verwijderen uit lege lijst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282440" y="3630168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Geen crash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879080" y="3630168"/>
            <a:ext cx="3596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CDB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03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Afsluiting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5 · Zoeken, aanpassen en verwijderen  |  15</a:t>
            </a:r>
            <a:endParaRPr lang="en-US" sz="85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355080"/>
            <a:ext cx="73152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143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6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Laat zien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1572768"/>
            <a:ext cx="548640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Waar FindStudentByNumber staat.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Hoe SearchStudent werkt.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Welke gegevens EditStudent kan aanpassen.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Hoe RemoveStudent voorkomt dat het programma crasht.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Welke test je hebt uitgevoerd.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040880" y="1143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7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Controle-vraag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40880" y="1572768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67A6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Waarom is het handiger om eerst een student te zoeken en daarna pas Remove uit te voeren?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040880" y="3794760"/>
            <a:ext cx="3931920" cy="1600200"/>
          </a:xfrm>
          <a:prstGeom prst="rect">
            <a:avLst/>
          </a:prstGeom>
          <a:solidFill>
            <a:srgbClr val="1B2233"/>
          </a:solidFill>
          <a:ln w="12700">
            <a:solidFill>
              <a:srgbClr val="26324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student = FindStudentByNumber(students, number);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(student != null)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students.Remove(student);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Mediacollege Amsterdam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5 - Zoeken, aanpassen en verwijderen</dc:title>
  <dc:subject>C# Les 5 - Zoeken, aanpassen en verwijderen</dc:subject>
  <dc:creator>Jesse Wissink</dc:creator>
  <cp:lastModifiedBy>Jesse Wissink</cp:lastModifiedBy>
  <cp:revision>1</cp:revision>
  <dcterms:created xsi:type="dcterms:W3CDTF">2026-06-02T07:14:00Z</dcterms:created>
  <dcterms:modified xsi:type="dcterms:W3CDTF">2026-06-02T07:14:00Z</dcterms:modified>
</cp:coreProperties>
</file>