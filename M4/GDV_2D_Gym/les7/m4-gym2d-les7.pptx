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5" r:id="rId4"/>
    <p:sldId id="266" r:id="rId5"/>
    <p:sldId id="267" r:id="rId6"/>
    <p:sldId id="268" r:id="rId7"/>
    <p:sldId id="269" r:id="rId8"/>
    <p:sldId id="270" r:id="rId9"/>
    <p:sldId id="273" r:id="rId10"/>
    <p:sldId id="271" r:id="rId11"/>
    <p:sldId id="272" r:id="rId12"/>
    <p:sldId id="274" r:id="rId13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19410E-78BD-4E02-8511-0EDA933FCF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41D86721-9241-CA6B-E3A2-5C37A2FED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59DC458-51B3-FCAD-131C-EF16CA3CE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F147A-C75C-4EE1-85A0-F1BDEA974B7A}" type="datetimeFigureOut">
              <a:rPr lang="nl-NL" smtClean="0"/>
              <a:t>23-6-2026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01E4FDD-145A-59AC-9A7B-F011529FB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A306833-8695-F0B4-ECC2-49744736D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C659-EB4A-4835-979A-93FE1E7D0EE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75137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D03B28-B5E8-0A8F-8B2C-3DE440335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053697B-56D8-B181-EB52-ECCAD3FC1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E97CFC5-F311-F59C-720C-D48CEEDBE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F147A-C75C-4EE1-85A0-F1BDEA974B7A}" type="datetimeFigureOut">
              <a:rPr lang="nl-NL" smtClean="0"/>
              <a:t>23-6-2026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804BCB9-6FA1-CDF7-D1D3-AADCC591C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52631DE-6898-F781-5BB4-00F7BD360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C659-EB4A-4835-979A-93FE1E7D0EE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57896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0ABC21-223E-242B-66CB-4A44D51B9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58E3332-5AC9-F671-1BFE-ADADE00A0A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05205B2-FC83-8FF9-2CAD-F0B7E2C18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F147A-C75C-4EE1-85A0-F1BDEA974B7A}" type="datetimeFigureOut">
              <a:rPr lang="nl-NL" smtClean="0"/>
              <a:t>23-6-2026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3EA5ED2-81B7-6140-82F5-CEEBE4A84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85562EB-32A4-CFBD-BED6-536C2043A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C659-EB4A-4835-979A-93FE1E7D0EE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51408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4894B1-4B71-8154-2BFE-AD546964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868F970-FB0C-AC31-E47F-0A4784873D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0F1619F0-0A78-34B4-CFD3-DC2335B240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F3CA4A7-86C8-D02A-1AE8-C75484DD1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F147A-C75C-4EE1-85A0-F1BDEA974B7A}" type="datetimeFigureOut">
              <a:rPr lang="nl-NL" smtClean="0"/>
              <a:t>23-6-2026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5C4A5D68-5560-1B38-347F-7492C11DB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934A838-92DA-9E65-E5C3-6E5E1E831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C659-EB4A-4835-979A-93FE1E7D0EE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36298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3E2342-39FB-548E-956D-A9D108402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0AED9F4-07E0-8544-8C7F-CC7EF418FD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4D4AA2AF-E388-13C9-7C6F-BDE595EC05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26B59F17-63A4-F44D-2CD0-5F149D5CE6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5B3C9B6-1798-5B7E-9421-B1ED8D1D76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D839C11A-32BD-3F5F-DDF1-3EC8726C4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F147A-C75C-4EE1-85A0-F1BDEA974B7A}" type="datetimeFigureOut">
              <a:rPr lang="nl-NL" smtClean="0"/>
              <a:t>23-6-2026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7D82ED52-9BDB-B145-BD71-51740CB46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5A5891BD-CD56-BE5B-0D3B-635B6951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C659-EB4A-4835-979A-93FE1E7D0EE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02419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36138B-E65E-3775-F7C2-DCF275134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DAA60B03-7038-E755-5861-E9090E93C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F147A-C75C-4EE1-85A0-F1BDEA974B7A}" type="datetimeFigureOut">
              <a:rPr lang="nl-NL" smtClean="0"/>
              <a:t>23-6-2026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676CF825-AAD2-2438-1FA9-8835DF343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6825494D-E24D-680D-04C8-72AF39298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C659-EB4A-4835-979A-93FE1E7D0EE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66993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1D31B892-A0E6-E1DE-0367-8F1011710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F147A-C75C-4EE1-85A0-F1BDEA974B7A}" type="datetimeFigureOut">
              <a:rPr lang="nl-NL" smtClean="0"/>
              <a:t>23-6-2026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F778AA67-ED0E-D90A-5B0F-8F0AC020F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2AE49F4-E570-2F93-F23B-D9BD7CF72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C659-EB4A-4835-979A-93FE1E7D0EE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94587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824DF2-064B-5787-0FF6-F98C2F70C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09C1981-21FA-1AFD-E6E6-FE5EC1B922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B26CD3A-8A32-3651-4CD4-58BFA84677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47DEFD95-D8D5-00CA-CC38-1EDCB1918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F147A-C75C-4EE1-85A0-F1BDEA974B7A}" type="datetimeFigureOut">
              <a:rPr lang="nl-NL" smtClean="0"/>
              <a:t>23-6-2026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5383B3E4-B79A-B4EF-58C1-48597A8B4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69BE9FA5-0677-66E0-F7C5-62B7C77E3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C659-EB4A-4835-979A-93FE1E7D0EE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96610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D46246-5FDB-787D-CB33-B8B67D45D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B7CCE1D4-10DB-A7D6-7892-00A6AFED9C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9FBDC245-14C2-9064-6855-D435EA3F1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B593B7E5-8FAC-4473-8C78-A22D78A58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F147A-C75C-4EE1-85A0-F1BDEA974B7A}" type="datetimeFigureOut">
              <a:rPr lang="nl-NL" smtClean="0"/>
              <a:t>23-6-2026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2800690F-3202-F6FB-08C5-A2E4E94B9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4B4FA912-4776-6682-EBB6-C659DA9B5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C659-EB4A-4835-979A-93FE1E7D0EE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78709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C916B8-F7AA-5095-5470-D4DAB90A8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4F257A4-F5BF-0375-7688-77034A0D7B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6640F0E-3C6C-7AD3-FA5A-59AAEAA98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F147A-C75C-4EE1-85A0-F1BDEA974B7A}" type="datetimeFigureOut">
              <a:rPr lang="nl-NL" smtClean="0"/>
              <a:t>23-6-2026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2CA81AC-E881-E0D7-490A-CFB97E6F1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7569032-3D82-D700-CA5B-90852B857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C659-EB4A-4835-979A-93FE1E7D0EE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04204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D0D552A1-4C93-302E-EDAB-DC6B7735D1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7E39E61E-5373-E6A3-26E8-E511D5360B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8E1C502-19AA-E9E6-C557-15EA3941A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F147A-C75C-4EE1-85A0-F1BDEA974B7A}" type="datetimeFigureOut">
              <a:rPr lang="nl-NL" smtClean="0"/>
              <a:t>23-6-2026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9A6EDB0-DEB3-A4F0-1A86-519F9C559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F3BA2C9-BDB3-4269-294D-64F6DCC19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C659-EB4A-4835-979A-93FE1E7D0EE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4778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7F3D6F6F-72C5-6BE1-E8E4-76C9D7B7F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5FF22C2-05E5-646A-560B-3D146D497F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B8AA9C4-D323-5CA9-8BBC-25E7B01C43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9F147A-C75C-4EE1-85A0-F1BDEA974B7A}" type="datetimeFigureOut">
              <a:rPr lang="nl-NL" smtClean="0"/>
              <a:t>23-6-2026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6326B19-8947-9427-EE79-0E4E233C7A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7D6EA4A-CF27-E862-DCA7-27C7E967BA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BBC659-EB4A-4835-979A-93FE1E7D0EE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11726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6625AD-B8E5-ED22-C42B-D710E3B3D7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Enemy</a:t>
            </a:r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ADE0837C-9A1C-9AF7-EAAF-04BFA37ECC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18842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7478DA-1DB3-026D-352C-1B54F5338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Lesdoelen</a:t>
            </a:r>
            <a:r>
              <a:rPr lang="en-US" dirty="0"/>
              <a:t> les 7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A42B017-81AF-3DDA-DD87-6DFFD5C21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De </a:t>
            </a:r>
            <a:r>
              <a:rPr lang="nl-NL" dirty="0" err="1"/>
              <a:t>Enemy</a:t>
            </a:r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91817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83C8E6-66A5-FE35-CD5E-D10DA9578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Maak van de </a:t>
            </a:r>
            <a:r>
              <a:rPr lang="en-US" dirty="0" err="1"/>
              <a:t>Blauwe</a:t>
            </a:r>
            <a:r>
              <a:rPr lang="en-US" dirty="0"/>
              <a:t> Tank </a:t>
            </a:r>
            <a:r>
              <a:rPr lang="en-US" dirty="0" err="1"/>
              <a:t>een</a:t>
            </a:r>
            <a:r>
              <a:rPr lang="en-US" dirty="0"/>
              <a:t> Enemy</a:t>
            </a:r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AC6FB7E7-E479-5712-4B04-26A1AD113D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373505"/>
            <a:ext cx="8793480" cy="5028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785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02656D-A970-0C1E-1824-C8F468788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Maak de Enemy </a:t>
            </a:r>
            <a:r>
              <a:rPr lang="en-US" dirty="0" err="1"/>
              <a:t>gevoelig</a:t>
            </a:r>
            <a:r>
              <a:rPr lang="en-US" dirty="0"/>
              <a:t> </a:t>
            </a:r>
            <a:r>
              <a:rPr lang="en-US" dirty="0" err="1"/>
              <a:t>voor</a:t>
            </a:r>
            <a:r>
              <a:rPr lang="en-US" dirty="0"/>
              <a:t> Bullets</a:t>
            </a:r>
            <a:endParaRPr lang="nl-NL" dirty="0"/>
          </a:p>
        </p:txBody>
      </p:sp>
      <p:pic>
        <p:nvPicPr>
          <p:cNvPr id="6" name="Tijdelijke aanduiding voor inhoud 5">
            <a:extLst>
              <a:ext uri="{FF2B5EF4-FFF2-40B4-BE49-F238E27FC236}">
                <a16:creationId xmlns:a16="http://schemas.microsoft.com/office/drawing/2014/main" id="{60D0A679-FBDA-69EE-F149-91720F3ACF0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2" y="1845945"/>
            <a:ext cx="5181600" cy="2962999"/>
          </a:xfrm>
          <a:prstGeom prst="rect">
            <a:avLst/>
          </a:prstGeom>
        </p:spPr>
      </p:pic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0846D1B4-96A1-8BA0-6DCE-967FFE5793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845945"/>
            <a:ext cx="5181600" cy="4351338"/>
          </a:xfrm>
        </p:spPr>
        <p:txBody>
          <a:bodyPr/>
          <a:lstStyle/>
          <a:p>
            <a:r>
              <a:rPr lang="en-US" dirty="0"/>
              <a:t>Als de Enemy Tank </a:t>
            </a:r>
            <a:r>
              <a:rPr lang="en-US" dirty="0" err="1"/>
              <a:t>wordt</a:t>
            </a:r>
            <a:r>
              <a:rPr lang="en-US" dirty="0"/>
              <a:t> </a:t>
            </a:r>
            <a:r>
              <a:rPr lang="en-US" dirty="0" err="1"/>
              <a:t>geraakt</a:t>
            </a:r>
            <a:r>
              <a:rPr lang="en-US" dirty="0"/>
              <a:t> door </a:t>
            </a:r>
            <a:r>
              <a:rPr lang="en-US" dirty="0" err="1"/>
              <a:t>een</a:t>
            </a:r>
            <a:r>
              <a:rPr lang="en-US" dirty="0"/>
              <a:t> Bullet </a:t>
            </a:r>
            <a:r>
              <a:rPr lang="en-US" dirty="0" err="1"/>
              <a:t>wordt</a:t>
            </a:r>
            <a:r>
              <a:rPr lang="en-US" dirty="0"/>
              <a:t> de Enemy destroyed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20131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57E349-26A5-822E-50AE-2196459E6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Explode</a:t>
            </a:r>
            <a:endParaRPr lang="nl-NL" dirty="0"/>
          </a:p>
        </p:txBody>
      </p:sp>
      <p:pic>
        <p:nvPicPr>
          <p:cNvPr id="6" name="Tijdelijke aanduiding voor inhoud 5">
            <a:extLst>
              <a:ext uri="{FF2B5EF4-FFF2-40B4-BE49-F238E27FC236}">
                <a16:creationId xmlns:a16="http://schemas.microsoft.com/office/drawing/2014/main" id="{E33E34E3-9651-3DCB-ABFA-69AFA821AC7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7100" y="2220119"/>
            <a:ext cx="4191000" cy="3867150"/>
          </a:xfrm>
          <a:prstGeom prst="rect">
            <a:avLst/>
          </a:prstGeom>
        </p:spPr>
      </p:pic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490C72B3-0708-C6A8-941F-F9C72A072C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978025"/>
            <a:ext cx="5181600" cy="4351338"/>
          </a:xfrm>
        </p:spPr>
        <p:txBody>
          <a:bodyPr/>
          <a:lstStyle/>
          <a:p>
            <a:r>
              <a:rPr lang="en-US" dirty="0" err="1"/>
              <a:t>Gebruik</a:t>
            </a:r>
            <a:r>
              <a:rPr lang="en-US" dirty="0"/>
              <a:t> de </a:t>
            </a:r>
            <a:r>
              <a:rPr lang="en-US" dirty="0" err="1"/>
              <a:t>animatie</a:t>
            </a:r>
            <a:r>
              <a:rPr lang="en-US" dirty="0"/>
              <a:t> </a:t>
            </a:r>
            <a:r>
              <a:rPr lang="en-US" dirty="0" err="1"/>
              <a:t>uit</a:t>
            </a:r>
            <a:r>
              <a:rPr lang="en-US" dirty="0"/>
              <a:t> de </a:t>
            </a:r>
            <a:r>
              <a:rPr lang="en-US" dirty="0" err="1"/>
              <a:t>SpriteMap</a:t>
            </a:r>
            <a:r>
              <a:rPr lang="en-US" dirty="0"/>
              <a:t> om de Enemy </a:t>
            </a:r>
            <a:r>
              <a:rPr lang="en-US" dirty="0" err="1"/>
              <a:t>eerst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laten </a:t>
            </a:r>
            <a:r>
              <a:rPr lang="en-US" dirty="0" err="1"/>
              <a:t>exploderen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vervolgens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verwijderen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73028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71EEAD-753A-FEDE-738E-105220BF3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Maak van de Enemy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PreFab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D1D8922-17B4-057B-6A09-5560F37F5FD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/>
              <a:t>Geef</a:t>
            </a:r>
            <a:r>
              <a:rPr lang="en-US" dirty="0"/>
              <a:t> de Enemy </a:t>
            </a:r>
            <a:r>
              <a:rPr lang="en-US" dirty="0" err="1"/>
              <a:t>een</a:t>
            </a:r>
            <a:r>
              <a:rPr lang="en-US" dirty="0"/>
              <a:t> public float speed</a:t>
            </a:r>
          </a:p>
          <a:p>
            <a:r>
              <a:rPr lang="en-US" dirty="0" err="1"/>
              <a:t>Verplaats</a:t>
            </a:r>
            <a:r>
              <a:rPr lang="en-US" dirty="0"/>
              <a:t> de Enemy met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transform.position</a:t>
            </a:r>
            <a:r>
              <a:rPr lang="en-US" dirty="0"/>
              <a:t> += Vector3.right * speed * </a:t>
            </a:r>
            <a:r>
              <a:rPr lang="en-US" dirty="0" err="1"/>
              <a:t>Time.DeltaTime</a:t>
            </a:r>
            <a:endParaRPr lang="nl-NL" dirty="0"/>
          </a:p>
        </p:txBody>
      </p:sp>
      <p:pic>
        <p:nvPicPr>
          <p:cNvPr id="6" name="Tijdelijke aanduiding voor inhoud 5">
            <a:extLst>
              <a:ext uri="{FF2B5EF4-FFF2-40B4-BE49-F238E27FC236}">
                <a16:creationId xmlns:a16="http://schemas.microsoft.com/office/drawing/2014/main" id="{E80ED344-9494-0949-C4A3-3485BA77D42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500" y="2553494"/>
            <a:ext cx="419100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897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416583-1213-FD77-20CB-3C6A81339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 Spawner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1599CEB-91AE-2F18-89F4-A0540225B9A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/>
              <a:t>Voeg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Empty </a:t>
            </a:r>
            <a:r>
              <a:rPr lang="en-US" dirty="0" err="1"/>
              <a:t>Gameobject</a:t>
            </a:r>
            <a:r>
              <a:rPr lang="en-US" dirty="0"/>
              <a:t> toe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noem</a:t>
            </a:r>
            <a:r>
              <a:rPr lang="en-US" dirty="0"/>
              <a:t> </a:t>
            </a:r>
            <a:r>
              <a:rPr lang="en-US" dirty="0" err="1"/>
              <a:t>deze</a:t>
            </a:r>
            <a:r>
              <a:rPr lang="en-US" dirty="0"/>
              <a:t> Spawner</a:t>
            </a:r>
          </a:p>
          <a:p>
            <a:r>
              <a:rPr lang="en-US" dirty="0" err="1"/>
              <a:t>Voeg</a:t>
            </a:r>
            <a:r>
              <a:rPr lang="en-US" dirty="0"/>
              <a:t> </a:t>
            </a:r>
            <a:r>
              <a:rPr lang="en-US" dirty="0" err="1"/>
              <a:t>ook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script Spawner toe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koppel</a:t>
            </a:r>
            <a:r>
              <a:rPr lang="en-US" dirty="0"/>
              <a:t> </a:t>
            </a:r>
            <a:r>
              <a:rPr lang="en-US" dirty="0" err="1"/>
              <a:t>dit</a:t>
            </a:r>
            <a:r>
              <a:rPr lang="en-US" dirty="0"/>
              <a:t> </a:t>
            </a:r>
            <a:r>
              <a:rPr lang="en-US" dirty="0" err="1"/>
              <a:t>aan</a:t>
            </a:r>
            <a:r>
              <a:rPr lang="en-US" dirty="0"/>
              <a:t> het </a:t>
            </a:r>
            <a:r>
              <a:rPr lang="en-US" dirty="0" err="1"/>
              <a:t>GameObject</a:t>
            </a:r>
            <a:r>
              <a:rPr lang="en-US" dirty="0"/>
              <a:t> Spawner</a:t>
            </a:r>
          </a:p>
          <a:p>
            <a:r>
              <a:rPr lang="en-US" dirty="0"/>
              <a:t>Maak in de Start van het spawner-script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instantiator</a:t>
            </a:r>
            <a:r>
              <a:rPr lang="en-US" dirty="0"/>
              <a:t> die </a:t>
            </a:r>
            <a:r>
              <a:rPr lang="en-US" dirty="0" err="1"/>
              <a:t>vijf</a:t>
            </a:r>
            <a:r>
              <a:rPr lang="en-US" dirty="0"/>
              <a:t> </a:t>
            </a:r>
            <a:r>
              <a:rPr lang="en-US" dirty="0" err="1"/>
              <a:t>keer</a:t>
            </a:r>
            <a:r>
              <a:rPr lang="en-US" dirty="0"/>
              <a:t> </a:t>
            </a:r>
            <a:r>
              <a:rPr lang="en-US" dirty="0" err="1"/>
              <a:t>elke</a:t>
            </a:r>
            <a:r>
              <a:rPr lang="en-US" dirty="0"/>
              <a:t> 2 </a:t>
            </a:r>
            <a:r>
              <a:rPr lang="en-US" dirty="0" err="1"/>
              <a:t>seconde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nieuwe</a:t>
            </a:r>
            <a:r>
              <a:rPr lang="en-US" dirty="0"/>
              <a:t> Enemy </a:t>
            </a:r>
            <a:r>
              <a:rPr lang="en-US" dirty="0" err="1"/>
              <a:t>instanteert</a:t>
            </a:r>
            <a:r>
              <a:rPr lang="en-US" dirty="0"/>
              <a:t> </a:t>
            </a:r>
            <a:endParaRPr lang="nl-NL" dirty="0"/>
          </a:p>
        </p:txBody>
      </p:sp>
      <p:pic>
        <p:nvPicPr>
          <p:cNvPr id="6" name="Tijdelijke aanduiding voor inhoud 5">
            <a:extLst>
              <a:ext uri="{FF2B5EF4-FFF2-40B4-BE49-F238E27FC236}">
                <a16:creationId xmlns:a16="http://schemas.microsoft.com/office/drawing/2014/main" id="{508E29E8-DB9A-F681-110D-566A897C1B9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7340" y="2097088"/>
            <a:ext cx="419100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7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C355F5-2407-1E66-56A2-FAF89E7E6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86E3306-6C97-7B3B-889A-8BCEAF2646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2583815"/>
          </a:xfrm>
        </p:spPr>
        <p:txBody>
          <a:bodyPr/>
          <a:lstStyle/>
          <a:p>
            <a:r>
              <a:rPr lang="en-US" dirty="0" err="1"/>
              <a:t>Voeg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leeg</a:t>
            </a:r>
            <a:r>
              <a:rPr lang="en-US" dirty="0"/>
              <a:t> </a:t>
            </a:r>
            <a:r>
              <a:rPr lang="en-US" dirty="0" err="1"/>
              <a:t>GameObject</a:t>
            </a:r>
            <a:r>
              <a:rPr lang="en-US" dirty="0"/>
              <a:t> toe met </a:t>
            </a:r>
            <a:r>
              <a:rPr lang="en-US" dirty="0" err="1"/>
              <a:t>als</a:t>
            </a:r>
            <a:r>
              <a:rPr lang="en-US" dirty="0"/>
              <a:t> naam Path</a:t>
            </a:r>
          </a:p>
          <a:p>
            <a:r>
              <a:rPr lang="en-US" dirty="0"/>
              <a:t>Kies </a:t>
            </a:r>
            <a:r>
              <a:rPr lang="en-US" dirty="0" err="1"/>
              <a:t>een</a:t>
            </a:r>
            <a:r>
              <a:rPr lang="en-US" dirty="0"/>
              <a:t> sprite (</a:t>
            </a:r>
            <a:r>
              <a:rPr lang="en-US" dirty="0" err="1"/>
              <a:t>bijvoorbeeld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triangle)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voeg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aantal</a:t>
            </a:r>
            <a:r>
              <a:rPr lang="en-US" dirty="0"/>
              <a:t> </a:t>
            </a:r>
            <a:r>
              <a:rPr lang="en-US" dirty="0" err="1"/>
              <a:t>ChildObjecten</a:t>
            </a:r>
            <a:r>
              <a:rPr lang="en-US" dirty="0"/>
              <a:t> toe </a:t>
            </a:r>
            <a:r>
              <a:rPr lang="en-US" dirty="0" err="1"/>
              <a:t>aan</a:t>
            </a:r>
            <a:r>
              <a:rPr lang="en-US" dirty="0"/>
              <a:t> het Path</a:t>
            </a:r>
            <a:endParaRPr lang="nl-NL" dirty="0"/>
          </a:p>
        </p:txBody>
      </p:sp>
      <p:pic>
        <p:nvPicPr>
          <p:cNvPr id="6" name="Tijdelijke aanduiding voor inhoud 5">
            <a:extLst>
              <a:ext uri="{FF2B5EF4-FFF2-40B4-BE49-F238E27FC236}">
                <a16:creationId xmlns:a16="http://schemas.microsoft.com/office/drawing/2014/main" id="{B170747C-57BC-B911-9B6B-CC239225C2B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850652"/>
            <a:ext cx="5181600" cy="2301283"/>
          </a:xfrm>
          <a:prstGeom prst="rect">
            <a:avLst/>
          </a:prstGeom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999A306C-2388-A47D-EC50-E03C96D59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281" y="4544377"/>
            <a:ext cx="2105319" cy="15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686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CFFDD3-89F3-0622-5F0A-4AD910D55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public waypoints to Path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9690186-B2B9-4F96-5184-BCF4C1560FC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/>
              <a:t>Voeg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publieke</a:t>
            </a:r>
            <a:r>
              <a:rPr lang="en-US" dirty="0"/>
              <a:t> array van Transforms </a:t>
            </a:r>
            <a:r>
              <a:rPr lang="en-US" dirty="0" err="1"/>
              <a:t>aan</a:t>
            </a:r>
            <a:r>
              <a:rPr lang="en-US" dirty="0"/>
              <a:t> het Path toe met </a:t>
            </a:r>
            <a:r>
              <a:rPr lang="en-US" dirty="0" err="1"/>
              <a:t>als</a:t>
            </a:r>
            <a:r>
              <a:rPr lang="en-US" dirty="0"/>
              <a:t> naam waypoints </a:t>
            </a:r>
            <a:endParaRPr lang="nl-NL" dirty="0"/>
          </a:p>
        </p:txBody>
      </p:sp>
      <p:pic>
        <p:nvPicPr>
          <p:cNvPr id="6" name="Tijdelijke aanduiding voor inhoud 5">
            <a:extLst>
              <a:ext uri="{FF2B5EF4-FFF2-40B4-BE49-F238E27FC236}">
                <a16:creationId xmlns:a16="http://schemas.microsoft.com/office/drawing/2014/main" id="{25E2F2FB-F0B1-5F31-5954-867C9D35B99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3545246"/>
            <a:ext cx="5181600" cy="912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9698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457946-1AE8-A8F2-BBD3-A57D67A33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Instancieer</a:t>
            </a:r>
            <a:r>
              <a:rPr lang="en-US" dirty="0"/>
              <a:t> het Path in de Spawner</a:t>
            </a:r>
            <a:endParaRPr lang="nl-NL" dirty="0"/>
          </a:p>
        </p:txBody>
      </p:sp>
      <p:pic>
        <p:nvPicPr>
          <p:cNvPr id="6" name="Tijdelijke aanduiding voor inhoud 5">
            <a:extLst>
              <a:ext uri="{FF2B5EF4-FFF2-40B4-BE49-F238E27FC236}">
                <a16:creationId xmlns:a16="http://schemas.microsoft.com/office/drawing/2014/main" id="{83C0048F-51AC-BD7C-DB19-D96434348C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04547" y="2157949"/>
            <a:ext cx="7382905" cy="3686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5318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B33DC6A-1F1C-4A06-834E-CFF88F1C0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0FE1D5CF-87B8-4A8A-AD3C-01D06A6076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6208641" cy="6858000"/>
          </a:xfrm>
          <a:custGeom>
            <a:avLst/>
            <a:gdLst>
              <a:gd name="connsiteX0" fmla="*/ 0 w 6208641"/>
              <a:gd name="connsiteY0" fmla="*/ 0 h 6858000"/>
              <a:gd name="connsiteX1" fmla="*/ 5464181 w 6208641"/>
              <a:gd name="connsiteY1" fmla="*/ 0 h 6858000"/>
              <a:gd name="connsiteX2" fmla="*/ 5538086 w 6208641"/>
              <a:gd name="connsiteY2" fmla="*/ 159684 h 6858000"/>
              <a:gd name="connsiteX3" fmla="*/ 6208641 w 6208641"/>
              <a:gd name="connsiteY3" fmla="*/ 3706589 h 6858000"/>
              <a:gd name="connsiteX4" fmla="*/ 5734754 w 6208641"/>
              <a:gd name="connsiteY4" fmla="*/ 6730443 h 6858000"/>
              <a:gd name="connsiteX5" fmla="*/ 5689361 w 6208641"/>
              <a:gd name="connsiteY5" fmla="*/ 6858000 h 6858000"/>
              <a:gd name="connsiteX6" fmla="*/ 0 w 620864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08641" h="6858000">
                <a:moveTo>
                  <a:pt x="0" y="0"/>
                </a:moveTo>
                <a:lnTo>
                  <a:pt x="5464181" y="0"/>
                </a:lnTo>
                <a:lnTo>
                  <a:pt x="5538086" y="159684"/>
                </a:lnTo>
                <a:cubicBezTo>
                  <a:pt x="5961440" y="1172168"/>
                  <a:pt x="6208641" y="2392735"/>
                  <a:pt x="6208641" y="3706589"/>
                </a:cubicBezTo>
                <a:cubicBezTo>
                  <a:pt x="6208641" y="4801467"/>
                  <a:pt x="6036974" y="5831563"/>
                  <a:pt x="5734754" y="6730443"/>
                </a:cubicBezTo>
                <a:lnTo>
                  <a:pt x="568936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9" name="Freeform: Shape 18">
            <a:extLst>
              <a:ext uri="{FF2B5EF4-FFF2-40B4-BE49-F238E27FC236}">
                <a16:creationId xmlns:a16="http://schemas.microsoft.com/office/drawing/2014/main" id="{60926200-45C2-41E9-839F-31CD5FE4C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203325" cy="6858000"/>
          </a:xfrm>
          <a:custGeom>
            <a:avLst/>
            <a:gdLst>
              <a:gd name="connsiteX0" fmla="*/ 0 w 6203325"/>
              <a:gd name="connsiteY0" fmla="*/ 0 h 6858000"/>
              <a:gd name="connsiteX1" fmla="*/ 5458865 w 6203325"/>
              <a:gd name="connsiteY1" fmla="*/ 0 h 6858000"/>
              <a:gd name="connsiteX2" fmla="*/ 5532770 w 6203325"/>
              <a:gd name="connsiteY2" fmla="*/ 159684 h 6858000"/>
              <a:gd name="connsiteX3" fmla="*/ 6203325 w 6203325"/>
              <a:gd name="connsiteY3" fmla="*/ 3706589 h 6858000"/>
              <a:gd name="connsiteX4" fmla="*/ 5729438 w 6203325"/>
              <a:gd name="connsiteY4" fmla="*/ 6730443 h 6858000"/>
              <a:gd name="connsiteX5" fmla="*/ 5684045 w 6203325"/>
              <a:gd name="connsiteY5" fmla="*/ 6858000 h 6858000"/>
              <a:gd name="connsiteX6" fmla="*/ 0 w 6203325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03325" h="6858000">
                <a:moveTo>
                  <a:pt x="0" y="0"/>
                </a:moveTo>
                <a:lnTo>
                  <a:pt x="5458865" y="0"/>
                </a:lnTo>
                <a:lnTo>
                  <a:pt x="5532770" y="159684"/>
                </a:lnTo>
                <a:cubicBezTo>
                  <a:pt x="5956124" y="1172168"/>
                  <a:pt x="6203325" y="2392735"/>
                  <a:pt x="6203325" y="3706589"/>
                </a:cubicBezTo>
                <a:cubicBezTo>
                  <a:pt x="6203325" y="4801467"/>
                  <a:pt x="6031658" y="5831563"/>
                  <a:pt x="5729438" y="6730443"/>
                </a:cubicBezTo>
                <a:lnTo>
                  <a:pt x="568404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72FB100-D0C9-F26B-8068-B9245A0F4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098" y="1106034"/>
            <a:ext cx="5019074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Voeg de publieke eigenschap waypoint toe aan de Enemy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13F642FC-7E23-4AB4-9CFE-58B7B215BB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4124" y="4872922"/>
            <a:ext cx="5013698" cy="120814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dirty="0"/>
              <a:t>Waypoints is </a:t>
            </a:r>
            <a:r>
              <a:rPr lang="en-US"/>
              <a:t>een</a:t>
            </a:r>
            <a:r>
              <a:rPr lang="en-US" dirty="0"/>
              <a:t> array van Transforms</a:t>
            </a:r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67989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CAC67FF8-D3FD-864C-762A-C39F6834C79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994071" y="1020200"/>
            <a:ext cx="4708831" cy="1954165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098" y="4546920"/>
            <a:ext cx="501907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4AAB2157-E03B-51D5-CC73-BCB775C558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4071" y="3996084"/>
            <a:ext cx="4708833" cy="185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1274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9B3A42-480C-E1C0-91F1-65AF99C2B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Laat de Enemy het path </a:t>
            </a:r>
            <a:r>
              <a:rPr lang="en-US" dirty="0" err="1"/>
              <a:t>volgen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9AEB58C-5A31-03C6-1530-B3EA99AAFF8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Pas het script van de Enemy </a:t>
            </a:r>
            <a:r>
              <a:rPr lang="en-US" dirty="0" err="1"/>
              <a:t>aan</a:t>
            </a:r>
            <a:r>
              <a:rPr lang="en-US" dirty="0"/>
              <a:t> </a:t>
            </a:r>
            <a:r>
              <a:rPr lang="en-US" dirty="0" err="1"/>
              <a:t>dat</a:t>
            </a:r>
            <a:r>
              <a:rPr lang="en-US" dirty="0"/>
              <a:t> het de Waypoints </a:t>
            </a:r>
            <a:r>
              <a:rPr lang="en-US" dirty="0" err="1"/>
              <a:t>volgt</a:t>
            </a:r>
            <a:endParaRPr lang="nl-NL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6CC5CC29-8ADC-6460-04A2-A00D8951F55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38416270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7264</TotalTime>
  <Words>209</Words>
  <Application>Microsoft Office PowerPoint</Application>
  <PresentationFormat>Breedbeeld</PresentationFormat>
  <Paragraphs>25</Paragraphs>
  <Slides>12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Kantoorthema</vt:lpstr>
      <vt:lpstr>Enemy</vt:lpstr>
      <vt:lpstr>Lesdoelen les 7</vt:lpstr>
      <vt:lpstr>Maak van de Blauwe Tank een Enemy</vt:lpstr>
      <vt:lpstr>Maak de Enemy gevoelig voor Bullets</vt:lpstr>
      <vt:lpstr>Explode</vt:lpstr>
      <vt:lpstr>Maak van de Enemy een PreFab</vt:lpstr>
      <vt:lpstr>De Spawner</vt:lpstr>
      <vt:lpstr>Path</vt:lpstr>
      <vt:lpstr>Add public waypoints to Path</vt:lpstr>
      <vt:lpstr>Instancieer het Path in de Spawner</vt:lpstr>
      <vt:lpstr>Voeg de publieke eigenschap waypoint toe aan de Enemy</vt:lpstr>
      <vt:lpstr>Laat de Enemy het path volgen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Jelle Sjollema</dc:creator>
  <cp:lastModifiedBy>Jelle Sjollema</cp:lastModifiedBy>
  <cp:revision>39</cp:revision>
  <dcterms:created xsi:type="dcterms:W3CDTF">2026-05-21T13:06:38Z</dcterms:created>
  <dcterms:modified xsi:type="dcterms:W3CDTF">2026-06-23T12:48:16Z</dcterms:modified>
</cp:coreProperties>
</file>