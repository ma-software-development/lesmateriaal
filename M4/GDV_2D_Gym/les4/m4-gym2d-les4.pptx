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5" r:id="rId7"/>
    <p:sldId id="262" r:id="rId8"/>
    <p:sldId id="264" r:id="rId9"/>
    <p:sldId id="261" r:id="rId1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19410E-78BD-4E02-8511-0EDA933FCF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41D86721-9241-CA6B-E3A2-5C37A2FED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C59DC458-51B3-FCAD-131C-EF16CA3CE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31-5-2026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401E4FDD-145A-59AC-9A7B-F011529FB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A306833-8695-F0B4-ECC2-49744736D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75137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D03B28-B5E8-0A8F-8B2C-3DE440335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053697B-56D8-B181-EB52-ECCAD3FC1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9E97CFC5-F311-F59C-720C-D48CEEDBE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31-5-2026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804BCB9-6FA1-CDF7-D1D3-AADCC591C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52631DE-6898-F781-5BB4-00F7BD360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57896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0ABC21-223E-242B-66CB-4A44D51B9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58E3332-5AC9-F671-1BFE-ADADE00A0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05205B2-FC83-8FF9-2CAD-F0B7E2C18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31-5-2026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3EA5ED2-81B7-6140-82F5-CEEBE4A84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885562EB-32A4-CFBD-BED6-536C2043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51408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4894B1-4B71-8154-2BFE-AD546964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868F970-FB0C-AC31-E47F-0A4784873D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F1619F0-0A78-34B4-CFD3-DC2335B24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F3CA4A7-86C8-D02A-1AE8-C75484DD1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31-5-2026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C4A5D68-5560-1B38-347F-7492C11DB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934A838-92DA-9E65-E5C3-6E5E1E831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36298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3E2342-39FB-548E-956D-A9D108402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0AED9F4-07E0-8544-8C7F-CC7EF418F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4D4AA2AF-E388-13C9-7C6F-BDE595EC0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26B59F17-63A4-F44D-2CD0-5F149D5CE6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D5B3C9B6-1798-5B7E-9421-B1ED8D1D76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D839C11A-32BD-3F5F-DDF1-3EC8726C4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31-5-2026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7D82ED52-9BDB-B145-BD71-51740CB46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5A5891BD-CD56-BE5B-0D3B-635B6951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02419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36138B-E65E-3775-F7C2-DCF275134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DAA60B03-7038-E755-5861-E9090E93C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31-5-2026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676CF825-AAD2-2438-1FA9-8835DF343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825494D-E24D-680D-04C8-72AF3929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66993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1D31B892-A0E6-E1DE-0367-8F1011710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31-5-2026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F778AA67-ED0E-D90A-5B0F-8F0AC020F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32AE49F4-E570-2F93-F23B-D9BD7CF72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945874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824DF2-064B-5787-0FF6-F98C2F70C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09C1981-21FA-1AFD-E6E6-FE5EC1B92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B26CD3A-8A32-3651-4CD4-58BFA8467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47DEFD95-D8D5-00CA-CC38-1EDCB1918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31-5-2026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383B3E4-B79A-B4EF-58C1-48597A8B4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9BE9FA5-0677-66E0-F7C5-62B7C77E3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96610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D46246-5FDB-787D-CB33-B8B67D45D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B7CCE1D4-10DB-A7D6-7892-00A6AFED9C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FBDC245-14C2-9064-6855-D435EA3F1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593B7E5-8FAC-4473-8C78-A22D78A58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31-5-2026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800690F-3202-F6FB-08C5-A2E4E94B9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B4FA912-4776-6682-EBB6-C659DA9B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78709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C916B8-F7AA-5095-5470-D4DAB90A8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34F257A4-F5BF-0375-7688-77034A0D7B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6640F0E-3C6C-7AD3-FA5A-59AAEAA98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31-5-2026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2CA81AC-E881-E0D7-490A-CFB97E6F1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7569032-3D82-D700-CA5B-90852B857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04204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D0D552A1-4C93-302E-EDAB-DC6B7735D1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7E39E61E-5373-E6A3-26E8-E511D5360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8E1C502-19AA-E9E6-C557-15EA3941A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F147A-C75C-4EE1-85A0-F1BDEA974B7A}" type="datetimeFigureOut">
              <a:rPr lang="nl-NL" smtClean="0"/>
              <a:t>31-5-2026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C9A6EDB0-DEB3-A4F0-1A86-519F9C559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F3BA2C9-BDB3-4269-294D-64F6DCC19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4778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7F3D6F6F-72C5-6BE1-E8E4-76C9D7B7F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5FF22C2-05E5-646A-560B-3D146D497F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B8AA9C4-D323-5CA9-8BBC-25E7B01C43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9F147A-C75C-4EE1-85A0-F1BDEA974B7A}" type="datetimeFigureOut">
              <a:rPr lang="nl-NL" smtClean="0"/>
              <a:t>31-5-2026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16326B19-8947-9427-EE79-0E4E233C7A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7D6EA4A-CF27-E862-DCA7-27C7E967BA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BBC659-EB4A-4835-979A-93FE1E7D0EEE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11726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6625AD-B8E5-ED22-C42B-D710E3B3D7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TankSheet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ADE0837C-9A1C-9AF7-EAAF-04BFA37ECC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418842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27478DA-1DB3-026D-352C-1B54F5338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Lesdoelen</a:t>
            </a:r>
            <a:r>
              <a:rPr lang="en-US" dirty="0"/>
              <a:t> les 4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A42B017-81AF-3DDA-DD87-6DFFD5C21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Importeren</a:t>
            </a:r>
            <a:r>
              <a:rPr lang="en-US" dirty="0"/>
              <a:t> </a:t>
            </a:r>
            <a:r>
              <a:rPr lang="en-US" dirty="0" err="1"/>
              <a:t>nieuwe</a:t>
            </a:r>
            <a:r>
              <a:rPr lang="en-US" dirty="0"/>
              <a:t> </a:t>
            </a:r>
            <a:r>
              <a:rPr lang="en-US" dirty="0" err="1"/>
              <a:t>tileSet</a:t>
            </a:r>
            <a:endParaRPr lang="en-US" dirty="0"/>
          </a:p>
          <a:p>
            <a:r>
              <a:rPr lang="en-US" dirty="0" err="1"/>
              <a:t>Opzetten</a:t>
            </a:r>
            <a:r>
              <a:rPr lang="en-US" dirty="0"/>
              <a:t> van </a:t>
            </a:r>
            <a:r>
              <a:rPr lang="en-US" dirty="0" err="1"/>
              <a:t>een</a:t>
            </a:r>
            <a:r>
              <a:rPr lang="en-US" dirty="0"/>
              <a:t> Tank-game</a:t>
            </a:r>
          </a:p>
          <a:p>
            <a:r>
              <a:rPr lang="en-US" dirty="0" err="1"/>
              <a:t>Herhaling</a:t>
            </a:r>
            <a:r>
              <a:rPr lang="en-US" dirty="0"/>
              <a:t> </a:t>
            </a:r>
            <a:r>
              <a:rPr lang="en-US" dirty="0" err="1"/>
              <a:t>Tilemap</a:t>
            </a:r>
            <a:endParaRPr lang="en-US" dirty="0"/>
          </a:p>
          <a:p>
            <a:pPr lvl="1"/>
            <a:r>
              <a:rPr lang="en-US" dirty="0" err="1"/>
              <a:t>Nieuwe</a:t>
            </a:r>
            <a:r>
              <a:rPr lang="en-US" dirty="0"/>
              <a:t> </a:t>
            </a:r>
            <a:r>
              <a:rPr lang="en-US" dirty="0" err="1"/>
              <a:t>tilePallette</a:t>
            </a:r>
            <a:r>
              <a:rPr lang="en-US" dirty="0"/>
              <a:t> </a:t>
            </a:r>
            <a:r>
              <a:rPr lang="en-US" dirty="0" err="1"/>
              <a:t>TankSheet</a:t>
            </a:r>
            <a:endParaRPr lang="en-US" dirty="0"/>
          </a:p>
          <a:p>
            <a:pPr lvl="1"/>
            <a:r>
              <a:rPr lang="en-US" dirty="0" err="1"/>
              <a:t>Nieuwe</a:t>
            </a:r>
            <a:r>
              <a:rPr lang="en-US" dirty="0"/>
              <a:t> </a:t>
            </a:r>
            <a:r>
              <a:rPr lang="en-US" dirty="0" err="1"/>
              <a:t>tileMap</a:t>
            </a:r>
            <a:r>
              <a:rPr lang="en-US" dirty="0"/>
              <a:t> </a:t>
            </a:r>
          </a:p>
          <a:p>
            <a:r>
              <a:rPr lang="en-US" dirty="0" err="1"/>
              <a:t>Herhaling</a:t>
            </a:r>
            <a:r>
              <a:rPr lang="en-US" dirty="0"/>
              <a:t> 2d-animatie</a:t>
            </a:r>
          </a:p>
          <a:p>
            <a:r>
              <a:rPr lang="en-US" dirty="0" err="1"/>
              <a:t>Herhaling</a:t>
            </a:r>
            <a:r>
              <a:rPr lang="en-US" dirty="0"/>
              <a:t> 2d movement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918179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9CB73A-EC31-2D36-478F-772048539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Onderzoek</a:t>
            </a:r>
            <a:r>
              <a:rPr lang="en-US" dirty="0"/>
              <a:t> de </a:t>
            </a:r>
            <a:r>
              <a:rPr lang="en-US" dirty="0" err="1"/>
              <a:t>tileSet</a:t>
            </a:r>
            <a:r>
              <a:rPr lang="en-US" dirty="0"/>
              <a:t> Tank</a:t>
            </a:r>
            <a:endParaRPr lang="nl-NL" dirty="0"/>
          </a:p>
        </p:txBody>
      </p:sp>
      <p:pic>
        <p:nvPicPr>
          <p:cNvPr id="5" name="Tijdelijke aanduiding voor inhoud 4">
            <a:extLst>
              <a:ext uri="{FF2B5EF4-FFF2-40B4-BE49-F238E27FC236}">
                <a16:creationId xmlns:a16="http://schemas.microsoft.com/office/drawing/2014/main" id="{FFE94607-8771-7647-CBD0-115D52CA59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6614" y="2266545"/>
            <a:ext cx="5758772" cy="2879386"/>
          </a:xfrm>
          <a:prstGeom prst="rect">
            <a:avLst/>
          </a:prstGeom>
        </p:spPr>
      </p:pic>
      <p:cxnSp>
        <p:nvCxnSpPr>
          <p:cNvPr id="7" name="Rechte verbindingslijn met pijl 6">
            <a:extLst>
              <a:ext uri="{FF2B5EF4-FFF2-40B4-BE49-F238E27FC236}">
                <a16:creationId xmlns:a16="http://schemas.microsoft.com/office/drawing/2014/main" id="{71142F46-5EB9-2605-DD70-F28298B519BE}"/>
              </a:ext>
            </a:extLst>
          </p:cNvPr>
          <p:cNvCxnSpPr/>
          <p:nvPr/>
        </p:nvCxnSpPr>
        <p:spPr>
          <a:xfrm>
            <a:off x="3216614" y="2033079"/>
            <a:ext cx="5758772" cy="0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Rechte verbindingslijn met pijl 7">
            <a:extLst>
              <a:ext uri="{FF2B5EF4-FFF2-40B4-BE49-F238E27FC236}">
                <a16:creationId xmlns:a16="http://schemas.microsoft.com/office/drawing/2014/main" id="{63C8D30C-2FF4-0F83-796D-6ACD680EA081}"/>
              </a:ext>
            </a:extLst>
          </p:cNvPr>
          <p:cNvCxnSpPr>
            <a:cxnSpLocks/>
          </p:cNvCxnSpPr>
          <p:nvPr/>
        </p:nvCxnSpPr>
        <p:spPr>
          <a:xfrm>
            <a:off x="9189363" y="2266545"/>
            <a:ext cx="0" cy="2879386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kstvak 10">
            <a:extLst>
              <a:ext uri="{FF2B5EF4-FFF2-40B4-BE49-F238E27FC236}">
                <a16:creationId xmlns:a16="http://schemas.microsoft.com/office/drawing/2014/main" id="{6A5F7E4A-F747-2A80-EBE5-8B617482F476}"/>
              </a:ext>
            </a:extLst>
          </p:cNvPr>
          <p:cNvSpPr txBox="1"/>
          <p:nvPr/>
        </p:nvSpPr>
        <p:spPr>
          <a:xfrm>
            <a:off x="5679057" y="1547015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256 </a:t>
            </a:r>
            <a:r>
              <a:rPr lang="en-US" dirty="0" err="1"/>
              <a:t>px</a:t>
            </a:r>
            <a:endParaRPr lang="nl-NL" dirty="0"/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CBBDFEF7-8BD7-9213-79C9-9A8391E1CCB8}"/>
              </a:ext>
            </a:extLst>
          </p:cNvPr>
          <p:cNvSpPr txBox="1"/>
          <p:nvPr/>
        </p:nvSpPr>
        <p:spPr>
          <a:xfrm>
            <a:off x="9296095" y="3615766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128 </a:t>
            </a:r>
            <a:r>
              <a:rPr lang="en-US" dirty="0" err="1"/>
              <a:t>px</a:t>
            </a:r>
            <a:endParaRPr lang="nl-NL" dirty="0"/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F4866B91-238D-6468-6371-FB606A493A73}"/>
              </a:ext>
            </a:extLst>
          </p:cNvPr>
          <p:cNvSpPr/>
          <p:nvPr/>
        </p:nvSpPr>
        <p:spPr>
          <a:xfrm>
            <a:off x="3216614" y="2266545"/>
            <a:ext cx="5758771" cy="28793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A827D136-ABA0-3CE6-9AFE-3CCF1D73BAEB}"/>
              </a:ext>
            </a:extLst>
          </p:cNvPr>
          <p:cNvSpPr txBox="1"/>
          <p:nvPr/>
        </p:nvSpPr>
        <p:spPr>
          <a:xfrm>
            <a:off x="3438452" y="5814215"/>
            <a:ext cx="4651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Hoe </a:t>
            </a:r>
            <a:r>
              <a:rPr lang="en-US" dirty="0" err="1"/>
              <a:t>groot</a:t>
            </a:r>
            <a:r>
              <a:rPr lang="en-US" dirty="0"/>
              <a:t> (in pixels) is de </a:t>
            </a:r>
            <a:r>
              <a:rPr lang="en-US" dirty="0" err="1"/>
              <a:t>afmeting</a:t>
            </a:r>
            <a:r>
              <a:rPr lang="en-US" dirty="0"/>
              <a:t> van 1 Tile?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13109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D4BE8C-A9EF-3C6D-9FF3-02CB2ED74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Opzetten</a:t>
            </a:r>
            <a:r>
              <a:rPr lang="en-US" dirty="0"/>
              <a:t> basis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4F68BCB-A8AF-9CFC-6DF1-0DC3A06B8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Maak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nieuwe</a:t>
            </a:r>
            <a:r>
              <a:rPr lang="en-US" dirty="0"/>
              <a:t> Scene: Les4</a:t>
            </a:r>
          </a:p>
          <a:p>
            <a:r>
              <a:rPr lang="en-US" dirty="0"/>
              <a:t>Maak </a:t>
            </a:r>
            <a:r>
              <a:rPr lang="en-US" dirty="0" err="1"/>
              <a:t>daarin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nieuwe</a:t>
            </a:r>
            <a:r>
              <a:rPr lang="en-US" dirty="0"/>
              <a:t> </a:t>
            </a:r>
            <a:r>
              <a:rPr lang="en-US" dirty="0" err="1"/>
              <a:t>Tilemap</a:t>
            </a:r>
            <a:r>
              <a:rPr lang="en-US" dirty="0"/>
              <a:t> “Ground”</a:t>
            </a:r>
          </a:p>
          <a:p>
            <a:r>
              <a:rPr lang="en-US" dirty="0" err="1"/>
              <a:t>Vul</a:t>
            </a:r>
            <a:r>
              <a:rPr lang="en-US" dirty="0"/>
              <a:t> de </a:t>
            </a:r>
            <a:r>
              <a:rPr lang="en-US" dirty="0" err="1"/>
              <a:t>Tilemap</a:t>
            </a:r>
            <a:r>
              <a:rPr lang="en-US" dirty="0"/>
              <a:t> “Ground” met </a:t>
            </a:r>
            <a:br>
              <a:rPr lang="en-US" dirty="0"/>
            </a:br>
            <a:endParaRPr lang="en-US" dirty="0"/>
          </a:p>
          <a:p>
            <a:endParaRPr lang="nl-NL" dirty="0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96D1C56A-AF81-87AD-E83E-DFBD1E154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787" y="2803473"/>
            <a:ext cx="762106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30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6C2DE-00F7-8373-42BE-1377BBABC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 err="1"/>
              <a:t>Opzetten</a:t>
            </a:r>
            <a:r>
              <a:rPr lang="en-US" sz="2800" dirty="0"/>
              <a:t> </a:t>
            </a:r>
            <a:r>
              <a:rPr lang="en-US" sz="2800" dirty="0" err="1"/>
              <a:t>TankPlayer</a:t>
            </a:r>
            <a:endParaRPr lang="nl-NL" sz="2800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95078E4-02AE-316A-0C3A-4ACCEDB90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Maak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leeg</a:t>
            </a:r>
            <a:r>
              <a:rPr lang="en-US" dirty="0"/>
              <a:t> </a:t>
            </a:r>
            <a:r>
              <a:rPr lang="en-US" dirty="0" err="1"/>
              <a:t>GameObject</a:t>
            </a:r>
            <a:r>
              <a:rPr lang="en-US" dirty="0"/>
              <a:t> “</a:t>
            </a:r>
            <a:r>
              <a:rPr lang="en-US" dirty="0" err="1"/>
              <a:t>TankPlayer</a:t>
            </a:r>
            <a:r>
              <a:rPr lang="en-US" dirty="0"/>
              <a:t>”</a:t>
            </a:r>
          </a:p>
          <a:p>
            <a:r>
              <a:rPr lang="en-US" dirty="0"/>
              <a:t>Maak in “</a:t>
            </a:r>
            <a:r>
              <a:rPr lang="en-US" dirty="0" err="1"/>
              <a:t>TankPlayer</a:t>
            </a:r>
            <a:r>
              <a:rPr lang="en-US" dirty="0"/>
              <a:t>”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childObject</a:t>
            </a:r>
            <a:r>
              <a:rPr lang="en-US" dirty="0"/>
              <a:t> met </a:t>
            </a:r>
            <a:r>
              <a:rPr lang="en-US" dirty="0" err="1"/>
              <a:t>als</a:t>
            </a:r>
            <a:r>
              <a:rPr lang="en-US" dirty="0"/>
              <a:t> naam “</a:t>
            </a:r>
            <a:r>
              <a:rPr lang="en-US" dirty="0" err="1"/>
              <a:t>TankAnim</a:t>
            </a:r>
            <a:r>
              <a:rPr lang="en-US" dirty="0"/>
              <a:t>”</a:t>
            </a:r>
          </a:p>
          <a:p>
            <a:r>
              <a:rPr lang="en-US" dirty="0"/>
              <a:t>Zet de </a:t>
            </a:r>
            <a:r>
              <a:rPr lang="en-US" dirty="0" err="1"/>
              <a:t>animatie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 de </a:t>
            </a:r>
            <a:r>
              <a:rPr lang="en-US" dirty="0" err="1"/>
              <a:t>TankAnim</a:t>
            </a:r>
            <a:r>
              <a:rPr lang="en-US" dirty="0"/>
              <a:t> van de player op </a:t>
            </a:r>
          </a:p>
          <a:p>
            <a:endParaRPr lang="nl-NL" dirty="0"/>
          </a:p>
        </p:txBody>
      </p:sp>
      <p:sp>
        <p:nvSpPr>
          <p:cNvPr id="9" name="Tijdelijke aanduiding voor inhoud 2">
            <a:extLst>
              <a:ext uri="{FF2B5EF4-FFF2-40B4-BE49-F238E27FC236}">
                <a16:creationId xmlns:a16="http://schemas.microsoft.com/office/drawing/2014/main" id="{6AA52A7A-6B75-D0B9-07E5-34F628E2A388}"/>
              </a:ext>
            </a:extLst>
          </p:cNvPr>
          <p:cNvSpPr txBox="1">
            <a:spLocks/>
          </p:cNvSpPr>
          <p:nvPr/>
        </p:nvSpPr>
        <p:spPr>
          <a:xfrm>
            <a:off x="1013298" y="154352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nl-NL" dirty="0"/>
          </a:p>
        </p:txBody>
      </p:sp>
      <p:grpSp>
        <p:nvGrpSpPr>
          <p:cNvPr id="10" name="Groep 9">
            <a:extLst>
              <a:ext uri="{FF2B5EF4-FFF2-40B4-BE49-F238E27FC236}">
                <a16:creationId xmlns:a16="http://schemas.microsoft.com/office/drawing/2014/main" id="{E6A4793E-4F98-E5B7-02C0-01118B57D235}"/>
              </a:ext>
            </a:extLst>
          </p:cNvPr>
          <p:cNvGrpSpPr/>
          <p:nvPr/>
        </p:nvGrpSpPr>
        <p:grpSpPr>
          <a:xfrm>
            <a:off x="1139776" y="3558842"/>
            <a:ext cx="5611008" cy="1505160"/>
            <a:chOff x="1136576" y="2849140"/>
            <a:chExt cx="5611008" cy="1505160"/>
          </a:xfrm>
        </p:grpSpPr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06E83C7E-6C0B-137E-82EC-F2FC5D24A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6576" y="2849140"/>
              <a:ext cx="5611008" cy="1505160"/>
            </a:xfrm>
            <a:prstGeom prst="rect">
              <a:avLst/>
            </a:prstGeom>
          </p:spPr>
        </p:pic>
        <p:sp>
          <p:nvSpPr>
            <p:cNvPr id="12" name="Rechthoek 11">
              <a:extLst>
                <a:ext uri="{FF2B5EF4-FFF2-40B4-BE49-F238E27FC236}">
                  <a16:creationId xmlns:a16="http://schemas.microsoft.com/office/drawing/2014/main" id="{BCD6A3B1-6A60-FEC6-A1FF-81C73FE76AB0}"/>
                </a:ext>
              </a:extLst>
            </p:cNvPr>
            <p:cNvSpPr/>
            <p:nvPr/>
          </p:nvSpPr>
          <p:spPr>
            <a:xfrm>
              <a:off x="1930400" y="3637280"/>
              <a:ext cx="4795520" cy="6908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800"/>
            </a:p>
          </p:txBody>
        </p:sp>
        <p:sp>
          <p:nvSpPr>
            <p:cNvPr id="13" name="Rechthoek 12">
              <a:extLst>
                <a:ext uri="{FF2B5EF4-FFF2-40B4-BE49-F238E27FC236}">
                  <a16:creationId xmlns:a16="http://schemas.microsoft.com/office/drawing/2014/main" id="{BE0E3F16-7F4E-90DC-7F01-C3EF39FCB17D}"/>
                </a:ext>
              </a:extLst>
            </p:cNvPr>
            <p:cNvSpPr/>
            <p:nvPr/>
          </p:nvSpPr>
          <p:spPr>
            <a:xfrm>
              <a:off x="1136576" y="2910840"/>
              <a:ext cx="692224" cy="6908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sz="2800"/>
            </a:p>
          </p:txBody>
        </p:sp>
      </p:grpSp>
      <p:sp>
        <p:nvSpPr>
          <p:cNvPr id="14" name="Tekstvak 13">
            <a:extLst>
              <a:ext uri="{FF2B5EF4-FFF2-40B4-BE49-F238E27FC236}">
                <a16:creationId xmlns:a16="http://schemas.microsoft.com/office/drawing/2014/main" id="{68F435C1-F979-DC3B-A677-E82770194420}"/>
              </a:ext>
            </a:extLst>
          </p:cNvPr>
          <p:cNvSpPr txBox="1"/>
          <p:nvPr/>
        </p:nvSpPr>
        <p:spPr>
          <a:xfrm>
            <a:off x="897280" y="558722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Draai de </a:t>
            </a:r>
            <a:r>
              <a:rPr lang="en-US" sz="2800" dirty="0" err="1"/>
              <a:t>TankAnim</a:t>
            </a:r>
            <a:r>
              <a:rPr lang="en-US" sz="2800" dirty="0"/>
              <a:t> -90° om de z-as </a:t>
            </a:r>
          </a:p>
        </p:txBody>
      </p: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01F16685-81AB-3C3B-52A2-DE0A18FFE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4249" y="5728093"/>
            <a:ext cx="1952625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9371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0E5805D3-3932-B2E0-B85D-C6D01728A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Besturing van de tank</a:t>
            </a:r>
            <a:endParaRPr lang="en-US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3EEB4DB-886E-A6FF-A8C1-E385D57BE5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161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ECFD4D-821A-9AD4-5C1D-D8AC36622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transform.Rotate</a:t>
            </a:r>
            <a:r>
              <a:rPr lang="nl-NL" dirty="0"/>
              <a:t>(as, hoeveel)</a:t>
            </a:r>
            <a:endParaRPr lang="en-US" dirty="0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312EA4F4-6354-5102-2767-17EDEAE0A843}"/>
              </a:ext>
            </a:extLst>
          </p:cNvPr>
          <p:cNvSpPr txBox="1"/>
          <p:nvPr/>
        </p:nvSpPr>
        <p:spPr>
          <a:xfrm>
            <a:off x="1514168" y="6123543"/>
            <a:ext cx="8381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transform.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Rotate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(Vector3.forward,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rotation_speed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62DA5A72-87FB-C015-B7DD-EFAEA727F4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4276" y="1354931"/>
            <a:ext cx="4655783" cy="4351338"/>
          </a:xfrm>
          <a:prstGeom prst="rect">
            <a:avLst/>
          </a:prstGeom>
        </p:spPr>
      </p:pic>
      <p:sp>
        <p:nvSpPr>
          <p:cNvPr id="10" name="Pijl: links 9">
            <a:extLst>
              <a:ext uri="{FF2B5EF4-FFF2-40B4-BE49-F238E27FC236}">
                <a16:creationId xmlns:a16="http://schemas.microsoft.com/office/drawing/2014/main" id="{00BC3C6E-48DF-EE72-B2C3-0E305E9813F8}"/>
              </a:ext>
            </a:extLst>
          </p:cNvPr>
          <p:cNvSpPr/>
          <p:nvPr/>
        </p:nvSpPr>
        <p:spPr>
          <a:xfrm>
            <a:off x="7548880" y="3098800"/>
            <a:ext cx="737255" cy="3693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Pijl: links 10">
            <a:extLst>
              <a:ext uri="{FF2B5EF4-FFF2-40B4-BE49-F238E27FC236}">
                <a16:creationId xmlns:a16="http://schemas.microsoft.com/office/drawing/2014/main" id="{0E923F57-AEC4-5B08-9C7A-BFEE732C7DD2}"/>
              </a:ext>
            </a:extLst>
          </p:cNvPr>
          <p:cNvSpPr/>
          <p:nvPr/>
        </p:nvSpPr>
        <p:spPr>
          <a:xfrm rot="10800000">
            <a:off x="8438535" y="3098800"/>
            <a:ext cx="737255" cy="3693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B074D27F-495B-E87E-8BE6-AB45B5F4B84A}"/>
              </a:ext>
            </a:extLst>
          </p:cNvPr>
          <p:cNvSpPr txBox="1"/>
          <p:nvPr/>
        </p:nvSpPr>
        <p:spPr>
          <a:xfrm>
            <a:off x="7511949" y="3537783"/>
            <a:ext cx="24457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Horizontal ax</a:t>
            </a:r>
            <a:endParaRPr lang="en-US" dirty="0"/>
          </a:p>
        </p:txBody>
      </p:sp>
      <p:sp>
        <p:nvSpPr>
          <p:cNvPr id="15" name="Pijl: gekromd omhoog 14">
            <a:extLst>
              <a:ext uri="{FF2B5EF4-FFF2-40B4-BE49-F238E27FC236}">
                <a16:creationId xmlns:a16="http://schemas.microsoft.com/office/drawing/2014/main" id="{C2341EC1-4C39-95D5-A1AA-84DEDF03CB1B}"/>
              </a:ext>
            </a:extLst>
          </p:cNvPr>
          <p:cNvSpPr/>
          <p:nvPr/>
        </p:nvSpPr>
        <p:spPr>
          <a:xfrm rot="10800000">
            <a:off x="3205312" y="4129547"/>
            <a:ext cx="619435" cy="418749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1248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D7E20-1E3F-A491-8D69-4648E9408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7774B3-697A-87A2-7F26-5A934ED36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transform.Translate</a:t>
            </a:r>
            <a:r>
              <a:rPr lang="nl-NL" dirty="0"/>
              <a:t>(vector)</a:t>
            </a:r>
            <a:endParaRPr lang="en-US" dirty="0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1AD6B3F1-F389-FC28-BF29-CD7EFD5F8237}"/>
              </a:ext>
            </a:extLst>
          </p:cNvPr>
          <p:cNvSpPr txBox="1"/>
          <p:nvPr/>
        </p:nvSpPr>
        <p:spPr>
          <a:xfrm>
            <a:off x="1514168" y="6123543"/>
            <a:ext cx="83816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transform.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Translate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(Vector3.right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speed);</a:t>
            </a:r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10A78BD2-A330-D827-6208-4AE090616B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4276" y="1354931"/>
            <a:ext cx="4655783" cy="4351338"/>
          </a:xfrm>
          <a:prstGeom prst="rect">
            <a:avLst/>
          </a:prstGeom>
        </p:spPr>
      </p:pic>
      <p:sp>
        <p:nvSpPr>
          <p:cNvPr id="3" name="Pijl: links 2">
            <a:extLst>
              <a:ext uri="{FF2B5EF4-FFF2-40B4-BE49-F238E27FC236}">
                <a16:creationId xmlns:a16="http://schemas.microsoft.com/office/drawing/2014/main" id="{1E92F242-BFED-4CFC-3E2B-0AE70B2002C1}"/>
              </a:ext>
            </a:extLst>
          </p:cNvPr>
          <p:cNvSpPr/>
          <p:nvPr/>
        </p:nvSpPr>
        <p:spPr>
          <a:xfrm rot="16200000">
            <a:off x="7725549" y="4703152"/>
            <a:ext cx="737255" cy="3693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ijl: links 3">
            <a:extLst>
              <a:ext uri="{FF2B5EF4-FFF2-40B4-BE49-F238E27FC236}">
                <a16:creationId xmlns:a16="http://schemas.microsoft.com/office/drawing/2014/main" id="{54A3BFA8-F102-1D24-DBE5-95E1ADF2B3FB}"/>
              </a:ext>
            </a:extLst>
          </p:cNvPr>
          <p:cNvSpPr/>
          <p:nvPr/>
        </p:nvSpPr>
        <p:spPr>
          <a:xfrm rot="5400000">
            <a:off x="7732841" y="3757260"/>
            <a:ext cx="737255" cy="36933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296324B5-62A2-0DB7-B6C8-DCE8CE302E89}"/>
              </a:ext>
            </a:extLst>
          </p:cNvPr>
          <p:cNvSpPr txBox="1"/>
          <p:nvPr/>
        </p:nvSpPr>
        <p:spPr>
          <a:xfrm>
            <a:off x="8286135" y="4230206"/>
            <a:ext cx="24457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Vertical ax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439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C1CC4D-2EED-A268-F90B-FAB9C5262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Koppel een script aan de </a:t>
            </a:r>
            <a:r>
              <a:rPr lang="nl-NL" dirty="0" err="1"/>
              <a:t>TankPlayer</a:t>
            </a:r>
            <a:endParaRPr lang="en-US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0785772-4338-64CA-F9F2-0C02DF578A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11098"/>
          </a:xfrm>
        </p:spPr>
        <p:txBody>
          <a:bodyPr>
            <a:normAutofit/>
          </a:bodyPr>
          <a:lstStyle/>
          <a:p>
            <a:r>
              <a:rPr lang="nl-NL" sz="2000" dirty="0"/>
              <a:t>Voeg besturing toe aan de </a:t>
            </a:r>
            <a:r>
              <a:rPr lang="nl-NL" sz="2000" dirty="0" err="1"/>
              <a:t>TankPlayer</a:t>
            </a:r>
            <a:endParaRPr lang="en-US" sz="2000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B4190442-9B52-D9F6-1F1E-216C13756B5F}"/>
              </a:ext>
            </a:extLst>
          </p:cNvPr>
          <p:cNvSpPr txBox="1"/>
          <p:nvPr/>
        </p:nvSpPr>
        <p:spPr>
          <a:xfrm>
            <a:off x="452284" y="2877476"/>
            <a:ext cx="120543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horizontalInput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-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Input.GetAxis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("Horizontal");</a:t>
            </a:r>
          </a:p>
          <a:p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transform.Rotate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(Vector3.forward,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horizontalInput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Time.deltaTime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f);</a:t>
            </a:r>
          </a:p>
          <a:p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verticalInput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Input.GetAxis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("Vertical");</a:t>
            </a:r>
          </a:p>
          <a:p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transform.Translate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(Vector3.right *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verticalInput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Time.deltaTime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* speed);</a:t>
            </a:r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710B3FAC-D5CE-CF06-9F86-B58F00DD5C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6514" y="4488118"/>
            <a:ext cx="3981450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09759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5540</TotalTime>
  <Words>215</Words>
  <Application>Microsoft Office PowerPoint</Application>
  <PresentationFormat>Breedbeeld</PresentationFormat>
  <Paragraphs>36</Paragraphs>
  <Slides>9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Courier New</vt:lpstr>
      <vt:lpstr>Kantoorthema</vt:lpstr>
      <vt:lpstr>TankSheet</vt:lpstr>
      <vt:lpstr>Lesdoelen les 4</vt:lpstr>
      <vt:lpstr>Onderzoek de tileSet Tank</vt:lpstr>
      <vt:lpstr>Opzetten basis</vt:lpstr>
      <vt:lpstr>Opzetten TankPlayer</vt:lpstr>
      <vt:lpstr>Besturing van de tank</vt:lpstr>
      <vt:lpstr>transform.Rotate(as, hoeveel)</vt:lpstr>
      <vt:lpstr>transform.Translate(vector)</vt:lpstr>
      <vt:lpstr>Koppel een script aan de TankPlayer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Jelle Sjollema</dc:creator>
  <cp:lastModifiedBy>Jelle Sjollema</cp:lastModifiedBy>
  <cp:revision>9</cp:revision>
  <dcterms:created xsi:type="dcterms:W3CDTF">2026-05-21T13:06:38Z</dcterms:created>
  <dcterms:modified xsi:type="dcterms:W3CDTF">2026-06-04T05:21:58Z</dcterms:modified>
</cp:coreProperties>
</file>