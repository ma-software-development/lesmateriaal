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60" r:id="rId7"/>
    <p:sldId id="267" r:id="rId8"/>
    <p:sldId id="261" r:id="rId9"/>
    <p:sldId id="275" r:id="rId10"/>
    <p:sldId id="269" r:id="rId11"/>
    <p:sldId id="272" r:id="rId12"/>
    <p:sldId id="273" r:id="rId13"/>
    <p:sldId id="274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A8A0C-1F6F-0F78-2219-C0BBB1E1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6E829-8866-0519-A189-CC25DACF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A911A-EE85-5C40-A486-5DD0E6A9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F119-E817-4FF7-1E4E-DB77F320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5C3FD6-FB3A-753E-DDA4-C969E2FA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EED3F-3162-770C-65ED-0E065572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EE4547-076C-9D9D-D556-0C852163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99A5DE-BD9F-166F-0275-65C0335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89018C-AAD1-7DAB-7283-D885EA81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4BFD9C-76EE-8B61-9D95-64F7B04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92FCA-AF90-C9E0-ECBD-242BD44A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5D8BAE-33DA-4D11-0FE0-7CE3FE80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D1E0AE-C46D-A5A5-8D82-3A782A1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70877C-4A14-6AC6-E5DC-AF0F100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9502C0-3007-B7B8-6CA4-FC112930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9738-920B-9D90-F3AE-50B315D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C48328-2385-DFF9-C772-FD6FF9806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97493E-39F3-E272-46EA-FCE27824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EAA5D4-33FA-4757-1FFC-392483B6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4D644-AE08-41A4-F358-64F6E1E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1DF8B3-8758-0FFA-6E21-32E7B19A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F44E9-3A0B-A01B-F95E-6EE98D9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711C3B-69A5-5680-2743-95B5BEA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E9CB4A-BC2D-5D54-FE9A-4CF461C0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F1E590-290A-506B-7031-D1F0DEC8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DAAEBDF-9A2A-AA1C-C1EC-6AB60D6B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ED810B-F583-BF03-0479-2054AE54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741510-C478-C504-5481-ED70A627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645690-B644-DDF9-0341-1DAE1FA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5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84BB-8866-0A12-190F-D20E053D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D54366A-2CB4-A244-24DC-39C18485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B5998-523C-D3AE-DBB0-A4FB6FF7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F16F0-1ED5-29F6-E236-A8FEA39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582B71-2A8C-3355-A1A7-DE056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0C1C948-B3F3-D3FA-D08C-2335E7AF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EF9565-D7BE-277A-E611-E07742B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15A21-4E36-158C-9B03-A68DED87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1C9AA3-4A7B-B534-274B-CD94A2A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242100-6F72-BAA5-C5CD-5302865CF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AD34DD-D47C-BA7D-2E70-1C63B97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F7F742-77F0-D6C2-3BCA-EC93264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548E9E-BCD8-B0A8-564B-5EF40E2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EFF74-7CBF-839D-AE03-6B967840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E7CC3EA-C103-9FED-DF92-979ABBB5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B97518E-5F2A-F4DE-3519-568D9FB3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DD9B88-A2BF-B88A-10B1-D075948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7B83DAB-30BC-4644-79C3-DB4350AD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A2621D-27C3-369B-69B9-DB9DC2D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85BAB-5F37-F994-049E-BD66D7E0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2F45AF-0D0C-43F8-9794-2357F1CA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71B622-FB6F-B2D7-C2D8-277EA11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E31A1-5033-871B-A2E2-8A968793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0F8091-74E1-8E90-E6B7-9E3BBFE4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7685A-6508-DA10-9D97-50C5C357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C335A84-027A-1381-B02F-3001931F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D5B2F0-E7FE-9635-D0D2-56ABFF49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EEB914-009E-AC1E-E41C-773C714B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8DF3FE-06B3-8661-F25A-9CAC9EC5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20C671C-33B4-332B-4FE0-9873FF0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67CB32-134A-0399-C255-2DABFAD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13468-6F04-34F8-4A0A-E78A6538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255D4-ABB5-456D-9970-B21DD029700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C33103-0AF5-BC80-19BD-C76CB6D0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C76336-BD84-9C60-004C-138A96058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unity3d.com/ScriptReference/Tilemaps.Tilemap.SetTileFlags.html?utm_source=chatgpt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8C9FD6-53AB-C88A-5192-BD83F287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Selecteer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en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verander</a:t>
            </a:r>
            <a:r>
              <a:rPr lang="en-US" sz="4800" dirty="0">
                <a:solidFill>
                  <a:srgbClr val="FFFFFF"/>
                </a:solidFill>
              </a:rPr>
              <a:t> Tiles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8716DA-DAB8-D61E-9C2D-A01D394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De basis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B4634BC-B9DA-EA70-DB9F-329A80D6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les 1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57E8C8B-0B96-7CCA-BEA8-F2351A479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719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80FD150A-F37A-99BA-45AE-066FD046F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02828" y="216310"/>
            <a:ext cx="12298750" cy="657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06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E204-452E-2559-3616-AAAB30F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Drie</a:t>
            </a:r>
            <a:r>
              <a:rPr lang="en-US" dirty="0"/>
              <a:t> </a:t>
            </a:r>
            <a:r>
              <a:rPr lang="en-US" dirty="0" err="1"/>
              <a:t>posities</a:t>
            </a:r>
            <a:r>
              <a:rPr lang="en-US" dirty="0"/>
              <a:t> van </a:t>
            </a:r>
            <a:r>
              <a:rPr lang="en-US" dirty="0" err="1"/>
              <a:t>belang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2174D-010B-280B-4236-C0B83D51D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Camera.main.ScreenToWorldPoint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Cell </a:t>
            </a:r>
            <a:r>
              <a:rPr lang="en-US" dirty="0" err="1"/>
              <a:t>waar</a:t>
            </a:r>
            <a:r>
              <a:rPr lang="en-US" dirty="0"/>
              <a:t> op is </a:t>
            </a:r>
            <a:r>
              <a:rPr lang="en-US" dirty="0" err="1"/>
              <a:t>geklikt</a:t>
            </a:r>
            <a:endParaRPr lang="en-US" dirty="0"/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myTilemap.WorldToCell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6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7ED14-CDC6-93A9-CE11-A43635FE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1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BD3B470-FCAE-284D-5F76-F0ACFAE01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Selecteer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Tile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verander</a:t>
            </a:r>
            <a:r>
              <a:rPr lang="en-US" dirty="0"/>
              <a:t> de </a:t>
            </a:r>
            <a:r>
              <a:rPr lang="en-US" dirty="0" err="1"/>
              <a:t>kleur</a:t>
            </a:r>
            <a:r>
              <a:rPr lang="en-US" dirty="0"/>
              <a:t> van de Tile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6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AF117-C362-3968-CCA3-017E428D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Verander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kleur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Tile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AEAE60-D897-7F9D-CC84-FE0405E8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648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tilemap.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SetTileFlags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(pos,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TileFlags.None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tilemap.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SetColor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(pos,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Color.red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832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5CA3E-C9D6-04E4-C92D-157A40F1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Cellposities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nl-NL" dirty="0"/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46F070CE-EADB-2F3A-2375-D04EE4C4A0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130075"/>
              </p:ext>
            </p:extLst>
          </p:nvPr>
        </p:nvGraphicFramePr>
        <p:xfrm>
          <a:off x="838200" y="1825625"/>
          <a:ext cx="9696855" cy="34647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9371">
                  <a:extLst>
                    <a:ext uri="{9D8B030D-6E8A-4147-A177-3AD203B41FA5}">
                      <a16:colId xmlns:a16="http://schemas.microsoft.com/office/drawing/2014/main" val="2107307277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2383791748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1693957628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887910622"/>
                    </a:ext>
                  </a:extLst>
                </a:gridCol>
                <a:gridCol w="1939371">
                  <a:extLst>
                    <a:ext uri="{9D8B030D-6E8A-4147-A177-3AD203B41FA5}">
                      <a16:colId xmlns:a16="http://schemas.microsoft.com/office/drawing/2014/main" val="477929398"/>
                    </a:ext>
                  </a:extLst>
                </a:gridCol>
              </a:tblGrid>
              <a:tr h="6452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(-2,-2,0)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(-1,-2,0)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(0,-2,0)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(1,-2,0)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(2,-2,0)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55267"/>
                  </a:ext>
                </a:extLst>
              </a:tr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(-2,-1,0)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(-1,-1,0)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(0,-1,0)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(1,-1,0)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(2,-1,0)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07219"/>
                  </a:ext>
                </a:extLst>
              </a:tr>
              <a:tr h="7043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(-2,0,0)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(-1,0,0)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(0,0,0)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(1,0,0)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(2,0,0)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145444"/>
                  </a:ext>
                </a:extLst>
              </a:tr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(2,1,0)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61174"/>
                  </a:ext>
                </a:extLst>
              </a:tr>
              <a:tr h="70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(2,2,0)</a:t>
                      </a:r>
                      <a:endParaRPr lang="nl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025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CE8D3-2E12-BA47-F79C-BEF8FCF7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SetTileFlags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7DFD2B-98F7-C71C-27B3-8D428228E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6452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In </a:t>
            </a:r>
            <a:r>
              <a:rPr lang="nl-NL" dirty="0" err="1"/>
              <a:t>Unity</a:t>
            </a:r>
            <a:r>
              <a:rPr lang="nl-NL" dirty="0"/>
              <a:t> (specifiek de 2D </a:t>
            </a:r>
            <a:r>
              <a:rPr lang="nl-NL" dirty="0" err="1"/>
              <a:t>Tilemap</a:t>
            </a:r>
            <a:r>
              <a:rPr lang="nl-NL" dirty="0"/>
              <a:t> API) gebruik je </a:t>
            </a:r>
            <a:r>
              <a:rPr lang="nl-NL" dirty="0" err="1"/>
              <a:t>SetTileFlags</a:t>
            </a:r>
            <a:r>
              <a:rPr lang="nl-NL" dirty="0"/>
              <a:t> om eigenschappen (“</a:t>
            </a:r>
            <a:r>
              <a:rPr lang="nl-NL" dirty="0" err="1"/>
              <a:t>flags</a:t>
            </a:r>
            <a:r>
              <a:rPr lang="nl-NL" dirty="0"/>
              <a:t>”) van een </a:t>
            </a:r>
            <a:r>
              <a:rPr lang="nl-NL" dirty="0" err="1"/>
              <a:t>tile</a:t>
            </a:r>
            <a:r>
              <a:rPr lang="nl-NL" dirty="0"/>
              <a:t> op een bepaalde positie aan te passen.</a:t>
            </a:r>
          </a:p>
          <a:p>
            <a:r>
              <a:rPr lang="nl-NL" dirty="0"/>
              <a:t>De methode hoort bij </a:t>
            </a:r>
            <a:r>
              <a:rPr lang="nl-NL" dirty="0" err="1">
                <a:hlinkClick r:id="rId2"/>
              </a:rPr>
              <a:t>Unity</a:t>
            </a:r>
            <a:r>
              <a:rPr lang="nl-NL" dirty="0">
                <a:hlinkClick r:id="rId2"/>
              </a:rPr>
              <a:t> </a:t>
            </a:r>
            <a:r>
              <a:rPr lang="nl-NL" dirty="0" err="1">
                <a:hlinkClick r:id="rId2"/>
              </a:rPr>
              <a:t>Tilemap</a:t>
            </a:r>
            <a:r>
              <a:rPr lang="nl-NL" dirty="0">
                <a:hlinkClick r:id="rId2"/>
              </a:rPr>
              <a:t> API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Basisvorm:</a:t>
            </a:r>
          </a:p>
          <a:p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F859E05-4DBA-CECE-CED9-FD2D8FAABAC6}"/>
              </a:ext>
            </a:extLst>
          </p:cNvPr>
          <p:cNvSpPr txBox="1"/>
          <p:nvPr/>
        </p:nvSpPr>
        <p:spPr>
          <a:xfrm>
            <a:off x="2161972" y="4347014"/>
            <a:ext cx="609437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myTilemap.SetTileFlags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0984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3F1738-05B5-C3A3-AD12-B1394E9E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Waar zijn die </a:t>
            </a:r>
            <a:r>
              <a:rPr lang="nl-NL" b="1" dirty="0" err="1"/>
              <a:t>flags</a:t>
            </a:r>
            <a:r>
              <a:rPr lang="nl-NL" b="1" dirty="0"/>
              <a:t> voor?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4118650-E652-06A6-3890-FBAD76D88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Tile</a:t>
            </a:r>
            <a:r>
              <a:rPr lang="nl-NL" dirty="0"/>
              <a:t> </a:t>
            </a:r>
            <a:r>
              <a:rPr lang="nl-NL" dirty="0" err="1"/>
              <a:t>flags</a:t>
            </a:r>
            <a:r>
              <a:rPr lang="nl-NL" dirty="0"/>
              <a:t> bepalen hoe een </a:t>
            </a:r>
            <a:r>
              <a:rPr lang="nl-NL" dirty="0" err="1"/>
              <a:t>tile</a:t>
            </a:r>
            <a:r>
              <a:rPr lang="nl-NL" dirty="0"/>
              <a:t> zich gedraagt in de </a:t>
            </a:r>
            <a:r>
              <a:rPr lang="nl-NL" dirty="0" err="1"/>
              <a:t>Tilemap</a:t>
            </a:r>
            <a:r>
              <a:rPr lang="nl-NL" dirty="0"/>
              <a:t>. Bijvoorbeeld:</a:t>
            </a:r>
          </a:p>
          <a:p>
            <a:pPr lvl="1"/>
            <a:r>
              <a:rPr lang="nl-NL" dirty="0"/>
              <a:t>Of de </a:t>
            </a:r>
            <a:r>
              <a:rPr lang="nl-NL" dirty="0" err="1"/>
              <a:t>tilekleur</a:t>
            </a:r>
            <a:r>
              <a:rPr lang="nl-NL" dirty="0"/>
              <a:t> aangepast mag worden </a:t>
            </a:r>
          </a:p>
          <a:p>
            <a:pPr lvl="1"/>
            <a:r>
              <a:rPr lang="nl-NL" dirty="0"/>
              <a:t>Of de </a:t>
            </a:r>
            <a:r>
              <a:rPr lang="nl-NL" dirty="0" err="1"/>
              <a:t>transform</a:t>
            </a:r>
            <a:r>
              <a:rPr lang="nl-NL" dirty="0"/>
              <a:t> (rotatie/schaal) aangepast mag worden </a:t>
            </a:r>
          </a:p>
          <a:p>
            <a:pPr lvl="1"/>
            <a:r>
              <a:rPr lang="nl-NL" dirty="0"/>
              <a:t>Of de </a:t>
            </a:r>
            <a:r>
              <a:rPr lang="nl-NL" dirty="0" err="1"/>
              <a:t>tile</a:t>
            </a:r>
            <a:r>
              <a:rPr lang="nl-NL" dirty="0"/>
              <a:t> </a:t>
            </a:r>
            <a:r>
              <a:rPr lang="nl-NL" dirty="0" err="1"/>
              <a:t>gelockt</a:t>
            </a:r>
            <a:r>
              <a:rPr lang="nl-NL" dirty="0"/>
              <a:t> is </a:t>
            </a:r>
          </a:p>
          <a:p>
            <a:pPr lvl="1"/>
            <a:r>
              <a:rPr lang="nl-NL" dirty="0"/>
              <a:t>Of </a:t>
            </a:r>
            <a:r>
              <a:rPr lang="nl-NL" dirty="0" err="1"/>
              <a:t>Unity</a:t>
            </a:r>
            <a:r>
              <a:rPr lang="nl-NL" dirty="0"/>
              <a:t> automatisch data mag overschrijven </a:t>
            </a:r>
          </a:p>
          <a:p>
            <a:endParaRPr lang="nl-NL" dirty="0"/>
          </a:p>
          <a:p>
            <a:r>
              <a:rPr lang="nl-NL" dirty="0"/>
              <a:t>De </a:t>
            </a:r>
            <a:r>
              <a:rPr lang="nl-NL" dirty="0" err="1"/>
              <a:t>flags</a:t>
            </a:r>
            <a:r>
              <a:rPr lang="nl-NL" dirty="0"/>
              <a:t> komen uit de </a:t>
            </a:r>
            <a:r>
              <a:rPr lang="nl-NL" dirty="0" err="1"/>
              <a:t>enum</a:t>
            </a:r>
            <a:r>
              <a:rPr lang="nl-NL" dirty="0"/>
              <a:t> </a:t>
            </a:r>
            <a:r>
              <a:rPr lang="nl-NL" dirty="0" err="1"/>
              <a:t>TileFlags</a:t>
            </a:r>
            <a:r>
              <a:rPr lang="nl-NL" dirty="0"/>
              <a:t>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132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DC205-209E-704D-F0B7-D67A851E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Veelgebruiktewaarden</a:t>
            </a:r>
            <a:r>
              <a:rPr lang="nl-NL" dirty="0"/>
              <a:t> voor </a:t>
            </a:r>
            <a:r>
              <a:rPr lang="nl-NL" dirty="0" err="1"/>
              <a:t>TileFlags</a:t>
            </a:r>
            <a:r>
              <a:rPr lang="nl-NL" dirty="0"/>
              <a:t>: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D9C73C-7807-59D9-D2EB-27C2E097E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2497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.None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.LockColor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.LockTransform</a:t>
            </a:r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TileFlags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.InstantiateGameObjectRuntimeOnly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93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99DBC1-B90C-ECA9-2FA9-F3EA9881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2 - </a:t>
            </a:r>
            <a:r>
              <a:rPr lang="en-US" dirty="0" err="1"/>
              <a:t>Eindproduct</a:t>
            </a:r>
            <a:r>
              <a:rPr lang="en-US" dirty="0"/>
              <a:t> 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1C6441FB-0467-8CC2-9165-7585F8C63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2067719"/>
            <a:ext cx="67818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3589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95f8c-d148-44ae-916f-e4fae07bb09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82338EF70044D9C062BABC4AAC4F2" ma:contentTypeVersion="18" ma:contentTypeDescription="Een nieuw document maken." ma:contentTypeScope="" ma:versionID="1e53bdee3ced94a1d85284f686879e7d">
  <xsd:schema xmlns:xsd="http://www.w3.org/2001/XMLSchema" xmlns:xs="http://www.w3.org/2001/XMLSchema" xmlns:p="http://schemas.microsoft.com/office/2006/metadata/properties" xmlns:ns3="07db6276-f26f-4be5-81e0-f9ee6746fca8" xmlns:ns4="0ea95f8c-d148-44ae-916f-e4fae07bb092" targetNamespace="http://schemas.microsoft.com/office/2006/metadata/properties" ma:root="true" ma:fieldsID="4f339d748e41cee103f7abe631a1b5e5" ns3:_="" ns4:_="">
    <xsd:import namespace="07db6276-f26f-4be5-81e0-f9ee6746fca8"/>
    <xsd:import namespace="0ea95f8c-d148-44ae-916f-e4fae07bb09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b6276-f26f-4be5-81e0-f9ee6746f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95f8c-d148-44ae-916f-e4fae07bb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E02E84-4242-4C95-906B-10487FB4E1EE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07db6276-f26f-4be5-81e0-f9ee6746fca8"/>
    <ds:schemaRef ds:uri="http://schemas.microsoft.com/office/infopath/2007/PartnerControls"/>
    <ds:schemaRef ds:uri="http://schemas.openxmlformats.org/package/2006/metadata/core-properties"/>
    <ds:schemaRef ds:uri="0ea95f8c-d148-44ae-916f-e4fae07bb092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7E89673-DD47-4BE7-84CC-D4AA7D4163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b6276-f26f-4be5-81e0-f9ee6746fca8"/>
    <ds:schemaRef ds:uri="0ea95f8c-d148-44ae-916f-e4fae07bb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951165-B379-4FBD-9FD8-D14F0F4D64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3369</TotalTime>
  <Words>324</Words>
  <Application>Microsoft Office PowerPoint</Application>
  <PresentationFormat>Breedbeeld</PresentationFormat>
  <Paragraphs>59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Kantoorthema</vt:lpstr>
      <vt:lpstr>Selecteer en verander Tiles</vt:lpstr>
      <vt:lpstr>Herhaling les 1</vt:lpstr>
      <vt:lpstr>PowerPoint-presentatie</vt:lpstr>
      <vt:lpstr>Drie posities van belang</vt:lpstr>
      <vt:lpstr>Opdracht 1</vt:lpstr>
      <vt:lpstr>Verander een kleur van een Tile</vt:lpstr>
      <vt:lpstr>De Cellposities in een tilemap</vt:lpstr>
      <vt:lpstr>SetTileFlags</vt:lpstr>
      <vt:lpstr>Waar zijn die flags voor?</vt:lpstr>
      <vt:lpstr>Veelgebruiktewaarden voor TileFlags:</vt:lpstr>
      <vt:lpstr>Opdracht 2 - Eindproduct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11</cp:revision>
  <dcterms:created xsi:type="dcterms:W3CDTF">2026-03-21T13:39:02Z</dcterms:created>
  <dcterms:modified xsi:type="dcterms:W3CDTF">2026-05-13T10:04:55Z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0x0101003D382338EF70044D9C062BABC4AAC4F2</vt:lpwstr>
  </property>
</Properties>
</file>