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60" r:id="rId8"/>
    <p:sldId id="261" r:id="rId9"/>
    <p:sldId id="262" r:id="rId10"/>
    <p:sldId id="263" r:id="rId11"/>
    <p:sldId id="265" r:id="rId12"/>
    <p:sldId id="264" r:id="rId13"/>
    <p:sldId id="267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0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3A8A0C-1F6F-0F78-2219-C0BBB1E1C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166E829-8866-0519-A189-CC25DACF85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A911A-EE85-5C40-A486-5DD0E6A92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9B4F119-E817-4FF7-1E4E-DB77F320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5C3FD6-FB3A-753E-DDA4-C969E2FA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4EED3F-3162-770C-65ED-0E0655726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EE4547-076C-9D9D-D556-0C852163E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099A5DE-BD9F-166F-0275-65C033597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789018C-AAD1-7DAB-7283-D885EA81E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4BFD9C-76EE-8B61-9D95-64F7B045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524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992FCA-AF90-C9E0-ECBD-242BD44A2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E5D8BAE-33DA-4D11-0FE0-7CE3FE80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D1E0AE-C46D-A5A5-8D82-3A782A134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70877C-4A14-6AC6-E5DC-AF0F1006E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9502C0-3007-B7B8-6CA4-FC112930B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35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99738-920B-9D90-F3AE-50B315D1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C48328-2385-DFF9-C772-FD6FF98066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297493E-39F3-E272-46EA-FCE278240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7EAA5D4-33FA-4757-1FFC-392483B63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034D644-AE08-41A4-F358-64F6E1EF0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1DF8B3-8758-0FFA-6E21-32E7B19AE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FF44E9-3A0B-A01B-F95E-6EE98D91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1711C3B-69A5-5680-2743-95B5BEAA8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EE9CB4A-BC2D-5D54-FE9A-4CF461C000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6F1E590-290A-506B-7031-D1F0DEC8E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9DAAEBDF-9A2A-AA1C-C1EC-6AB60D6BF4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61ED810B-F583-BF03-0479-2054AE54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D741510-C478-C504-5481-ED70A627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12645690-B644-DDF9-0341-1DAE1FA9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5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BF84BB-8866-0A12-190F-D20E053D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FD54366A-2CB4-A244-24DC-39C184852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57B5998-523C-D3AE-DBB0-A4FB6FF7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F16F0-1ED5-29F6-E236-A8FEA39A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29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68582B71-2A8C-3355-A1A7-DE0564A6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0C1C948-B3F3-D3FA-D08C-2335E7AF7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EF9565-D7BE-277A-E611-E07742B4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264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515A21-4E36-158C-9B03-A68DED87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71C9AA3-4A7B-B534-274B-CD94A2ADC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242100-6F72-BAA5-C5CD-5302865CF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6AD34DD-D47C-BA7D-2E70-1C63B9791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0BF7F742-77F0-D6C2-3BCA-EC932644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0548E9E-BCD8-B0A8-564B-5EF40E210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17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EFF74-7CBF-839D-AE03-6B9678408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E7CC3EA-C103-9FED-DF92-979ABBB57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B97518E-5F2A-F4DE-3519-568D9FB37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EDD9B88-A2BF-B88A-10B1-D075948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7B83DAB-30BC-4644-79C3-DB4350AD5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DA2621D-27C3-369B-69B9-DB9DC2DE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30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85BAB-5F37-F994-049E-BD66D7E0D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A2F45AF-0D0C-43F8-9794-2357F1CA6B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371B622-FB6F-B2D7-C2D8-277EA1142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EE31A1-5033-871B-A2E2-8A968793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0F8091-74E1-8E90-E6B7-9E3BBFE4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1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6487685A-6508-DA10-9D97-50C5C357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C335A84-027A-1381-B02F-3001931F4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D5B2F0-E7FE-9635-D0D2-56ABFF493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1EEB914-009E-AC1E-E41C-773C714B9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B8DF3FE-06B3-8661-F25A-9CAC9EC55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43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20C671C-33B4-332B-4FE0-9873FF02E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C67CB32-134A-0399-C255-2DABFAD43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813468-6F04-34F8-4A0A-E78A6538A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255D4-ABB5-456D-9970-B21DD0297007}" type="datetimeFigureOut">
              <a:rPr lang="en-US" smtClean="0"/>
              <a:t>06-May-26</a:t>
            </a:fld>
            <a:endParaRPr lang="en-US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7C33103-0AF5-BC80-19BD-C76CB6D03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BC76336-BD84-9C60-004C-138A96058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13BD-C700-492D-9751-237E4732F395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2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78C9FD6-53AB-C88A-5192-BD83F2875D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nl-NL" sz="4800">
                <a:solidFill>
                  <a:srgbClr val="FFFFFF"/>
                </a:solidFill>
              </a:rPr>
              <a:t>Tilemaps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D8716DA-DAB8-D61E-9C2D-A01D394614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nl-NL">
                <a:solidFill>
                  <a:srgbClr val="FFFFFF"/>
                </a:solidFill>
              </a:rPr>
              <a:t>De basis</a:t>
            </a:r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71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AFACB2-DA6C-BDD7-71E2-314506816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Gebruikte</a:t>
            </a:r>
            <a:r>
              <a:rPr lang="en-US" dirty="0"/>
              <a:t> termen</a:t>
            </a:r>
          </a:p>
        </p:txBody>
      </p:sp>
      <p:grpSp>
        <p:nvGrpSpPr>
          <p:cNvPr id="26" name="Groep 25">
            <a:extLst>
              <a:ext uri="{FF2B5EF4-FFF2-40B4-BE49-F238E27FC236}">
                <a16:creationId xmlns:a16="http://schemas.microsoft.com/office/drawing/2014/main" id="{692C2740-6E09-FE8D-A09F-FE27B192559F}"/>
              </a:ext>
            </a:extLst>
          </p:cNvPr>
          <p:cNvGrpSpPr/>
          <p:nvPr/>
        </p:nvGrpSpPr>
        <p:grpSpPr>
          <a:xfrm>
            <a:off x="2671945" y="3529883"/>
            <a:ext cx="2388389" cy="605693"/>
            <a:chOff x="1160815" y="2247009"/>
            <a:chExt cx="2388389" cy="605693"/>
          </a:xfrm>
        </p:grpSpPr>
        <p:sp>
          <p:nvSpPr>
            <p:cNvPr id="4" name="Rechthoek 3">
              <a:extLst>
                <a:ext uri="{FF2B5EF4-FFF2-40B4-BE49-F238E27FC236}">
                  <a16:creationId xmlns:a16="http://schemas.microsoft.com/office/drawing/2014/main" id="{3D7F51DA-0BDF-8AF6-37AB-630133EAE4A4}"/>
                </a:ext>
              </a:extLst>
            </p:cNvPr>
            <p:cNvSpPr/>
            <p:nvPr/>
          </p:nvSpPr>
          <p:spPr>
            <a:xfrm>
              <a:off x="1160815" y="2248761"/>
              <a:ext cx="301752" cy="3017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hthoek 4">
              <a:extLst>
                <a:ext uri="{FF2B5EF4-FFF2-40B4-BE49-F238E27FC236}">
                  <a16:creationId xmlns:a16="http://schemas.microsoft.com/office/drawing/2014/main" id="{E5D06084-9E44-40F2-2BE3-75FCA6C0B28A}"/>
                </a:ext>
              </a:extLst>
            </p:cNvPr>
            <p:cNvSpPr/>
            <p:nvPr/>
          </p:nvSpPr>
          <p:spPr>
            <a:xfrm>
              <a:off x="1461805" y="2248761"/>
              <a:ext cx="301752" cy="3017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hthoek 5">
              <a:extLst>
                <a:ext uri="{FF2B5EF4-FFF2-40B4-BE49-F238E27FC236}">
                  <a16:creationId xmlns:a16="http://schemas.microsoft.com/office/drawing/2014/main" id="{2B414635-EA8B-13AB-4B72-675F7CBD5324}"/>
                </a:ext>
              </a:extLst>
            </p:cNvPr>
            <p:cNvSpPr/>
            <p:nvPr/>
          </p:nvSpPr>
          <p:spPr>
            <a:xfrm>
              <a:off x="1763557" y="2248761"/>
              <a:ext cx="301752" cy="30175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hthoek 6">
              <a:extLst>
                <a:ext uri="{FF2B5EF4-FFF2-40B4-BE49-F238E27FC236}">
                  <a16:creationId xmlns:a16="http://schemas.microsoft.com/office/drawing/2014/main" id="{88274186-8DC8-E4C9-524E-402767E8A421}"/>
                </a:ext>
              </a:extLst>
            </p:cNvPr>
            <p:cNvSpPr/>
            <p:nvPr/>
          </p:nvSpPr>
          <p:spPr>
            <a:xfrm>
              <a:off x="2051565" y="2248761"/>
              <a:ext cx="301752" cy="30175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hthoek 7">
              <a:extLst>
                <a:ext uri="{FF2B5EF4-FFF2-40B4-BE49-F238E27FC236}">
                  <a16:creationId xmlns:a16="http://schemas.microsoft.com/office/drawing/2014/main" id="{0B377830-B6F0-8DCF-03CD-0EBB6AD921E1}"/>
                </a:ext>
              </a:extLst>
            </p:cNvPr>
            <p:cNvSpPr/>
            <p:nvPr/>
          </p:nvSpPr>
          <p:spPr>
            <a:xfrm>
              <a:off x="2353317" y="2247009"/>
              <a:ext cx="301752" cy="301752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13550900-7AF9-81C7-38FA-35BE4B3F83B7}"/>
                </a:ext>
              </a:extLst>
            </p:cNvPr>
            <p:cNvSpPr/>
            <p:nvPr/>
          </p:nvSpPr>
          <p:spPr>
            <a:xfrm>
              <a:off x="2655069" y="2247009"/>
              <a:ext cx="301752" cy="30175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35B630B2-AD89-3F9C-6568-7AD944D7B30E}"/>
                </a:ext>
              </a:extLst>
            </p:cNvPr>
            <p:cNvSpPr/>
            <p:nvPr/>
          </p:nvSpPr>
          <p:spPr>
            <a:xfrm>
              <a:off x="2943077" y="2247009"/>
              <a:ext cx="301752" cy="30175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8FAF3625-8F65-2B18-1842-892C5319FBCD}"/>
                </a:ext>
              </a:extLst>
            </p:cNvPr>
            <p:cNvSpPr/>
            <p:nvPr/>
          </p:nvSpPr>
          <p:spPr>
            <a:xfrm>
              <a:off x="3245547" y="2247009"/>
              <a:ext cx="301752" cy="301752"/>
            </a:xfrm>
            <a:prstGeom prst="rect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D4904885-8C13-8233-1FA6-F1FAEF8960F4}"/>
                </a:ext>
              </a:extLst>
            </p:cNvPr>
            <p:cNvSpPr/>
            <p:nvPr/>
          </p:nvSpPr>
          <p:spPr>
            <a:xfrm>
              <a:off x="1160815" y="2550950"/>
              <a:ext cx="301752" cy="301752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C5BD4AC2-48E5-FE4F-1B85-6EB533F9FE81}"/>
                </a:ext>
              </a:extLst>
            </p:cNvPr>
            <p:cNvSpPr/>
            <p:nvPr/>
          </p:nvSpPr>
          <p:spPr>
            <a:xfrm>
              <a:off x="1461805" y="2550950"/>
              <a:ext cx="301752" cy="301752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6C4F9075-E3DA-3E32-22F3-8C729E249E0A}"/>
                </a:ext>
              </a:extLst>
            </p:cNvPr>
            <p:cNvSpPr/>
            <p:nvPr/>
          </p:nvSpPr>
          <p:spPr>
            <a:xfrm>
              <a:off x="1763557" y="2550950"/>
              <a:ext cx="301752" cy="301752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4BE23436-7B74-FCCD-F8B6-AC078CDBF081}"/>
                </a:ext>
              </a:extLst>
            </p:cNvPr>
            <p:cNvSpPr/>
            <p:nvPr/>
          </p:nvSpPr>
          <p:spPr>
            <a:xfrm>
              <a:off x="2051565" y="2550950"/>
              <a:ext cx="301752" cy="30175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707ED4D9-79B8-D961-C5DD-635AEBE843C0}"/>
                </a:ext>
              </a:extLst>
            </p:cNvPr>
            <p:cNvSpPr/>
            <p:nvPr/>
          </p:nvSpPr>
          <p:spPr>
            <a:xfrm>
              <a:off x="2353317" y="2549198"/>
              <a:ext cx="301752" cy="30175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669B7264-6470-C013-C25E-3BE69B7361D5}"/>
                </a:ext>
              </a:extLst>
            </p:cNvPr>
            <p:cNvSpPr/>
            <p:nvPr/>
          </p:nvSpPr>
          <p:spPr>
            <a:xfrm>
              <a:off x="2655069" y="2549198"/>
              <a:ext cx="301752" cy="30175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BC1B9FE4-8C78-634A-C87F-5EF27F9CBB87}"/>
                </a:ext>
              </a:extLst>
            </p:cNvPr>
            <p:cNvSpPr/>
            <p:nvPr/>
          </p:nvSpPr>
          <p:spPr>
            <a:xfrm>
              <a:off x="2943077" y="2549198"/>
              <a:ext cx="301752" cy="30175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55388109-F9EC-B7CF-D2E3-63679B7A8E78}"/>
                </a:ext>
              </a:extLst>
            </p:cNvPr>
            <p:cNvSpPr/>
            <p:nvPr/>
          </p:nvSpPr>
          <p:spPr>
            <a:xfrm>
              <a:off x="3247452" y="2549198"/>
              <a:ext cx="301752" cy="301752"/>
            </a:xfrm>
            <a:prstGeom prst="rect">
              <a:avLst/>
            </a:prstGeom>
            <a:solidFill>
              <a:schemeClr val="tx1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kstvak 20">
            <a:extLst>
              <a:ext uri="{FF2B5EF4-FFF2-40B4-BE49-F238E27FC236}">
                <a16:creationId xmlns:a16="http://schemas.microsoft.com/office/drawing/2014/main" id="{0654BD71-B84A-8ECC-62A1-0DD2C1F00147}"/>
              </a:ext>
            </a:extLst>
          </p:cNvPr>
          <p:cNvSpPr txBox="1"/>
          <p:nvPr/>
        </p:nvSpPr>
        <p:spPr>
          <a:xfrm>
            <a:off x="3572422" y="4325073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Tileset</a:t>
            </a:r>
            <a:endParaRPr lang="nl-NL" dirty="0"/>
          </a:p>
        </p:txBody>
      </p:sp>
      <p:pic>
        <p:nvPicPr>
          <p:cNvPr id="1026" name="Picture 2" descr="Unity Tilemap | Unity Tutorial | NotSlot">
            <a:extLst>
              <a:ext uri="{FF2B5EF4-FFF2-40B4-BE49-F238E27FC236}">
                <a16:creationId xmlns:a16="http://schemas.microsoft.com/office/drawing/2014/main" id="{43AEABFB-9FD5-086D-B9B0-9718A14C0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467" y="2532927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kstvak 21">
            <a:extLst>
              <a:ext uri="{FF2B5EF4-FFF2-40B4-BE49-F238E27FC236}">
                <a16:creationId xmlns:a16="http://schemas.microsoft.com/office/drawing/2014/main" id="{D2D6B2E7-0F62-2999-CF54-F65F2BD4336C}"/>
              </a:ext>
            </a:extLst>
          </p:cNvPr>
          <p:cNvSpPr txBox="1"/>
          <p:nvPr/>
        </p:nvSpPr>
        <p:spPr>
          <a:xfrm>
            <a:off x="9807538" y="4325073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Tilemap</a:t>
            </a:r>
            <a:endParaRPr lang="nl-NL" dirty="0"/>
          </a:p>
        </p:txBody>
      </p:sp>
      <p:pic>
        <p:nvPicPr>
          <p:cNvPr id="1028" name="Picture 4" descr="Introduction to Tilemaps - Unity Learn">
            <a:extLst>
              <a:ext uri="{FF2B5EF4-FFF2-40B4-BE49-F238E27FC236}">
                <a16:creationId xmlns:a16="http://schemas.microsoft.com/office/drawing/2014/main" id="{C675DF7F-0740-7EDB-A76F-820CD885E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0442" y="1467482"/>
            <a:ext cx="17145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kstvak 22">
            <a:extLst>
              <a:ext uri="{FF2B5EF4-FFF2-40B4-BE49-F238E27FC236}">
                <a16:creationId xmlns:a16="http://schemas.microsoft.com/office/drawing/2014/main" id="{E51EEAEE-DBA6-3D3D-4A73-7E980208A1A9}"/>
              </a:ext>
            </a:extLst>
          </p:cNvPr>
          <p:cNvSpPr txBox="1"/>
          <p:nvPr/>
        </p:nvSpPr>
        <p:spPr>
          <a:xfrm>
            <a:off x="6118382" y="4325073"/>
            <a:ext cx="127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Tile Palette</a:t>
            </a:r>
            <a:endParaRPr lang="nl-NL" dirty="0"/>
          </a:p>
        </p:txBody>
      </p:sp>
      <p:sp>
        <p:nvSpPr>
          <p:cNvPr id="24" name="Rechthoek 23">
            <a:extLst>
              <a:ext uri="{FF2B5EF4-FFF2-40B4-BE49-F238E27FC236}">
                <a16:creationId xmlns:a16="http://schemas.microsoft.com/office/drawing/2014/main" id="{74CABFD4-BDFD-B882-8CA9-6F247858FA61}"/>
              </a:ext>
            </a:extLst>
          </p:cNvPr>
          <p:cNvSpPr/>
          <p:nvPr/>
        </p:nvSpPr>
        <p:spPr>
          <a:xfrm>
            <a:off x="1302393" y="3832730"/>
            <a:ext cx="301752" cy="301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5A4FE018-0C5E-9B74-E2E3-9CCAFC6BBD9D}"/>
              </a:ext>
            </a:extLst>
          </p:cNvPr>
          <p:cNvSpPr txBox="1"/>
          <p:nvPr/>
        </p:nvSpPr>
        <p:spPr>
          <a:xfrm>
            <a:off x="1187812" y="432507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8619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89A43D4-4D3C-1E05-E15E-4D5A7B1A7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 tilemap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9130633-EF9A-B9B3-1A1F-DFA039DD88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7208" y="4756265"/>
            <a:ext cx="4393278" cy="1244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Eigenschappen van de tilemap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Unity Tilemap | Unity Tutorial | NotSlot">
            <a:extLst>
              <a:ext uri="{FF2B5EF4-FFF2-40B4-BE49-F238E27FC236}">
                <a16:creationId xmlns:a16="http://schemas.microsoft.com/office/drawing/2014/main" id="{EBC18240-EEA5-507E-2205-869626DA9B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389738"/>
            <a:ext cx="3737164" cy="2092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4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2377DA5A-F8B6-7B5F-C481-F90D58B8F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tileset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93ABD76-EB66-0B0B-F439-2F8924E223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3066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22DA053-276D-FDDC-C092-B3AA5A356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Hoe </a:t>
            </a:r>
            <a:r>
              <a:rPr lang="en-US" dirty="0" err="1"/>
              <a:t>groot</a:t>
            </a:r>
            <a:r>
              <a:rPr lang="en-US" dirty="0"/>
              <a:t> is de Tile?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DE6A013B-588A-8A03-846F-A59EB0780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84" y="2989949"/>
            <a:ext cx="5620426" cy="1449712"/>
          </a:xfrm>
          <a:prstGeom prst="rect">
            <a:avLst/>
          </a:prstGeom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62A99763-EE9E-8800-22EE-EC7E9A825768}"/>
              </a:ext>
            </a:extLst>
          </p:cNvPr>
          <p:cNvCxnSpPr/>
          <p:nvPr/>
        </p:nvCxnSpPr>
        <p:spPr>
          <a:xfrm>
            <a:off x="1031984" y="2508167"/>
            <a:ext cx="5620426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echte verbindingslijn 10">
            <a:extLst>
              <a:ext uri="{FF2B5EF4-FFF2-40B4-BE49-F238E27FC236}">
                <a16:creationId xmlns:a16="http://schemas.microsoft.com/office/drawing/2014/main" id="{8136AD54-48EF-0723-491D-16413658BC53}"/>
              </a:ext>
            </a:extLst>
          </p:cNvPr>
          <p:cNvCxnSpPr>
            <a:cxnSpLocks/>
          </p:cNvCxnSpPr>
          <p:nvPr/>
        </p:nvCxnSpPr>
        <p:spPr>
          <a:xfrm flipV="1">
            <a:off x="1031984" y="1945532"/>
            <a:ext cx="0" cy="104441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D5FCF416-BC30-3FA2-99FF-BDAAE575CA3F}"/>
              </a:ext>
            </a:extLst>
          </p:cNvPr>
          <p:cNvCxnSpPr>
            <a:cxnSpLocks/>
          </p:cNvCxnSpPr>
          <p:nvPr/>
        </p:nvCxnSpPr>
        <p:spPr>
          <a:xfrm flipV="1">
            <a:off x="6652410" y="2047672"/>
            <a:ext cx="0" cy="94227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87F11DD2-69AB-4C9C-7D37-6F47092397C1}"/>
              </a:ext>
            </a:extLst>
          </p:cNvPr>
          <p:cNvCxnSpPr>
            <a:cxnSpLocks/>
          </p:cNvCxnSpPr>
          <p:nvPr/>
        </p:nvCxnSpPr>
        <p:spPr>
          <a:xfrm>
            <a:off x="161357" y="2979306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28E2A30B-356A-58A6-77CB-E7343EF05072}"/>
              </a:ext>
            </a:extLst>
          </p:cNvPr>
          <p:cNvCxnSpPr>
            <a:cxnSpLocks/>
          </p:cNvCxnSpPr>
          <p:nvPr/>
        </p:nvCxnSpPr>
        <p:spPr>
          <a:xfrm>
            <a:off x="161357" y="4429018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5D67087F-1CDA-1584-6828-B53FB820C592}"/>
              </a:ext>
            </a:extLst>
          </p:cNvPr>
          <p:cNvCxnSpPr>
            <a:cxnSpLocks/>
          </p:cNvCxnSpPr>
          <p:nvPr/>
        </p:nvCxnSpPr>
        <p:spPr>
          <a:xfrm flipV="1">
            <a:off x="564205" y="2939296"/>
            <a:ext cx="0" cy="1511008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6B384406-754E-1D55-FD7B-DEBAD5193A7F}"/>
              </a:ext>
            </a:extLst>
          </p:cNvPr>
          <p:cNvSpPr txBox="1"/>
          <p:nvPr/>
        </p:nvSpPr>
        <p:spPr>
          <a:xfrm>
            <a:off x="3284624" y="2149478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256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28" name="Tekstvak 27">
            <a:extLst>
              <a:ext uri="{FF2B5EF4-FFF2-40B4-BE49-F238E27FC236}">
                <a16:creationId xmlns:a16="http://schemas.microsoft.com/office/drawing/2014/main" id="{E07B54DC-E632-3394-6CA8-FFFD8BAC6425}"/>
              </a:ext>
            </a:extLst>
          </p:cNvPr>
          <p:cNvSpPr txBox="1"/>
          <p:nvPr/>
        </p:nvSpPr>
        <p:spPr>
          <a:xfrm rot="16200000">
            <a:off x="-24908" y="364065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64 </a:t>
            </a:r>
            <a:r>
              <a:rPr lang="en-US" dirty="0" err="1"/>
              <a:t>px</a:t>
            </a:r>
            <a:endParaRPr lang="nl-NL" dirty="0"/>
          </a:p>
        </p:txBody>
      </p:sp>
      <p:pic>
        <p:nvPicPr>
          <p:cNvPr id="30" name="Afbeelding 29">
            <a:extLst>
              <a:ext uri="{FF2B5EF4-FFF2-40B4-BE49-F238E27FC236}">
                <a16:creationId xmlns:a16="http://schemas.microsoft.com/office/drawing/2014/main" id="{F18687BD-218A-5497-8810-373ADF534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251" y="1821037"/>
            <a:ext cx="3886742" cy="2629267"/>
          </a:xfrm>
          <a:prstGeom prst="rect">
            <a:avLst/>
          </a:prstGeom>
        </p:spPr>
      </p:pic>
      <p:sp>
        <p:nvSpPr>
          <p:cNvPr id="31" name="Rechthoek 30">
            <a:extLst>
              <a:ext uri="{FF2B5EF4-FFF2-40B4-BE49-F238E27FC236}">
                <a16:creationId xmlns:a16="http://schemas.microsoft.com/office/drawing/2014/main" id="{04D70F09-CD02-70C2-0A05-26976548FB96}"/>
              </a:ext>
            </a:extLst>
          </p:cNvPr>
          <p:cNvSpPr/>
          <p:nvPr/>
        </p:nvSpPr>
        <p:spPr>
          <a:xfrm>
            <a:off x="9456136" y="5353828"/>
            <a:ext cx="728718" cy="726016"/>
          </a:xfrm>
          <a:prstGeom prst="rect">
            <a:avLst/>
          </a:prstGeom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556F9F5E-C5B6-213B-F93D-390704E804DC}"/>
              </a:ext>
            </a:extLst>
          </p:cNvPr>
          <p:cNvCxnSpPr>
            <a:cxnSpLocks/>
          </p:cNvCxnSpPr>
          <p:nvPr/>
        </p:nvCxnSpPr>
        <p:spPr>
          <a:xfrm flipV="1">
            <a:off x="9456136" y="4953768"/>
            <a:ext cx="0" cy="104441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654BF164-B34B-6B86-E702-B6405CF7E124}"/>
              </a:ext>
            </a:extLst>
          </p:cNvPr>
          <p:cNvCxnSpPr>
            <a:cxnSpLocks/>
          </p:cNvCxnSpPr>
          <p:nvPr/>
        </p:nvCxnSpPr>
        <p:spPr>
          <a:xfrm flipV="1">
            <a:off x="10184854" y="4852033"/>
            <a:ext cx="0" cy="942277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5AAC576F-5C88-2CF9-7AD7-871FBFAD6CE2}"/>
              </a:ext>
            </a:extLst>
          </p:cNvPr>
          <p:cNvCxnSpPr>
            <a:cxnSpLocks/>
          </p:cNvCxnSpPr>
          <p:nvPr/>
        </p:nvCxnSpPr>
        <p:spPr>
          <a:xfrm>
            <a:off x="8820558" y="5337863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15BC47B2-BF62-DA38-0312-C049259DA371}"/>
              </a:ext>
            </a:extLst>
          </p:cNvPr>
          <p:cNvCxnSpPr>
            <a:cxnSpLocks/>
          </p:cNvCxnSpPr>
          <p:nvPr/>
        </p:nvCxnSpPr>
        <p:spPr>
          <a:xfrm>
            <a:off x="8716253" y="6079844"/>
            <a:ext cx="870626" cy="106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met pijl 35">
            <a:extLst>
              <a:ext uri="{FF2B5EF4-FFF2-40B4-BE49-F238E27FC236}">
                <a16:creationId xmlns:a16="http://schemas.microsoft.com/office/drawing/2014/main" id="{F060723E-43E2-E200-F481-01D1584A3D03}"/>
              </a:ext>
            </a:extLst>
          </p:cNvPr>
          <p:cNvCxnSpPr>
            <a:cxnSpLocks/>
          </p:cNvCxnSpPr>
          <p:nvPr/>
        </p:nvCxnSpPr>
        <p:spPr>
          <a:xfrm>
            <a:off x="9456136" y="5141179"/>
            <a:ext cx="728718" cy="0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met pijl 37">
            <a:extLst>
              <a:ext uri="{FF2B5EF4-FFF2-40B4-BE49-F238E27FC236}">
                <a16:creationId xmlns:a16="http://schemas.microsoft.com/office/drawing/2014/main" id="{A6C99805-4B31-0FB2-90F3-098F34185968}"/>
              </a:ext>
            </a:extLst>
          </p:cNvPr>
          <p:cNvCxnSpPr>
            <a:cxnSpLocks/>
          </p:cNvCxnSpPr>
          <p:nvPr/>
        </p:nvCxnSpPr>
        <p:spPr>
          <a:xfrm flipV="1">
            <a:off x="9028890" y="5348506"/>
            <a:ext cx="0" cy="741981"/>
          </a:xfrm>
          <a:prstGeom prst="straightConnector1">
            <a:avLst/>
          </a:prstGeom>
          <a:ln w="76200"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kstvak 39">
            <a:extLst>
              <a:ext uri="{FF2B5EF4-FFF2-40B4-BE49-F238E27FC236}">
                <a16:creationId xmlns:a16="http://schemas.microsoft.com/office/drawing/2014/main" id="{EB6C9B3A-B53B-16BE-B2CE-C9DD50EF6445}"/>
              </a:ext>
            </a:extLst>
          </p:cNvPr>
          <p:cNvSpPr txBox="1"/>
          <p:nvPr/>
        </p:nvSpPr>
        <p:spPr>
          <a:xfrm rot="16200000">
            <a:off x="8367220" y="553216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B9C0096E-EF48-F431-C692-66DC939334EB}"/>
              </a:ext>
            </a:extLst>
          </p:cNvPr>
          <p:cNvSpPr txBox="1"/>
          <p:nvPr/>
        </p:nvSpPr>
        <p:spPr>
          <a:xfrm>
            <a:off x="9456136" y="466416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32 </a:t>
            </a:r>
            <a:r>
              <a:rPr lang="en-US" dirty="0" err="1"/>
              <a:t>px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83174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B85379-3503-12A9-3976-752EC4B42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Importeren</a:t>
            </a:r>
            <a:r>
              <a:rPr lang="en-US" dirty="0"/>
              <a:t> </a:t>
            </a:r>
            <a:r>
              <a:rPr lang="en-US" dirty="0" err="1"/>
              <a:t>tileset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4FE44B3-73B8-36E0-08A8-0ABB403D5B9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7804" y="1431351"/>
            <a:ext cx="7353502" cy="5336823"/>
          </a:xfrm>
          <a:prstGeom prst="rect">
            <a:avLst/>
          </a:prstGeom>
        </p:spPr>
      </p:pic>
      <p:sp>
        <p:nvSpPr>
          <p:cNvPr id="6" name="Ovaal 5">
            <a:extLst>
              <a:ext uri="{FF2B5EF4-FFF2-40B4-BE49-F238E27FC236}">
                <a16:creationId xmlns:a16="http://schemas.microsoft.com/office/drawing/2014/main" id="{A6F937C0-9D6A-6C7E-3966-DB02A00C6B0F}"/>
              </a:ext>
            </a:extLst>
          </p:cNvPr>
          <p:cNvSpPr/>
          <p:nvPr/>
        </p:nvSpPr>
        <p:spPr>
          <a:xfrm>
            <a:off x="6783193" y="3134361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3EA0549D-D29F-605D-789E-0F21FA186C96}"/>
              </a:ext>
            </a:extLst>
          </p:cNvPr>
          <p:cNvSpPr/>
          <p:nvPr/>
        </p:nvSpPr>
        <p:spPr>
          <a:xfrm>
            <a:off x="7103233" y="5290247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5A8A655F-86CE-6103-BCE3-7F486300C736}"/>
              </a:ext>
            </a:extLst>
          </p:cNvPr>
          <p:cNvSpPr/>
          <p:nvPr/>
        </p:nvSpPr>
        <p:spPr>
          <a:xfrm>
            <a:off x="6935593" y="3286761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CA6E5A58-2982-7B83-9653-03F843FE32BE}"/>
              </a:ext>
            </a:extLst>
          </p:cNvPr>
          <p:cNvSpPr/>
          <p:nvPr/>
        </p:nvSpPr>
        <p:spPr>
          <a:xfrm>
            <a:off x="6935593" y="6356473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CD219C2E-232E-0E58-D1C9-178D028B0E75}"/>
              </a:ext>
            </a:extLst>
          </p:cNvPr>
          <p:cNvSpPr/>
          <p:nvPr/>
        </p:nvSpPr>
        <p:spPr>
          <a:xfrm>
            <a:off x="7855073" y="6601927"/>
            <a:ext cx="817880" cy="1981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5111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210151-D977-4AC3-C812-1002E6A7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Slice via de Sprite Editor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maak</a:t>
            </a:r>
            <a:r>
              <a:rPr lang="en-US" dirty="0"/>
              <a:t> </a:t>
            </a:r>
            <a:r>
              <a:rPr lang="en-US" dirty="0" err="1"/>
              <a:t>tilePallet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9F851E79-77C8-2ECD-12F7-5BEC5375C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59" y="1278901"/>
            <a:ext cx="2572744" cy="243769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939D2CED-8099-B4D0-EA40-83C727398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4986" y="1278901"/>
            <a:ext cx="9060855" cy="2437692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FF7E8769-D9DF-4B10-157A-2BC36445E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461" y="3901713"/>
            <a:ext cx="5868219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865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A9BFEF-6A2C-E46F-3753-68CE796A5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nl-NL" dirty="0"/>
          </a:p>
        </p:txBody>
      </p:sp>
      <p:pic>
        <p:nvPicPr>
          <p:cNvPr id="7" name="Tijdelijke aanduiding voor inhoud 6">
            <a:extLst>
              <a:ext uri="{FF2B5EF4-FFF2-40B4-BE49-F238E27FC236}">
                <a16:creationId xmlns:a16="http://schemas.microsoft.com/office/drawing/2014/main" id="{59A19C36-EF65-551A-3181-D03C8F767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207" y="1272090"/>
            <a:ext cx="9419302" cy="547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540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7A291F-271A-C0B9-395F-FD97D8AF9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</a:t>
            </a:r>
            <a:r>
              <a:rPr lang="en-US" dirty="0" err="1"/>
              <a:t>tileManager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88358D05-BBA1-73F1-D57F-ED062CBB8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567" y="1825625"/>
            <a:ext cx="52708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04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C1E204-452E-2559-3616-AAAB30F4D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Drie</a:t>
            </a:r>
            <a:r>
              <a:rPr lang="en-US" dirty="0"/>
              <a:t> </a:t>
            </a:r>
            <a:r>
              <a:rPr lang="en-US" dirty="0" err="1"/>
              <a:t>posities</a:t>
            </a:r>
            <a:r>
              <a:rPr lang="en-US" dirty="0"/>
              <a:t> van </a:t>
            </a:r>
            <a:r>
              <a:rPr lang="en-US" dirty="0" err="1"/>
              <a:t>belang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CE2174D-010B-280B-4236-C0B83D51D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NL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Input.mousePosition</a:t>
            </a:r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van de </a:t>
            </a:r>
            <a:r>
              <a:rPr lang="en-US" dirty="0" err="1"/>
              <a:t>muis</a:t>
            </a:r>
            <a:endParaRPr lang="en-US" dirty="0"/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Vector3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Camera.main.ScreenToWorldPoint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MousePosition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endParaRPr lang="en-US" dirty="0"/>
          </a:p>
          <a:p>
            <a:r>
              <a:rPr lang="en-US" dirty="0"/>
              <a:t>De </a:t>
            </a:r>
            <a:r>
              <a:rPr lang="en-US" dirty="0" err="1"/>
              <a:t>positie</a:t>
            </a:r>
            <a:r>
              <a:rPr lang="en-US" dirty="0"/>
              <a:t> van de Cell </a:t>
            </a:r>
            <a:r>
              <a:rPr lang="en-US" dirty="0" err="1"/>
              <a:t>waar</a:t>
            </a:r>
            <a:r>
              <a:rPr lang="en-US" dirty="0"/>
              <a:t> op is </a:t>
            </a:r>
            <a:r>
              <a:rPr lang="en-US" dirty="0" err="1"/>
              <a:t>geklikt</a:t>
            </a:r>
            <a:endParaRPr lang="en-US" dirty="0"/>
          </a:p>
          <a:p>
            <a:pPr lvl="1"/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Vector3Int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CellPosition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myTilemap.WorldToCell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WorldPosition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16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C9A4E-2438-6E59-C8CB-C7962A30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Opdracht</a:t>
            </a:r>
            <a:r>
              <a:rPr lang="en-US" dirty="0"/>
              <a:t> les1</a:t>
            </a:r>
            <a:endParaRPr lang="nl-NL" dirty="0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1942C18A-2E26-31DB-2519-089E2BB5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op </a:t>
            </a:r>
            <a:r>
              <a:rPr lang="en-US" dirty="0" err="1"/>
              <a:t>een</a:t>
            </a:r>
            <a:r>
              <a:rPr lang="en-US" dirty="0"/>
              <a:t> Cell</a:t>
            </a:r>
          </a:p>
          <a:p>
            <a:r>
              <a:rPr lang="en-US" dirty="0" err="1"/>
              <a:t>Geef</a:t>
            </a:r>
            <a:r>
              <a:rPr lang="en-US" dirty="0"/>
              <a:t> in de Console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muisPositie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wereldPositie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De </a:t>
            </a:r>
            <a:r>
              <a:rPr lang="en-US" dirty="0" err="1"/>
              <a:t>cellPositie</a:t>
            </a:r>
            <a:endParaRPr lang="nl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1B6DCC-DB6E-2D4E-A3EC-9B7DCF0A03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4538" y="579642"/>
            <a:ext cx="5429250" cy="3057525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D8DEACBE-A8E3-CA4C-3334-6F0062147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092" y="4262171"/>
            <a:ext cx="4944165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0259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a95f8c-d148-44ae-916f-e4fae07bb09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82338EF70044D9C062BABC4AAC4F2" ma:contentTypeVersion="18" ma:contentTypeDescription="Een nieuw document maken." ma:contentTypeScope="" ma:versionID="1e53bdee3ced94a1d85284f686879e7d">
  <xsd:schema xmlns:xsd="http://www.w3.org/2001/XMLSchema" xmlns:xs="http://www.w3.org/2001/XMLSchema" xmlns:p="http://schemas.microsoft.com/office/2006/metadata/properties" xmlns:ns3="07db6276-f26f-4be5-81e0-f9ee6746fca8" xmlns:ns4="0ea95f8c-d148-44ae-916f-e4fae07bb092" targetNamespace="http://schemas.microsoft.com/office/2006/metadata/properties" ma:root="true" ma:fieldsID="4f339d748e41cee103f7abe631a1b5e5" ns3:_="" ns4:_="">
    <xsd:import namespace="07db6276-f26f-4be5-81e0-f9ee6746fca8"/>
    <xsd:import namespace="0ea95f8c-d148-44ae-916f-e4fae07bb09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db6276-f26f-4be5-81e0-f9ee6746f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a95f8c-d148-44ae-916f-e4fae07bb0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E02E84-4242-4C95-906B-10487FB4E1EE}">
  <ds:schemaRefs>
    <ds:schemaRef ds:uri="http://purl.org/dc/elements/1.1/"/>
    <ds:schemaRef ds:uri="http://purl.org/dc/dcmitype/"/>
    <ds:schemaRef ds:uri="http://schemas.microsoft.com/office/2006/metadata/properties"/>
    <ds:schemaRef ds:uri="http://schemas.microsoft.com/office/2006/documentManagement/types"/>
    <ds:schemaRef ds:uri="07db6276-f26f-4be5-81e0-f9ee6746fca8"/>
    <ds:schemaRef ds:uri="http://schemas.microsoft.com/office/infopath/2007/PartnerControls"/>
    <ds:schemaRef ds:uri="http://schemas.openxmlformats.org/package/2006/metadata/core-properties"/>
    <ds:schemaRef ds:uri="0ea95f8c-d148-44ae-916f-e4fae07bb092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17E89673-DD47-4BE7-84CC-D4AA7D4163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db6276-f26f-4be5-81e0-f9ee6746fca8"/>
    <ds:schemaRef ds:uri="0ea95f8c-d148-44ae-916f-e4fae07bb0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E951165-B379-4FBD-9FD8-D14F0F4D64C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3394</TotalTime>
  <Words>114</Words>
  <Application>Microsoft Office PowerPoint</Application>
  <PresentationFormat>Breedbeeld</PresentationFormat>
  <Paragraphs>34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Courier New</vt:lpstr>
      <vt:lpstr>Kantoorthema</vt:lpstr>
      <vt:lpstr>Tilemaps</vt:lpstr>
      <vt:lpstr>Gebruikte termen</vt:lpstr>
      <vt:lpstr>De tilemap</vt:lpstr>
      <vt:lpstr>Maak een tileset</vt:lpstr>
      <vt:lpstr>Hoe groot is de Tile?</vt:lpstr>
      <vt:lpstr>Importeren tileset</vt:lpstr>
      <vt:lpstr>Slice via de Sprite Editor en maak tilePallet</vt:lpstr>
      <vt:lpstr>Maak een TileMap</vt:lpstr>
      <vt:lpstr>Setup tileManager</vt:lpstr>
      <vt:lpstr>Drie posities van belang</vt:lpstr>
      <vt:lpstr>Opdracht les1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9</cp:revision>
  <dcterms:created xsi:type="dcterms:W3CDTF">2026-03-21T13:39:02Z</dcterms:created>
  <dcterms:modified xsi:type="dcterms:W3CDTF">2026-05-06T17:27:19Z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0x0101003D382338EF70044D9C062BABC4AAC4F2</vt:lpwstr>
  </property>
</Properties>
</file>