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2" r:id="rId5"/>
    <p:sldId id="265" r:id="rId6"/>
    <p:sldId id="284" r:id="rId7"/>
    <p:sldId id="266" r:id="rId8"/>
    <p:sldId id="263" r:id="rId9"/>
    <p:sldId id="267" r:id="rId10"/>
    <p:sldId id="268" r:id="rId11"/>
    <p:sldId id="287" r:id="rId12"/>
    <p:sldId id="269" r:id="rId13"/>
    <p:sldId id="270" r:id="rId14"/>
    <p:sldId id="271" r:id="rId15"/>
    <p:sldId id="259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2" r:id="rId28"/>
    <p:sldId id="285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B48C61-E479-4ED2-AB96-393EED9C6834}" type="doc">
      <dgm:prSet loTypeId="urn:microsoft.com/office/officeart/2005/8/layout/vList5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3306548-0D0F-4AB9-80B3-BDA31926FE6E}">
      <dgm:prSet/>
      <dgm:spPr/>
      <dgm:t>
        <a:bodyPr/>
        <a:lstStyle/>
        <a:p>
          <a:r>
            <a:rPr lang="en-US"/>
            <a:t>Als isDragging == false</a:t>
          </a:r>
        </a:p>
      </dgm:t>
    </dgm:pt>
    <dgm:pt modelId="{1DCBEDF0-6289-451C-860A-64802F747191}" type="parTrans" cxnId="{70170876-1B29-4372-9411-0AFA0E547017}">
      <dgm:prSet/>
      <dgm:spPr/>
      <dgm:t>
        <a:bodyPr/>
        <a:lstStyle/>
        <a:p>
          <a:endParaRPr lang="en-US"/>
        </a:p>
      </dgm:t>
    </dgm:pt>
    <dgm:pt modelId="{E0E769DD-BDAA-4917-83A1-2D469BCC377E}" type="sibTrans" cxnId="{70170876-1B29-4372-9411-0AFA0E547017}">
      <dgm:prSet/>
      <dgm:spPr/>
      <dgm:t>
        <a:bodyPr/>
        <a:lstStyle/>
        <a:p>
          <a:endParaRPr lang="en-US"/>
        </a:p>
      </dgm:t>
    </dgm:pt>
    <dgm:pt modelId="{ADC0AC10-5B2D-463B-A712-1F9A6FBB1CBF}">
      <dgm:prSet/>
      <dgm:spPr/>
      <dgm:t>
        <a:bodyPr/>
        <a:lstStyle/>
        <a:p>
          <a:r>
            <a:rPr lang="en-US"/>
            <a:t>Doe niets</a:t>
          </a:r>
        </a:p>
      </dgm:t>
    </dgm:pt>
    <dgm:pt modelId="{8C02A526-00ED-4717-A187-30D90304C23C}" type="parTrans" cxnId="{51AC6AD5-738C-47F5-B587-71D0511904EF}">
      <dgm:prSet/>
      <dgm:spPr/>
      <dgm:t>
        <a:bodyPr/>
        <a:lstStyle/>
        <a:p>
          <a:endParaRPr lang="en-US"/>
        </a:p>
      </dgm:t>
    </dgm:pt>
    <dgm:pt modelId="{28AF1F7A-04CA-41DA-94D6-E703D60D3968}" type="sibTrans" cxnId="{51AC6AD5-738C-47F5-B587-71D0511904EF}">
      <dgm:prSet/>
      <dgm:spPr/>
      <dgm:t>
        <a:bodyPr/>
        <a:lstStyle/>
        <a:p>
          <a:endParaRPr lang="en-US"/>
        </a:p>
      </dgm:t>
    </dgm:pt>
    <dgm:pt modelId="{BC86D71A-0CC8-4003-BE71-03CEF1467380}">
      <dgm:prSet/>
      <dgm:spPr/>
      <dgm:t>
        <a:bodyPr/>
        <a:lstStyle/>
        <a:p>
          <a:r>
            <a:rPr lang="en-US" dirty="0"/>
            <a:t>In het </a:t>
          </a:r>
          <a:r>
            <a:rPr lang="en-US" dirty="0" err="1"/>
            <a:t>andere</a:t>
          </a:r>
          <a:r>
            <a:rPr lang="en-US" dirty="0"/>
            <a:t> </a:t>
          </a:r>
          <a:r>
            <a:rPr lang="en-US" dirty="0" err="1"/>
            <a:t>geval</a:t>
          </a:r>
          <a:r>
            <a:rPr lang="en-US" dirty="0"/>
            <a:t> (</a:t>
          </a:r>
          <a:r>
            <a:rPr lang="en-US" dirty="0" err="1"/>
            <a:t>als</a:t>
          </a:r>
          <a:r>
            <a:rPr lang="en-US" dirty="0"/>
            <a:t> </a:t>
          </a:r>
          <a:r>
            <a:rPr lang="en-US" dirty="0" err="1"/>
            <a:t>isDragging</a:t>
          </a:r>
          <a:r>
            <a:rPr lang="en-US" dirty="0"/>
            <a:t> </a:t>
          </a:r>
          <a:r>
            <a:rPr lang="en-US" dirty="0" err="1"/>
            <a:t>dus</a:t>
          </a:r>
          <a:r>
            <a:rPr lang="en-US" dirty="0"/>
            <a:t> True is)</a:t>
          </a:r>
        </a:p>
      </dgm:t>
    </dgm:pt>
    <dgm:pt modelId="{B107F3FD-ECCB-488E-B6FA-1F85D17F2B12}" type="parTrans" cxnId="{92B022F0-C68A-4BC6-95F7-F6EAA65ED414}">
      <dgm:prSet/>
      <dgm:spPr/>
      <dgm:t>
        <a:bodyPr/>
        <a:lstStyle/>
        <a:p>
          <a:endParaRPr lang="en-US"/>
        </a:p>
      </dgm:t>
    </dgm:pt>
    <dgm:pt modelId="{171AF30D-33F1-4AB0-B9C3-D63B7B5861B1}" type="sibTrans" cxnId="{92B022F0-C68A-4BC6-95F7-F6EAA65ED414}">
      <dgm:prSet/>
      <dgm:spPr/>
      <dgm:t>
        <a:bodyPr/>
        <a:lstStyle/>
        <a:p>
          <a:endParaRPr lang="en-US"/>
        </a:p>
      </dgm:t>
    </dgm:pt>
    <dgm:pt modelId="{0877B04A-A3DB-4F74-829C-3A63E4605103}">
      <dgm:prSet/>
      <dgm:spPr/>
      <dgm:t>
        <a:bodyPr/>
        <a:lstStyle/>
        <a:p>
          <a:r>
            <a:rPr lang="en-US"/>
            <a:t>Zet het object op de position van de muiscoordinaten</a:t>
          </a:r>
        </a:p>
      </dgm:t>
    </dgm:pt>
    <dgm:pt modelId="{D3244B8D-14FD-4601-B5D3-DC8DF62F8CFE}" type="parTrans" cxnId="{2E4A69AE-4574-4B0E-8E05-8F0308D78D45}">
      <dgm:prSet/>
      <dgm:spPr/>
      <dgm:t>
        <a:bodyPr/>
        <a:lstStyle/>
        <a:p>
          <a:endParaRPr lang="en-US"/>
        </a:p>
      </dgm:t>
    </dgm:pt>
    <dgm:pt modelId="{AEEF10B8-482D-4BFD-90F7-5690A5C5D4C5}" type="sibTrans" cxnId="{2E4A69AE-4574-4B0E-8E05-8F0308D78D45}">
      <dgm:prSet/>
      <dgm:spPr/>
      <dgm:t>
        <a:bodyPr/>
        <a:lstStyle/>
        <a:p>
          <a:endParaRPr lang="en-US"/>
        </a:p>
      </dgm:t>
    </dgm:pt>
    <dgm:pt modelId="{A2BDF07C-AFEC-4ABA-B2F9-F5A01643B0A5}" type="pres">
      <dgm:prSet presAssocID="{38B48C61-E479-4ED2-AB96-393EED9C6834}" presName="Name0" presStyleCnt="0">
        <dgm:presLayoutVars>
          <dgm:dir/>
          <dgm:animLvl val="lvl"/>
          <dgm:resizeHandles val="exact"/>
        </dgm:presLayoutVars>
      </dgm:prSet>
      <dgm:spPr/>
    </dgm:pt>
    <dgm:pt modelId="{D1AD2A30-6339-49A7-BA13-32F5F721877E}" type="pres">
      <dgm:prSet presAssocID="{93306548-0D0F-4AB9-80B3-BDA31926FE6E}" presName="linNode" presStyleCnt="0"/>
      <dgm:spPr/>
    </dgm:pt>
    <dgm:pt modelId="{E1E9233F-5552-4681-AF6E-A5F4D6D065D4}" type="pres">
      <dgm:prSet presAssocID="{93306548-0D0F-4AB9-80B3-BDA31926FE6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E5EA4E6A-0484-48EE-BE00-6D4A9D6B3433}" type="pres">
      <dgm:prSet presAssocID="{93306548-0D0F-4AB9-80B3-BDA31926FE6E}" presName="descendantText" presStyleLbl="alignAccFollowNode1" presStyleIdx="0" presStyleCnt="2">
        <dgm:presLayoutVars>
          <dgm:bulletEnabled val="1"/>
        </dgm:presLayoutVars>
      </dgm:prSet>
      <dgm:spPr/>
    </dgm:pt>
    <dgm:pt modelId="{51248080-B7A7-4575-8448-A6AB476B9D5F}" type="pres">
      <dgm:prSet presAssocID="{E0E769DD-BDAA-4917-83A1-2D469BCC377E}" presName="sp" presStyleCnt="0"/>
      <dgm:spPr/>
    </dgm:pt>
    <dgm:pt modelId="{A3BDDC73-0975-43A5-9C5F-79AD00B2FF68}" type="pres">
      <dgm:prSet presAssocID="{BC86D71A-0CC8-4003-BE71-03CEF1467380}" presName="linNode" presStyleCnt="0"/>
      <dgm:spPr/>
    </dgm:pt>
    <dgm:pt modelId="{C94F88AA-2C37-47D6-90B2-CD5AB9BD847D}" type="pres">
      <dgm:prSet presAssocID="{BC86D71A-0CC8-4003-BE71-03CEF1467380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A4A3C95-5F8D-4E43-BD32-B5C61BAA3D17}" type="pres">
      <dgm:prSet presAssocID="{BC86D71A-0CC8-4003-BE71-03CEF1467380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F881B324-33E5-4609-B59B-493CE46FCCA4}" type="presOf" srcId="{ADC0AC10-5B2D-463B-A712-1F9A6FBB1CBF}" destId="{E5EA4E6A-0484-48EE-BE00-6D4A9D6B3433}" srcOrd="0" destOrd="0" presId="urn:microsoft.com/office/officeart/2005/8/layout/vList5"/>
    <dgm:cxn modelId="{DF18EC37-D4BC-4480-BBEE-84849E6A0A14}" type="presOf" srcId="{93306548-0D0F-4AB9-80B3-BDA31926FE6E}" destId="{E1E9233F-5552-4681-AF6E-A5F4D6D065D4}" srcOrd="0" destOrd="0" presId="urn:microsoft.com/office/officeart/2005/8/layout/vList5"/>
    <dgm:cxn modelId="{4DCC294C-D4E1-412A-A805-669BEB7A7303}" type="presOf" srcId="{0877B04A-A3DB-4F74-829C-3A63E4605103}" destId="{2A4A3C95-5F8D-4E43-BD32-B5C61BAA3D17}" srcOrd="0" destOrd="0" presId="urn:microsoft.com/office/officeart/2005/8/layout/vList5"/>
    <dgm:cxn modelId="{1C534852-A047-4723-9A23-87A8D8DEE589}" type="presOf" srcId="{BC86D71A-0CC8-4003-BE71-03CEF1467380}" destId="{C94F88AA-2C37-47D6-90B2-CD5AB9BD847D}" srcOrd="0" destOrd="0" presId="urn:microsoft.com/office/officeart/2005/8/layout/vList5"/>
    <dgm:cxn modelId="{70170876-1B29-4372-9411-0AFA0E547017}" srcId="{38B48C61-E479-4ED2-AB96-393EED9C6834}" destId="{93306548-0D0F-4AB9-80B3-BDA31926FE6E}" srcOrd="0" destOrd="0" parTransId="{1DCBEDF0-6289-451C-860A-64802F747191}" sibTransId="{E0E769DD-BDAA-4917-83A1-2D469BCC377E}"/>
    <dgm:cxn modelId="{7083D396-4FDA-452D-9AB4-06003890E07D}" type="presOf" srcId="{38B48C61-E479-4ED2-AB96-393EED9C6834}" destId="{A2BDF07C-AFEC-4ABA-B2F9-F5A01643B0A5}" srcOrd="0" destOrd="0" presId="urn:microsoft.com/office/officeart/2005/8/layout/vList5"/>
    <dgm:cxn modelId="{2E4A69AE-4574-4B0E-8E05-8F0308D78D45}" srcId="{BC86D71A-0CC8-4003-BE71-03CEF1467380}" destId="{0877B04A-A3DB-4F74-829C-3A63E4605103}" srcOrd="0" destOrd="0" parTransId="{D3244B8D-14FD-4601-B5D3-DC8DF62F8CFE}" sibTransId="{AEEF10B8-482D-4BFD-90F7-5690A5C5D4C5}"/>
    <dgm:cxn modelId="{51AC6AD5-738C-47F5-B587-71D0511904EF}" srcId="{93306548-0D0F-4AB9-80B3-BDA31926FE6E}" destId="{ADC0AC10-5B2D-463B-A712-1F9A6FBB1CBF}" srcOrd="0" destOrd="0" parTransId="{8C02A526-00ED-4717-A187-30D90304C23C}" sibTransId="{28AF1F7A-04CA-41DA-94D6-E703D60D3968}"/>
    <dgm:cxn modelId="{92B022F0-C68A-4BC6-95F7-F6EAA65ED414}" srcId="{38B48C61-E479-4ED2-AB96-393EED9C6834}" destId="{BC86D71A-0CC8-4003-BE71-03CEF1467380}" srcOrd="1" destOrd="0" parTransId="{B107F3FD-ECCB-488E-B6FA-1F85D17F2B12}" sibTransId="{171AF30D-33F1-4AB0-B9C3-D63B7B5861B1}"/>
    <dgm:cxn modelId="{C8ADE516-54FC-4829-B5DE-82AFDBF7CBBD}" type="presParOf" srcId="{A2BDF07C-AFEC-4ABA-B2F9-F5A01643B0A5}" destId="{D1AD2A30-6339-49A7-BA13-32F5F721877E}" srcOrd="0" destOrd="0" presId="urn:microsoft.com/office/officeart/2005/8/layout/vList5"/>
    <dgm:cxn modelId="{FD24CEAE-5C9F-4C42-B719-0CACF42684B7}" type="presParOf" srcId="{D1AD2A30-6339-49A7-BA13-32F5F721877E}" destId="{E1E9233F-5552-4681-AF6E-A5F4D6D065D4}" srcOrd="0" destOrd="0" presId="urn:microsoft.com/office/officeart/2005/8/layout/vList5"/>
    <dgm:cxn modelId="{B3CD03EC-AD73-4D54-A90A-11C2FD24D83A}" type="presParOf" srcId="{D1AD2A30-6339-49A7-BA13-32F5F721877E}" destId="{E5EA4E6A-0484-48EE-BE00-6D4A9D6B3433}" srcOrd="1" destOrd="0" presId="urn:microsoft.com/office/officeart/2005/8/layout/vList5"/>
    <dgm:cxn modelId="{89EC8807-E022-4AEC-9716-B98F64CBDC1C}" type="presParOf" srcId="{A2BDF07C-AFEC-4ABA-B2F9-F5A01643B0A5}" destId="{51248080-B7A7-4575-8448-A6AB476B9D5F}" srcOrd="1" destOrd="0" presId="urn:microsoft.com/office/officeart/2005/8/layout/vList5"/>
    <dgm:cxn modelId="{4DB1D5B3-167F-465D-ADEE-52C1D0DD5C76}" type="presParOf" srcId="{A2BDF07C-AFEC-4ABA-B2F9-F5A01643B0A5}" destId="{A3BDDC73-0975-43A5-9C5F-79AD00B2FF68}" srcOrd="2" destOrd="0" presId="urn:microsoft.com/office/officeart/2005/8/layout/vList5"/>
    <dgm:cxn modelId="{DDEA4A86-E815-4CD7-ADDB-D64F6F1FF9A1}" type="presParOf" srcId="{A3BDDC73-0975-43A5-9C5F-79AD00B2FF68}" destId="{C94F88AA-2C37-47D6-90B2-CD5AB9BD847D}" srcOrd="0" destOrd="0" presId="urn:microsoft.com/office/officeart/2005/8/layout/vList5"/>
    <dgm:cxn modelId="{75A88204-E738-413A-BE36-C77B63449ED3}" type="presParOf" srcId="{A3BDDC73-0975-43A5-9C5F-79AD00B2FF68}" destId="{2A4A3C95-5F8D-4E43-BD32-B5C61BAA3D1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A4E6A-0484-48EE-BE00-6D4A9D6B3433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kern="1200"/>
            <a:t>Doe niets</a:t>
          </a:r>
        </a:p>
      </dsp:txBody>
      <dsp:txXfrm rot="-5400000">
        <a:off x="3785616" y="295201"/>
        <a:ext cx="6647092" cy="1532257"/>
      </dsp:txXfrm>
    </dsp:sp>
    <dsp:sp modelId="{E1E9233F-5552-4681-AF6E-A5F4D6D065D4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Als isDragging == false</a:t>
          </a:r>
        </a:p>
      </dsp:txBody>
      <dsp:txXfrm>
        <a:off x="103614" y="103667"/>
        <a:ext cx="3578388" cy="1915324"/>
      </dsp:txXfrm>
    </dsp:sp>
    <dsp:sp modelId="{2A4A3C95-5F8D-4E43-BD32-B5C61BAA3D17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kern="1200"/>
            <a:t>Zet het object op de position van de muiscoordinaten</a:t>
          </a:r>
        </a:p>
      </dsp:txBody>
      <dsp:txXfrm rot="-5400000">
        <a:off x="3785616" y="2523880"/>
        <a:ext cx="6647092" cy="1532257"/>
      </dsp:txXfrm>
    </dsp:sp>
    <dsp:sp modelId="{C94F88AA-2C37-47D6-90B2-CD5AB9BD847D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In het </a:t>
          </a:r>
          <a:r>
            <a:rPr lang="en-US" sz="3200" kern="1200" dirty="0" err="1"/>
            <a:t>andere</a:t>
          </a:r>
          <a:r>
            <a:rPr lang="en-US" sz="3200" kern="1200" dirty="0"/>
            <a:t> </a:t>
          </a:r>
          <a:r>
            <a:rPr lang="en-US" sz="3200" kern="1200" dirty="0" err="1"/>
            <a:t>geval</a:t>
          </a:r>
          <a:r>
            <a:rPr lang="en-US" sz="3200" kern="1200" dirty="0"/>
            <a:t> (</a:t>
          </a:r>
          <a:r>
            <a:rPr lang="en-US" sz="3200" kern="1200" dirty="0" err="1"/>
            <a:t>als</a:t>
          </a:r>
          <a:r>
            <a:rPr lang="en-US" sz="3200" kern="1200" dirty="0"/>
            <a:t> </a:t>
          </a:r>
          <a:r>
            <a:rPr lang="en-US" sz="3200" kern="1200" dirty="0" err="1"/>
            <a:t>isDragging</a:t>
          </a:r>
          <a:r>
            <a:rPr lang="en-US" sz="3200" kern="1200" dirty="0"/>
            <a:t> </a:t>
          </a:r>
          <a:r>
            <a:rPr lang="en-US" sz="3200" kern="1200" dirty="0" err="1"/>
            <a:t>dus</a:t>
          </a:r>
          <a:r>
            <a:rPr lang="en-US" sz="3200" kern="1200" dirty="0"/>
            <a:t> True is)</a:t>
          </a:r>
        </a:p>
      </dsp:txBody>
      <dsp:txXfrm>
        <a:off x="103614" y="2332346"/>
        <a:ext cx="3578388" cy="1915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BD82B5-808D-95EC-22E8-E936FCA83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4C60ADF-B127-FDCC-7840-A2E95363A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843FBAA-D46F-1A20-B72B-9B2C9ED19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C71E75F-CF71-CF59-BC77-A7E32A43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D09F308-D4FF-D7EF-0A13-41FE3A863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8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D64AD-6AA7-2705-91C3-040B0B52C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67F6454-FC49-D51B-8A58-825C9D4B2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83F3A5B-4337-6FA4-96C7-CBBE8DBA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1FD9D3-D085-EB14-AE73-2F0E8073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6648D5C-6D02-0C6F-590E-90AA183D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3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429FF2-0AD7-6C8B-ADCD-90929F21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32C358C-A768-8D0E-5183-4722B18EB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1A2C6E4-661A-DB05-38D1-6F20DD5D7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4A89E0B-893C-356F-3D15-20180668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674F71B-7B32-F146-87C6-C9744BDB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47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4CDE65-7A19-2DD2-0F19-A75515BE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4F95D9-E941-F9FD-6326-535596D63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066CF9A-8CE1-F648-8340-72F5093A8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35C144A-1B09-8E36-C670-52C726EB7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823780E-1C12-EF7A-DBF9-034C386F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CC0EFCC-3288-4755-89A3-36297F18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30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D755B0-8487-FAE8-06C2-E0446CED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927E271-DF3B-23ED-F59F-91530CC97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4E6AD71-7852-1F96-1735-D4C7B6F8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509C3C4-79AD-AB89-DC46-FADBD28578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6D7CD02-33AC-4769-1A1D-C3B4E95EA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3CF5B54-13DC-9AA7-084E-50830D31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FA3E1E4-EC26-61D1-D798-3114E62EB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10D93D8-17E9-2111-E800-FBA8A3FE2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43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23579C-9117-FAB1-8985-4F7D6EF29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4309289-6758-C694-49F8-3352BC59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E0DAA5C-8412-3C3E-A572-3E4753705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DE5A297-11F8-3A8C-1857-4EA6ED66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4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B191001-3049-23F7-FA05-2ADA086CC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AC2DFD5-5D03-E2CB-1D76-279310EA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974D7D7-2AF2-78F1-0CD8-F60F1B52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92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F506C2-885D-D8B4-C4A9-BAB2B6A7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C7FBEFB-DBD5-9E20-0CD2-AC5324F97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E2CEFC9-ECBF-12D1-A19F-914DD5F94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7DB81FC-33BF-C82A-FE4D-A133EE4E3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C92168E-3B1A-251D-82C8-8212D7611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9AF2265-39CE-D899-193B-F8652B9A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87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80D2A-FE30-7351-3F4C-DAE85032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8C43A1A-6A51-38A4-4661-BED20ADB7EB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932574A-CFD2-B75A-6B35-3799DA049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EEDF64F-96FE-18F8-ADEF-7160ECE6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7B57D70-FB1F-306B-9F06-1DB9F249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6D8F915-D4F8-5BC6-D003-7713DCA7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39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C201DA-FE60-AF00-F4D8-8B552B2C5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2AFD736-F245-C615-B6AE-51E006BBC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D7ADFF-983F-D9C2-F4FD-A80BBC9D4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160D3F8-A674-4134-EE1C-85277A047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3E237AE-556E-4E6C-BF2B-E7CE7C44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53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13F971A-FB4E-AF53-0DF7-12E19DAC5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37E3FC7-6D3C-BFDB-C0E1-CA57CAD67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20EDED-AAAE-7776-82DC-0AFB015E4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C1D7DE3-296B-73FA-7901-D281B8F14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6982C28-B96B-5C4E-F8FB-63B96F27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75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48B2A87-24FE-318F-160D-9083F38CB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A85C430-7F49-F785-D016-BB9A468B2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0045CC-0333-D3BA-8CAA-42C466269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C32B3-A71F-433F-9A67-96A1E90EBC75}" type="datetimeFigureOut">
              <a:rPr lang="en-US" smtClean="0"/>
              <a:t>26-Oct-26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6034FBE-C6F4-F4A4-BEB7-3E1970CCB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058FDDE-BC91-D815-8D9C-F04002636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F7E12-3A8B-4A4F-A400-6AC5B3BEBF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0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4384B1-F371-27ED-A10F-A8896138E5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Les1</a:t>
            </a:r>
            <a:endParaRPr lang="en-US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8524984-D402-FFFD-8303-7B63F9FFD3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Draggable</a:t>
            </a:r>
            <a:r>
              <a:rPr lang="nl-NL" dirty="0"/>
              <a:t> 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05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311E2-FAF0-A779-4571-B6FEEAFD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Leerdoel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A73B1A0-12E7-27E9-B397-53338C88E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Ontwerpen en realiseren 2D </a:t>
            </a:r>
            <a:r>
              <a:rPr lang="nl-NL" dirty="0" err="1"/>
              <a:t>draggable</a:t>
            </a:r>
            <a:r>
              <a:rPr lang="nl-NL" dirty="0"/>
              <a:t> point in </a:t>
            </a:r>
            <a:r>
              <a:rPr lang="nl-NL" dirty="0" err="1"/>
              <a:t>Unity</a:t>
            </a:r>
            <a:endParaRPr lang="nl-NL" dirty="0"/>
          </a:p>
          <a:p>
            <a:r>
              <a:rPr lang="nl-NL" dirty="0"/>
              <a:t>Een prefab maken van een de </a:t>
            </a:r>
            <a:r>
              <a:rPr lang="nl-NL" dirty="0" err="1"/>
              <a:t>draggable</a:t>
            </a:r>
            <a:r>
              <a:rPr lang="nl-NL" dirty="0"/>
              <a:t> point</a:t>
            </a:r>
          </a:p>
          <a:p>
            <a:r>
              <a:rPr lang="nl-NL" dirty="0"/>
              <a:t>Werken met Input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638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DD5B88-BDA0-DF23-89CA-517EDC11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Opzet project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ECE0809-4124-4904-4AC0-07FB1EF20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Maak een nieuw </a:t>
            </a:r>
            <a:r>
              <a:rPr lang="nl-NL" dirty="0" err="1"/>
              <a:t>Unity</a:t>
            </a:r>
            <a:r>
              <a:rPr lang="nl-NL" dirty="0"/>
              <a:t> project aan</a:t>
            </a:r>
          </a:p>
          <a:p>
            <a:pPr lvl="1"/>
            <a:r>
              <a:rPr lang="nl-NL" dirty="0"/>
              <a:t>Naam: AMP</a:t>
            </a:r>
          </a:p>
          <a:p>
            <a:pPr lvl="1"/>
            <a:r>
              <a:rPr lang="nl-NL" dirty="0"/>
              <a:t>Universal 2D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42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A51C03-3130-970F-A846-62BC896C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Opruimen wat we niet nodig hebben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414721-EEBE-5AB5-1015-A2B667075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Sleep de default objecten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DefaultVolumeProfile</a:t>
            </a:r>
            <a:r>
              <a:rPr lang="nl-NL" dirty="0"/>
              <a:t>,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InputSystem_Actions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/>
              <a:t>en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UniversalRenderPipelineGlobalSettings</a:t>
            </a:r>
            <a:r>
              <a:rPr lang="nl-NL" dirty="0"/>
              <a:t> in de folder </a:t>
            </a:r>
            <a:r>
              <a:rPr lang="nl-NL" dirty="0" err="1"/>
              <a:t>Settings</a:t>
            </a:r>
            <a:r>
              <a:rPr lang="nl-NL" dirty="0"/>
              <a:t> (gaan we met dit project niet nodig hebben)</a:t>
            </a:r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en-US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6C9E4E6-28F0-E1E1-BC42-914BFFD28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99" y="4209123"/>
            <a:ext cx="4153260" cy="1318374"/>
          </a:xfrm>
          <a:prstGeom prst="rect">
            <a:avLst/>
          </a:prstGeom>
        </p:spPr>
      </p:pic>
      <p:sp>
        <p:nvSpPr>
          <p:cNvPr id="8" name="Pijl: gekromd omlaag 7">
            <a:extLst>
              <a:ext uri="{FF2B5EF4-FFF2-40B4-BE49-F238E27FC236}">
                <a16:creationId xmlns:a16="http://schemas.microsoft.com/office/drawing/2014/main" id="{2B50BECD-7550-4F68-EBB1-526356A5009F}"/>
              </a:ext>
            </a:extLst>
          </p:cNvPr>
          <p:cNvSpPr/>
          <p:nvPr/>
        </p:nvSpPr>
        <p:spPr>
          <a:xfrm flipH="1">
            <a:off x="3759199" y="3756148"/>
            <a:ext cx="1592827" cy="651387"/>
          </a:xfrm>
          <a:prstGeom prst="curved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CE3E2F84-5971-75FC-BA71-D9E2BD0DD144}"/>
              </a:ext>
            </a:extLst>
          </p:cNvPr>
          <p:cNvSpPr/>
          <p:nvPr/>
        </p:nvSpPr>
        <p:spPr>
          <a:xfrm>
            <a:off x="4001730" y="4399735"/>
            <a:ext cx="2389238" cy="112776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8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0CE2E8-48A8-679E-B1D9-267D7ED63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Opzet Project AMP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A4FBFF0-396D-5210-26BD-39C30B3E4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Maak in het project-venster in de map Assets een nieuwe folder aan met als naam AMP (afkorting van </a:t>
            </a:r>
            <a:r>
              <a:rPr lang="nl-NL" dirty="0" err="1"/>
              <a:t>Applied</a:t>
            </a:r>
            <a:r>
              <a:rPr lang="nl-NL" dirty="0"/>
              <a:t> Math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Physics</a:t>
            </a:r>
            <a:r>
              <a:rPr lang="nl-NL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14F1E06-68BB-32F8-6B7C-73F103923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214" y="3593588"/>
            <a:ext cx="2415749" cy="8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209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5891D96-6EEA-8CA2-7DD9-048811FF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Exercise1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EB981B0-DACE-AB01-5353-4D7159217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4831777" cy="1500187"/>
          </a:xfrm>
        </p:spPr>
        <p:txBody>
          <a:bodyPr/>
          <a:lstStyle/>
          <a:p>
            <a:r>
              <a:rPr lang="en-US" dirty="0" err="1"/>
              <a:t>PreFab</a:t>
            </a:r>
            <a:r>
              <a:rPr lang="en-US" dirty="0"/>
              <a:t>: </a:t>
            </a:r>
            <a:r>
              <a:rPr lang="en-US" dirty="0" err="1"/>
              <a:t>DraggablePoint</a:t>
            </a:r>
            <a:endParaRPr lang="en-US" dirty="0"/>
          </a:p>
        </p:txBody>
      </p:sp>
      <p:pic>
        <p:nvPicPr>
          <p:cNvPr id="9" name="Tijdelijke aanduiding voor inhoud 4">
            <a:extLst>
              <a:ext uri="{FF2B5EF4-FFF2-40B4-BE49-F238E27FC236}">
                <a16:creationId xmlns:a16="http://schemas.microsoft.com/office/drawing/2014/main" id="{EA56FF69-AD61-E7FB-7048-EF2CF47E8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374" y="2092095"/>
            <a:ext cx="3781732" cy="305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8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BC46B9-C519-8589-D750-5251560C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1036674"/>
            <a:ext cx="3689096" cy="35143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Folders PreFab en Excercise1 in AMP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37F669B-30DD-1DA6-DBE5-C27F66F8B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2" y="4582814"/>
            <a:ext cx="3689094" cy="131265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Maak in de folder AMP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folder </a:t>
            </a:r>
            <a:r>
              <a:rPr lang="en-US" sz="2000" kern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PreFab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Folder </a:t>
            </a:r>
            <a:r>
              <a:rPr lang="en-US" sz="2000" kern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Excercise1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411319B-9DE1-299F-1140-7050644AB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862" y="1488811"/>
            <a:ext cx="4811872" cy="331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12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1F98B-337E-50AA-0121-7F3C2B324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265"/>
            <a:ext cx="5791199" cy="1401183"/>
          </a:xfrm>
        </p:spPr>
        <p:txBody>
          <a:bodyPr>
            <a:normAutofit/>
          </a:bodyPr>
          <a:lstStyle/>
          <a:p>
            <a:r>
              <a:rPr lang="nl-NL" sz="3200"/>
              <a:t>Scene (2D), GameObject, MB-Script</a:t>
            </a:r>
            <a:endParaRPr lang="en-US" sz="32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150FECD-E975-D5CB-685E-95B44FFD7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5791199" cy="3602935"/>
          </a:xfrm>
        </p:spPr>
        <p:txBody>
          <a:bodyPr>
            <a:normAutofit/>
          </a:bodyPr>
          <a:lstStyle/>
          <a:p>
            <a:r>
              <a:rPr lang="nl-NL" sz="2000"/>
              <a:t>Maak een nieuwe </a:t>
            </a:r>
            <a:r>
              <a:rPr lang="nl-NL" sz="2000" b="1"/>
              <a:t>2D-scene </a:t>
            </a:r>
            <a:r>
              <a:rPr lang="nl-NL" sz="2000"/>
              <a:t>met als naam </a:t>
            </a:r>
            <a:r>
              <a:rPr lang="nl-NL" sz="2000">
                <a:latin typeface="Courier New" panose="02070309020205020404" pitchFamily="49" charset="0"/>
                <a:cs typeface="Courier New" panose="02070309020205020404" pitchFamily="49" charset="0"/>
              </a:rPr>
              <a:t>Exercise1 </a:t>
            </a:r>
            <a:r>
              <a:rPr lang="nl-NL" sz="2000"/>
              <a:t>en sla deze scene op in de map </a:t>
            </a:r>
            <a:r>
              <a:rPr lang="nl-NL" sz="2000">
                <a:latin typeface="Courier New" panose="02070309020205020404" pitchFamily="49" charset="0"/>
                <a:cs typeface="Courier New" panose="02070309020205020404" pitchFamily="49" charset="0"/>
              </a:rPr>
              <a:t>Exercise1</a:t>
            </a:r>
          </a:p>
          <a:p>
            <a:r>
              <a:rPr lang="nl-NL" sz="2000"/>
              <a:t>Maak een nieuw </a:t>
            </a:r>
            <a:r>
              <a:rPr lang="nl-NL" sz="2000" b="1"/>
              <a:t>Monobehavour Script </a:t>
            </a:r>
            <a:r>
              <a:rPr lang="nl-NL" sz="2000"/>
              <a:t>met als naam ook </a:t>
            </a:r>
            <a:r>
              <a:rPr lang="nl-NL" sz="2000">
                <a:latin typeface="Courier New" panose="02070309020205020404" pitchFamily="49" charset="0"/>
                <a:cs typeface="Courier New" panose="02070309020205020404" pitchFamily="49" charset="0"/>
              </a:rPr>
              <a:t>Exercise1</a:t>
            </a:r>
          </a:p>
          <a:p>
            <a:r>
              <a:rPr lang="nl-NL" sz="2000"/>
              <a:t>Maak in de Hierarchy een leeg </a:t>
            </a:r>
            <a:r>
              <a:rPr lang="nl-NL" sz="2000" b="1"/>
              <a:t>GameObject</a:t>
            </a:r>
            <a:r>
              <a:rPr lang="nl-NL" sz="2000"/>
              <a:t> met ook als naam </a:t>
            </a:r>
            <a:r>
              <a:rPr lang="nl-NL" sz="2000">
                <a:latin typeface="Courier New" panose="02070309020205020404" pitchFamily="49" charset="0"/>
                <a:cs typeface="Courier New" panose="02070309020205020404" pitchFamily="49" charset="0"/>
              </a:rPr>
              <a:t>Exercise1</a:t>
            </a:r>
          </a:p>
          <a:p>
            <a:pPr lvl="1"/>
            <a:r>
              <a:rPr lang="nl-NL" sz="2000"/>
              <a:t>Koppel het gameobject Exercise1 met het script Exercise1</a:t>
            </a:r>
          </a:p>
          <a:p>
            <a:pPr marL="0" indent="0">
              <a:buNone/>
            </a:pPr>
            <a:endParaRPr lang="nl-NL" sz="2000"/>
          </a:p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8BC164-E230-753F-2C7E-B4EE7BA7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8086" y="0"/>
            <a:ext cx="4803913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B5F4C6E-3656-C411-952A-AE689CD72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191" y="960491"/>
            <a:ext cx="3452192" cy="493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41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D3FC64-359E-4F72-DEE3-6830BA01D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6151418" cy="1402470"/>
          </a:xfrm>
        </p:spPr>
        <p:txBody>
          <a:bodyPr>
            <a:normAutofit/>
          </a:bodyPr>
          <a:lstStyle/>
          <a:p>
            <a:r>
              <a:rPr lang="nl-NL" sz="3200"/>
              <a:t>DraggablePoint</a:t>
            </a:r>
            <a:endParaRPr lang="en-US" sz="32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Afbeelding 8">
            <a:extLst>
              <a:ext uri="{FF2B5EF4-FFF2-40B4-BE49-F238E27FC236}">
                <a16:creationId xmlns:a16="http://schemas.microsoft.com/office/drawing/2014/main" id="{35697F29-FC4C-D1FA-6F27-50B09828F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235" y="704893"/>
            <a:ext cx="2952686" cy="1683032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D56F533-520A-1E85-97A0-B56D0359F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2551176"/>
            <a:ext cx="6151418" cy="3591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We gaan nu eerst een </a:t>
            </a:r>
            <a:r>
              <a:rPr lang="nl-NL" sz="2000" dirty="0" err="1"/>
              <a:t>PreFab</a:t>
            </a:r>
            <a:r>
              <a:rPr lang="nl-NL" sz="2000" dirty="0"/>
              <a:t> van een </a:t>
            </a:r>
            <a:r>
              <a:rPr lang="nl-NL" sz="2000" dirty="0" err="1"/>
              <a:t>DraggablePoint</a:t>
            </a:r>
            <a:r>
              <a:rPr lang="nl-NL" sz="2000" dirty="0"/>
              <a:t> maken</a:t>
            </a:r>
          </a:p>
          <a:p>
            <a:r>
              <a:rPr lang="nl-NL" sz="2000" dirty="0"/>
              <a:t>Maak in de </a:t>
            </a:r>
            <a:r>
              <a:rPr lang="nl-NL" sz="2000" dirty="0" err="1"/>
              <a:t>Hierarchy</a:t>
            </a:r>
            <a:r>
              <a:rPr lang="nl-NL" sz="2000" dirty="0"/>
              <a:t> een 2D-Sprite </a:t>
            </a:r>
            <a:r>
              <a:rPr lang="nl-NL" sz="2000" dirty="0" err="1"/>
              <a:t>circle</a:t>
            </a:r>
            <a:r>
              <a:rPr lang="nl-NL" sz="2000" dirty="0"/>
              <a:t> met als naam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DraggablePoint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D0DDF643-392F-48B9-F41A-8E488F8EB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236" y="3280876"/>
            <a:ext cx="3049581" cy="28971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B48C3683-3407-CA12-1F3E-65FE183EA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236" y="4463538"/>
            <a:ext cx="2504976" cy="168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7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BD775F-C6E1-97DA-7B63-40D33539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nl-NL" sz="4000"/>
              <a:t>MB-script DraggablePoint</a:t>
            </a:r>
            <a:endParaRPr lang="en-US" sz="400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2F1228-1C2B-656A-DE7B-2B1216731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321476"/>
            <a:ext cx="4864875" cy="3850724"/>
          </a:xfrm>
        </p:spPr>
        <p:txBody>
          <a:bodyPr anchor="ctr">
            <a:normAutofit/>
          </a:bodyPr>
          <a:lstStyle/>
          <a:p>
            <a:r>
              <a:rPr lang="nl-NL" sz="2000" dirty="0"/>
              <a:t>Maak ook in de map </a:t>
            </a:r>
            <a:r>
              <a:rPr lang="nl-NL" sz="2000" dirty="0" err="1"/>
              <a:t>PreFab</a:t>
            </a:r>
            <a:r>
              <a:rPr lang="nl-NL" sz="2000" dirty="0"/>
              <a:t> een </a:t>
            </a:r>
            <a:r>
              <a:rPr lang="nl-NL" sz="2000" dirty="0" err="1"/>
              <a:t>MonoBehavour</a:t>
            </a:r>
            <a:r>
              <a:rPr lang="nl-NL" sz="2000" dirty="0"/>
              <a:t>-script aan met als naam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DraggablePoint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NL" sz="2000" dirty="0"/>
              <a:t>Koppel het </a:t>
            </a:r>
            <a:r>
              <a:rPr lang="nl-NL" sz="2000" dirty="0" err="1"/>
              <a:t>GameObject</a:t>
            </a:r>
            <a:r>
              <a:rPr lang="nl-NL" sz="2000" dirty="0"/>
              <a:t> </a:t>
            </a:r>
            <a:r>
              <a:rPr lang="nl-NL" sz="2000" dirty="0" err="1"/>
              <a:t>DraggablePoint</a:t>
            </a:r>
            <a:r>
              <a:rPr lang="nl-NL" sz="2000" dirty="0"/>
              <a:t> aan het Script </a:t>
            </a:r>
            <a:r>
              <a:rPr lang="nl-NL" sz="2000" dirty="0" err="1"/>
              <a:t>DraggablePoint</a:t>
            </a:r>
            <a:endParaRPr lang="en-US" sz="2000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DED4466-9BEB-56B9-9718-AF2617304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2374200"/>
            <a:ext cx="5178206" cy="370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83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64C7FB-BAA5-6FD9-1AD8-4550827F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Test </a:t>
            </a:r>
            <a:r>
              <a:rPr lang="nl-NL" dirty="0" err="1"/>
              <a:t>DraggablePoint</a:t>
            </a:r>
            <a:r>
              <a:rPr lang="nl-NL" dirty="0"/>
              <a:t> in Exercise1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643DB78-E3C3-6069-4D74-D6E6B57FC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29568" cy="4351338"/>
          </a:xfrm>
        </p:spPr>
        <p:txBody>
          <a:bodyPr/>
          <a:lstStyle/>
          <a:p>
            <a:r>
              <a:rPr lang="nl-NL" dirty="0"/>
              <a:t>Wij maken een Klasse Exercise1 om de Klasse </a:t>
            </a:r>
            <a:r>
              <a:rPr lang="nl-NL" dirty="0" err="1"/>
              <a:t>DraggablePoint</a:t>
            </a:r>
            <a:r>
              <a:rPr lang="nl-NL" dirty="0"/>
              <a:t> te testen</a:t>
            </a:r>
          </a:p>
          <a:p>
            <a:pPr lvl="1"/>
            <a:r>
              <a:rPr lang="nl-NL" dirty="0"/>
              <a:t>Maak een in Exercise1 een [</a:t>
            </a:r>
            <a:r>
              <a:rPr lang="nl-NL" dirty="0" err="1"/>
              <a:t>SerializeField</a:t>
            </a:r>
            <a:r>
              <a:rPr lang="nl-NL" dirty="0"/>
              <a:t>] met als </a:t>
            </a:r>
            <a:r>
              <a:rPr lang="nl-NL" dirty="0" err="1"/>
              <a:t>Klassenaam</a:t>
            </a:r>
            <a:r>
              <a:rPr lang="nl-NL" dirty="0"/>
              <a:t> </a:t>
            </a:r>
            <a:r>
              <a:rPr lang="nl-NL" dirty="0" err="1"/>
              <a:t>DraggablePoint</a:t>
            </a:r>
            <a:endParaRPr lang="nl-NL" dirty="0"/>
          </a:p>
          <a:p>
            <a:pPr lvl="1"/>
            <a:r>
              <a:rPr lang="nl-NL" dirty="0"/>
              <a:t>Selecteer in de </a:t>
            </a:r>
            <a:r>
              <a:rPr lang="nl-NL" dirty="0" err="1"/>
              <a:t>Hierarchy</a:t>
            </a:r>
            <a:r>
              <a:rPr lang="nl-NL" dirty="0"/>
              <a:t> de Exercise1 en sleep de </a:t>
            </a:r>
            <a:r>
              <a:rPr lang="nl-NL" dirty="0" err="1"/>
              <a:t>DraggablePoint</a:t>
            </a:r>
            <a:r>
              <a:rPr lang="nl-NL" dirty="0"/>
              <a:t> in het </a:t>
            </a:r>
            <a:r>
              <a:rPr lang="nl-NL" dirty="0" err="1"/>
              <a:t>inputBlok</a:t>
            </a: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82CF2CF-AA04-DA45-19C3-589D43690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32" y="4338028"/>
            <a:ext cx="3401962" cy="251997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6E4D2C5-9B2E-4FAE-5D00-E9E2090B8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373" y="4001294"/>
            <a:ext cx="3139712" cy="2712955"/>
          </a:xfrm>
          <a:prstGeom prst="rect">
            <a:avLst/>
          </a:prstGeom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7880F8F9-9289-AF03-45AF-CAAB27363CFC}"/>
              </a:ext>
            </a:extLst>
          </p:cNvPr>
          <p:cNvCxnSpPr/>
          <p:nvPr/>
        </p:nvCxnSpPr>
        <p:spPr>
          <a:xfrm>
            <a:off x="4247535" y="5161935"/>
            <a:ext cx="2576052" cy="101502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84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800D675-B3E5-C600-7F78-FE4035080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nl-NL" sz="5000"/>
              <a:t>Colormanagment DraggablePoint</a:t>
            </a:r>
            <a:endParaRPr lang="en-US" sz="500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2713D07-4836-99AB-4DF7-B640E718E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>
            <a:normAutofit/>
          </a:bodyPr>
          <a:lstStyle/>
          <a:p>
            <a:r>
              <a:rPr lang="nl-NL" sz="2400"/>
              <a:t>Maak de klasse zodat de cirkel standaard een witte kleur heeft</a:t>
            </a:r>
          </a:p>
          <a:p>
            <a:r>
              <a:rPr lang="nl-NL" sz="2400"/>
              <a:t>Maar er is een eigenschap </a:t>
            </a:r>
            <a:r>
              <a:rPr lang="nl-NL" sz="2400" b="1"/>
              <a:t>color</a:t>
            </a:r>
            <a:r>
              <a:rPr lang="nl-NL" sz="2400"/>
              <a:t>, waarmee je de DraggablePoint een andere kleur kan geven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11825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kstvak 4">
            <a:extLst>
              <a:ext uri="{FF2B5EF4-FFF2-40B4-BE49-F238E27FC236}">
                <a16:creationId xmlns:a16="http://schemas.microsoft.com/office/drawing/2014/main" id="{7F5EAD52-D9F1-53B7-BF88-0A58E8DFF12A}"/>
              </a:ext>
            </a:extLst>
          </p:cNvPr>
          <p:cNvSpPr txBox="1"/>
          <p:nvPr/>
        </p:nvSpPr>
        <p:spPr>
          <a:xfrm>
            <a:off x="5138928" y="1338729"/>
            <a:ext cx="4795584" cy="4180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using UnityEngine;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public class </a:t>
            </a:r>
            <a:r>
              <a:rPr lang="en-US" sz="1100" b="1">
                <a:effectLst/>
              </a:rPr>
              <a:t>DraggablePoint</a:t>
            </a:r>
            <a:r>
              <a:rPr lang="en-US" sz="1100">
                <a:effectLst/>
              </a:rPr>
              <a:t> : </a:t>
            </a:r>
            <a:r>
              <a:rPr lang="en-US" sz="1100" b="1">
                <a:effectLst/>
              </a:rPr>
              <a:t>MonoBehaviour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{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    </a:t>
            </a:r>
            <a:r>
              <a:rPr lang="en-US" sz="1100" b="1">
                <a:effectLst/>
              </a:rPr>
              <a:t>SpriteRenderer</a:t>
            </a:r>
            <a:r>
              <a:rPr lang="en-US" sz="1100">
                <a:effectLst/>
              </a:rPr>
              <a:t> spriteRenderer;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    public </a:t>
            </a:r>
            <a:r>
              <a:rPr lang="en-US" sz="1100" b="1">
                <a:effectLst/>
              </a:rPr>
              <a:t>Color</a:t>
            </a:r>
            <a:r>
              <a:rPr lang="en-US" sz="1100">
                <a:effectLst/>
              </a:rPr>
              <a:t> color = </a:t>
            </a:r>
            <a:r>
              <a:rPr lang="en-US" sz="1100" b="1">
                <a:effectLst/>
              </a:rPr>
              <a:t>Color</a:t>
            </a:r>
            <a:r>
              <a:rPr lang="en-US" sz="1100">
                <a:effectLst/>
              </a:rPr>
              <a:t>.white;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    void Start()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    {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        spriteRenderer = GetComponent&lt;</a:t>
            </a:r>
            <a:r>
              <a:rPr lang="en-US" sz="1100" b="1">
                <a:effectLst/>
              </a:rPr>
              <a:t>SpriteRenderer</a:t>
            </a:r>
            <a:r>
              <a:rPr lang="en-US" sz="1100">
                <a:effectLst/>
              </a:rPr>
              <a:t>&gt;();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        SetColor(color);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    }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    public void SetColor(</a:t>
            </a:r>
            <a:r>
              <a:rPr lang="en-US" sz="1100" b="1">
                <a:effectLst/>
              </a:rPr>
              <a:t>Color</a:t>
            </a:r>
            <a:r>
              <a:rPr lang="en-US" sz="1100">
                <a:effectLst/>
              </a:rPr>
              <a:t> newColor)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    {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        spriteRenderer.color = newColor;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    }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0631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C3A5DF-C8DD-04D7-A754-966ABABE1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1036674"/>
            <a:ext cx="3689096" cy="35143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Nieuwe Input Action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DCC634-1262-F3B7-39D4-9E27E7BE1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2" y="4582814"/>
            <a:ext cx="3689094" cy="131265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Maak in de map AMP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een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nieuwe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Action met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naam </a:t>
            </a:r>
            <a:r>
              <a:rPr lang="en-US" sz="2000" kern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AMP-actions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594704BF-1A28-B5DD-1FF4-E5608C272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862" y="1931177"/>
            <a:ext cx="4811872" cy="242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23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3C8E22F-1818-07D0-4711-D51FD1BC5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nl-NL" sz="3400"/>
              <a:t>Maak een nieuwe Action Map</a:t>
            </a:r>
            <a:endParaRPr lang="en-US" sz="340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38EBF72-FBC0-1505-31EF-18A87D99A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nl-NL" sz="1200"/>
              <a:t>Action Map; AMP</a:t>
            </a:r>
          </a:p>
          <a:p>
            <a:r>
              <a:rPr lang="nl-NL" sz="1200"/>
              <a:t>Actions:</a:t>
            </a:r>
          </a:p>
          <a:p>
            <a:pPr lvl="1"/>
            <a:r>
              <a:rPr lang="nl-NL" sz="1200"/>
              <a:t>Press (button)</a:t>
            </a:r>
          </a:p>
          <a:p>
            <a:pPr lvl="2"/>
            <a:r>
              <a:rPr lang="nl-NL" sz="1200"/>
              <a:t>Binding: Pointer -&gt; Press</a:t>
            </a:r>
          </a:p>
          <a:p>
            <a:pPr lvl="1"/>
            <a:r>
              <a:rPr lang="nl-NL" sz="1200"/>
              <a:t>Point (value)</a:t>
            </a:r>
          </a:p>
          <a:p>
            <a:pPr lvl="2"/>
            <a:r>
              <a:rPr lang="nl-NL" sz="1200"/>
              <a:t>Binding: Pointer -&gt; Position</a:t>
            </a:r>
          </a:p>
          <a:p>
            <a:endParaRPr lang="en-US" sz="120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E47CAF4-CC3D-9A5E-0322-54FF2BE51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14562"/>
            <a:ext cx="10917936" cy="371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52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073E10-552A-87ED-DC7C-151BBA97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Unit </a:t>
            </a:r>
            <a:r>
              <a:rPr lang="nl-NL" dirty="0" err="1"/>
              <a:t>InputSystem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98FB1B2-059F-5C47-18EE-602E7FD40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61415"/>
          </a:xfrm>
        </p:spPr>
        <p:txBody>
          <a:bodyPr/>
          <a:lstStyle/>
          <a:p>
            <a:r>
              <a:rPr lang="nl-NL" dirty="0"/>
              <a:t>Voeg bij het script van de </a:t>
            </a:r>
            <a:r>
              <a:rPr lang="nl-NL" dirty="0" err="1"/>
              <a:t>DraggablePoint</a:t>
            </a:r>
            <a:r>
              <a:rPr lang="nl-NL" dirty="0"/>
              <a:t> de unit </a:t>
            </a:r>
            <a:r>
              <a:rPr lang="nl-NL" dirty="0" err="1"/>
              <a:t>Unity.InputSystem</a:t>
            </a:r>
            <a:r>
              <a:rPr lang="nl-NL" dirty="0"/>
              <a:t> toe</a:t>
            </a: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A52D388-5637-2F6F-DB3D-7E8769D79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04500"/>
            <a:ext cx="10326109" cy="160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04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83C1B21-D9FA-4997-0AA6-72A34FFE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Importeer de InputActionReferences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1EE2E02-E8BE-3C70-6DAC-42199A36F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2419141"/>
            <a:ext cx="10909643" cy="55265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Declareer in het declaratie-gedeelte van de klasse DraggablePoint de InputActionReferences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CD4BA19-DA1A-A3A9-D8EA-46E4554F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520744"/>
            <a:ext cx="11548872" cy="23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47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281543-5A65-EA06-3F6F-DB85D284D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nl-NL" sz="5100"/>
              <a:t>Lokaliseer de AMP-actions Point en Press</a:t>
            </a:r>
            <a:endParaRPr lang="en-US" sz="510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FC3308A-0B5E-AED3-57F2-67BBF7F47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357" y="3468007"/>
            <a:ext cx="3533985" cy="1828837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EDFBFC-69F4-1843-AF50-03A2C44A6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2998278"/>
            <a:ext cx="4238257" cy="2728198"/>
          </a:xfrm>
        </p:spPr>
        <p:txBody>
          <a:bodyPr>
            <a:normAutofit/>
          </a:bodyPr>
          <a:lstStyle/>
          <a:p>
            <a:r>
              <a:rPr lang="nl-NL" sz="2000"/>
              <a:t>Selecteer de DraggablePoint in de Hierarchy</a:t>
            </a:r>
          </a:p>
          <a:p>
            <a:r>
              <a:rPr lang="nl-NL" sz="2000"/>
              <a:t>Zoek in de Inspector de acties bij de Point Action en de Press Action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1962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22A852-6E6C-285F-1A40-FCBB2A44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 InputActionReference .action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1FC9F710-4751-AC15-C6D8-FE60A6480CC0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Via </a:t>
            </a:r>
            <a:r>
              <a:rPr lang="en-US" sz="1300" b="1"/>
              <a:t>.action </a:t>
            </a:r>
            <a:r>
              <a:rPr lang="en-US" sz="1300"/>
              <a:t>kun je vervolgens bepalen wanneer je code wordt uitgevoerd, of een knop is ingedrukt en welke waarde de invoer heeft.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/>
              <a:t>1. De drie belangrijkste events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Een InputAction heeft drie belangrijke events waarmee je functies kunt uitvoeren.</a:t>
            </a:r>
          </a:p>
        </p:txBody>
      </p:sp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708AE968-7B0B-CEEE-43FE-FE12190AC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0526274"/>
              </p:ext>
            </p:extLst>
          </p:nvPr>
        </p:nvGraphicFramePr>
        <p:xfrm>
          <a:off x="557784" y="2994783"/>
          <a:ext cx="11164825" cy="29624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1967">
                  <a:extLst>
                    <a:ext uri="{9D8B030D-6E8A-4147-A177-3AD203B41FA5}">
                      <a16:colId xmlns:a16="http://schemas.microsoft.com/office/drawing/2014/main" val="1804216587"/>
                    </a:ext>
                  </a:extLst>
                </a:gridCol>
                <a:gridCol w="5139585">
                  <a:extLst>
                    <a:ext uri="{9D8B030D-6E8A-4147-A177-3AD203B41FA5}">
                      <a16:colId xmlns:a16="http://schemas.microsoft.com/office/drawing/2014/main" val="2355257477"/>
                    </a:ext>
                  </a:extLst>
                </a:gridCol>
                <a:gridCol w="4163273">
                  <a:extLst>
                    <a:ext uri="{9D8B030D-6E8A-4147-A177-3AD203B41FA5}">
                      <a16:colId xmlns:a16="http://schemas.microsoft.com/office/drawing/2014/main" val="201545007"/>
                    </a:ext>
                  </a:extLst>
                </a:gridCol>
              </a:tblGrid>
              <a:tr h="55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Event</a:t>
                      </a:r>
                    </a:p>
                  </a:txBody>
                  <a:tcPr marL="125526" marR="125526" marT="62763" marB="62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Wanneer wordt het uitgevoerd?</a:t>
                      </a:r>
                    </a:p>
                  </a:txBody>
                  <a:tcPr marL="125526" marR="125526" marT="62763" marB="62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Voorbeeld</a:t>
                      </a:r>
                    </a:p>
                  </a:txBody>
                  <a:tcPr marL="125526" marR="125526" marT="62763" marB="62763" anchor="ctr"/>
                </a:tc>
                <a:extLst>
                  <a:ext uri="{0D108BD9-81ED-4DB2-BD59-A6C34878D82A}">
                    <a16:rowId xmlns:a16="http://schemas.microsoft.com/office/drawing/2014/main" val="1958876644"/>
                  </a:ext>
                </a:extLst>
              </a:tr>
              <a:tr h="928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started</a:t>
                      </a:r>
                    </a:p>
                  </a:txBody>
                  <a:tcPr marL="125526" marR="125526" marT="62763" marB="62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Wanneer een actie begint</a:t>
                      </a:r>
                    </a:p>
                  </a:txBody>
                  <a:tcPr marL="125526" marR="125526" marT="62763" marB="62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Beginnen met opladen van een aanval</a:t>
                      </a:r>
                    </a:p>
                  </a:txBody>
                  <a:tcPr marL="125526" marR="125526" marT="62763" marB="62763" anchor="ctr"/>
                </a:tc>
                <a:extLst>
                  <a:ext uri="{0D108BD9-81ED-4DB2-BD59-A6C34878D82A}">
                    <a16:rowId xmlns:a16="http://schemas.microsoft.com/office/drawing/2014/main" val="3933489625"/>
                  </a:ext>
                </a:extLst>
              </a:tr>
              <a:tr h="55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performed</a:t>
                      </a:r>
                    </a:p>
                  </a:txBody>
                  <a:tcPr marL="125526" marR="125526" marT="62763" marB="62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Terwijl een actie wordt uitgevoerd</a:t>
                      </a:r>
                    </a:p>
                  </a:txBody>
                  <a:tcPr marL="125526" marR="125526" marT="62763" marB="62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Springen of schieten</a:t>
                      </a:r>
                    </a:p>
                  </a:txBody>
                  <a:tcPr marL="125526" marR="125526" marT="62763" marB="62763" anchor="ctr"/>
                </a:tc>
                <a:extLst>
                  <a:ext uri="{0D108BD9-81ED-4DB2-BD59-A6C34878D82A}">
                    <a16:rowId xmlns:a16="http://schemas.microsoft.com/office/drawing/2014/main" val="1986542099"/>
                  </a:ext>
                </a:extLst>
              </a:tr>
              <a:tr h="928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canceled</a:t>
                      </a:r>
                    </a:p>
                  </a:txBody>
                  <a:tcPr marL="125526" marR="125526" marT="62763" marB="62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Wanneer een actie stopt of wordt geannuleerd</a:t>
                      </a:r>
                    </a:p>
                  </a:txBody>
                  <a:tcPr marL="125526" marR="125526" marT="62763" marB="62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Stoppen met richten of bewegen</a:t>
                      </a:r>
                    </a:p>
                  </a:txBody>
                  <a:tcPr marL="125526" marR="125526" marT="62763" marB="62763" anchor="ctr"/>
                </a:tc>
                <a:extLst>
                  <a:ext uri="{0D108BD9-81ED-4DB2-BD59-A6C34878D82A}">
                    <a16:rowId xmlns:a16="http://schemas.microsoft.com/office/drawing/2014/main" val="3805891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4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019BB8-F6F2-11E1-6162-34810181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OnEnable</a:t>
            </a:r>
            <a:r>
              <a:rPr lang="nl-NL" dirty="0"/>
              <a:t>() en </a:t>
            </a:r>
            <a:r>
              <a:rPr lang="nl-NL" dirty="0" err="1"/>
              <a:t>en</a:t>
            </a:r>
            <a:r>
              <a:rPr lang="nl-NL" dirty="0"/>
              <a:t> </a:t>
            </a:r>
            <a:r>
              <a:rPr lang="nl-NL" dirty="0" err="1"/>
              <a:t>OnDisable</a:t>
            </a:r>
            <a:r>
              <a:rPr lang="nl-NL" dirty="0"/>
              <a:t>() 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59F7BD1-4606-E5C6-DD20-52FB9C41E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Het activeren en deactiveren van een </a:t>
            </a:r>
            <a:r>
              <a:rPr lang="nl-NL" dirty="0" err="1"/>
              <a:t>InputAction</a:t>
            </a: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A692CA6-D915-BEE3-9507-89B371646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51" y="2763209"/>
            <a:ext cx="3718882" cy="2758679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96850768-80A4-E36F-5D11-090A912741FA}"/>
              </a:ext>
            </a:extLst>
          </p:cNvPr>
          <p:cNvSpPr txBox="1"/>
          <p:nvPr/>
        </p:nvSpPr>
        <p:spPr>
          <a:xfrm>
            <a:off x="5002492" y="2606952"/>
            <a:ext cx="65187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800" dirty="0"/>
              <a:t>Functie die wordt uitgevoerd als de actie </a:t>
            </a:r>
            <a:r>
              <a:rPr lang="nl-NL" sz="2800" dirty="0" err="1"/>
              <a:t>PressAction</a:t>
            </a:r>
            <a:r>
              <a:rPr lang="nl-NL" sz="2800" dirty="0"/>
              <a:t> wordt geactiveerd</a:t>
            </a:r>
            <a:endParaRPr lang="en-US" dirty="0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9CFA244-87E7-4E3B-0B5A-84E9BA9F5389}"/>
              </a:ext>
            </a:extLst>
          </p:cNvPr>
          <p:cNvSpPr txBox="1"/>
          <p:nvPr/>
        </p:nvSpPr>
        <p:spPr>
          <a:xfrm>
            <a:off x="5121462" y="4391957"/>
            <a:ext cx="65187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800" dirty="0"/>
              <a:t>Functie die wordt uitgevoerd als de actie </a:t>
            </a:r>
            <a:r>
              <a:rPr lang="nl-NL" sz="2800" dirty="0" err="1"/>
              <a:t>PressAction</a:t>
            </a:r>
            <a:r>
              <a:rPr lang="nl-NL" sz="2800" dirty="0"/>
              <a:t> wordt losgelaten</a:t>
            </a:r>
            <a:endParaRPr lang="en-US" dirty="0"/>
          </a:p>
        </p:txBody>
      </p: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86E5ADE7-540E-2AD7-FC01-D5A3E5B21636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095621" y="3084006"/>
            <a:ext cx="906871" cy="50183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142EBE3B-7BCD-B34D-8642-BAB050EED3F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143448" y="3795030"/>
            <a:ext cx="978014" cy="107398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850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4EC1F-6EE7-CF3A-0BD1-BDA2502E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Voeg de .action-</a:t>
            </a:r>
            <a:r>
              <a:rPr lang="nl-NL" dirty="0" err="1"/>
              <a:t>functions</a:t>
            </a:r>
            <a:r>
              <a:rPr lang="nl-NL" dirty="0"/>
              <a:t> toe</a:t>
            </a: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7154153-64BD-AB8B-F36B-B2279846D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460973"/>
            <a:ext cx="6408420" cy="2594885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4D828D6C-C0E0-D307-8276-7CD316F62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71" y="2297179"/>
            <a:ext cx="3718882" cy="2758679"/>
          </a:xfrm>
          <a:prstGeom prst="rect">
            <a:avLst/>
          </a:prstGeom>
        </p:spPr>
      </p:pic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52B7EBAC-F185-AC3C-4572-08B5C0851301}"/>
              </a:ext>
            </a:extLst>
          </p:cNvPr>
          <p:cNvCxnSpPr>
            <a:cxnSpLocks/>
          </p:cNvCxnSpPr>
          <p:nvPr/>
        </p:nvCxnSpPr>
        <p:spPr>
          <a:xfrm flipV="1">
            <a:off x="3606800" y="2915920"/>
            <a:ext cx="1727200" cy="2540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96A325B4-6F24-2C78-524D-BA7C6F165045}"/>
              </a:ext>
            </a:extLst>
          </p:cNvPr>
          <p:cNvCxnSpPr>
            <a:cxnSpLocks/>
          </p:cNvCxnSpPr>
          <p:nvPr/>
        </p:nvCxnSpPr>
        <p:spPr>
          <a:xfrm>
            <a:off x="3789680" y="3312160"/>
            <a:ext cx="1544320" cy="8432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182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4E9E89F-8B13-07AF-781E-687587A8E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nl-NL" sz="2600"/>
              <a:t>GetMouseCoordinates</a:t>
            </a:r>
            <a:endParaRPr lang="en-US" sz="26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1D7DA09-1BF3-DE4B-A102-82BD0EEDC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nl-NL" sz="2200"/>
              <a:t>Voeg een GetMouseCoordinates-functie toe</a:t>
            </a:r>
          </a:p>
          <a:p>
            <a:pPr lvl="1"/>
            <a:r>
              <a:rPr lang="nl-NL" sz="2200"/>
              <a:t>Deze leest de Point-coördinaten van de muis (in pixels)</a:t>
            </a:r>
          </a:p>
          <a:p>
            <a:pPr lvl="1"/>
            <a:r>
              <a:rPr lang="nl-NL" sz="2200"/>
              <a:t>Vertaalt deze naar WorldPoints</a:t>
            </a:r>
            <a:endParaRPr lang="en-US" sz="220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56EDEB8-CFFD-66E5-87D4-412E6EE3A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410824"/>
            <a:ext cx="10917936" cy="171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9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FC53A0A-B977-F261-83DC-DB59737BD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DraggablePoint -&gt; Circle Collider 2D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8D04DB0-5381-A147-BF44-A9387D248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293" y="3703250"/>
            <a:ext cx="2435507" cy="112275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Voeg via de Inspector een Circle Collider 2D toe aan de DraggablePoint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C656655-85FD-5ED7-1ABA-F96ECF803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558" y="1447700"/>
            <a:ext cx="5604636" cy="394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45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6F4C891B-62D0-4250-AEB7-0F42BAD78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3F56C2A-D0B5-4B93-8FD8-635811F2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458" y="2212258"/>
            <a:ext cx="9808067" cy="1113503"/>
          </a:xfrm>
        </p:spPr>
        <p:txBody>
          <a:bodyPr anchor="b">
            <a:normAutofit/>
          </a:bodyPr>
          <a:lstStyle/>
          <a:p>
            <a:pPr algn="ctr"/>
            <a:r>
              <a:rPr lang="en-US" sz="4000"/>
              <a:t>bool isDragging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90A2E5D-05C2-7CCD-6FCE-27B4CF6E2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556" y="4981267"/>
            <a:ext cx="7858175" cy="1113503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87ADD2-57C5-5CDF-290B-744E87F23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9" y="3532240"/>
            <a:ext cx="9804575" cy="2596847"/>
          </a:xfrm>
        </p:spPr>
        <p:txBody>
          <a:bodyPr>
            <a:normAutofit/>
          </a:bodyPr>
          <a:lstStyle/>
          <a:p>
            <a:pPr algn="ctr"/>
            <a:r>
              <a:rPr lang="en-US" sz="2000"/>
              <a:t>Voeg in de declaratieruimte van de DraggablePoint een nieuwe particuliere Boolean variable toe: isDragging</a:t>
            </a:r>
          </a:p>
        </p:txBody>
      </p:sp>
    </p:spTree>
    <p:extLst>
      <p:ext uri="{BB962C8B-B14F-4D97-AF65-F5344CB8AC3E}">
        <p14:creationId xmlns:p14="http://schemas.microsoft.com/office/powerpoint/2010/main" val="1118669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0839B77-B568-1141-11F3-3EE9DC572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4018137"/>
            <a:ext cx="5071221" cy="2129586"/>
          </a:xfrm>
          <a:noFill/>
        </p:spPr>
        <p:txBody>
          <a:bodyPr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DraggablePoint mousehit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F9FB686-1FCA-82CC-2132-8795F4413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827251"/>
            <a:ext cx="10843065" cy="284630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E23251F-2B23-E37C-E21F-F435CE0DB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Controleer of er in de OnPress() op de CircleCollider is gedrukt</a:t>
            </a:r>
          </a:p>
          <a:p>
            <a:pPr lvl="1"/>
            <a:r>
              <a:rPr lang="en-US" sz="1800">
                <a:solidFill>
                  <a:schemeClr val="bg1"/>
                </a:solidFill>
              </a:rPr>
              <a:t>Nee: doe niets</a:t>
            </a:r>
          </a:p>
          <a:p>
            <a:pPr lvl="1"/>
            <a:r>
              <a:rPr lang="en-US" sz="1800">
                <a:solidFill>
                  <a:schemeClr val="bg1"/>
                </a:solidFill>
              </a:rPr>
              <a:t>Ja: maak de variabele Dragging True </a:t>
            </a:r>
          </a:p>
        </p:txBody>
      </p:sp>
    </p:spTree>
    <p:extLst>
      <p:ext uri="{BB962C8B-B14F-4D97-AF65-F5344CB8AC3E}">
        <p14:creationId xmlns:p14="http://schemas.microsoft.com/office/powerpoint/2010/main" val="3814508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02DA6D-1A32-5416-590E-68A090F1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>
            <a:normAutofit/>
          </a:bodyPr>
          <a:lstStyle/>
          <a:p>
            <a:r>
              <a:rPr lang="en-US" sz="5400"/>
              <a:t>OnRelease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A616A6C9-9092-643D-2454-94AFE6A05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1596707"/>
            <a:ext cx="7745969" cy="1219991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9FFBE1E-2BB6-1229-A2F2-BC75E064C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4612943"/>
            <a:ext cx="7745969" cy="1408222"/>
          </a:xfrm>
        </p:spPr>
        <p:txBody>
          <a:bodyPr>
            <a:normAutofit/>
          </a:bodyPr>
          <a:lstStyle/>
          <a:p>
            <a:r>
              <a:rPr lang="en-US" sz="2000"/>
              <a:t>Als de Muisknop wordt losgelaten, wordt de variabele isDragging weer False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4484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62EC2B-159A-6C2D-2DEE-B20344EC548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833" b="98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08B7B6-8AB0-D3F8-EF5F-5F6677DEE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Update()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E254812F-A11B-0FF3-AAE2-952A23FF1C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2115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75104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D0E27-8B70-B39B-E5A5-A71F5699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de </a:t>
            </a:r>
            <a:r>
              <a:rPr lang="en-US" dirty="0" err="1"/>
              <a:t>DraggablePoint</a:t>
            </a:r>
            <a:r>
              <a:rPr lang="en-US" dirty="0"/>
              <a:t> in Exercise1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46697706-4F43-4D18-ED63-B6171268B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39" y="1690688"/>
            <a:ext cx="3781732" cy="305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79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93E7F50-1D5E-0144-64F2-598F63493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Als alles werkt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D83A78A-7465-EFE2-33FC-0ACFB3B99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Sleep de DraggablePoint naar de PreFab folder</a:t>
            </a:r>
          </a:p>
          <a:p>
            <a:r>
              <a:rPr lang="en-US" sz="2000"/>
              <a:t>Wij kunnen dit object nu hergebruiken bij de overige oefeningen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075700C-3B4B-5E55-0D60-3EF4BF5B8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48606"/>
            <a:ext cx="5150277" cy="318554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8266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3934</TotalTime>
  <Words>716</Words>
  <Application>Microsoft Office PowerPoint</Application>
  <PresentationFormat>Breedbeeld</PresentationFormat>
  <Paragraphs>118</Paragraphs>
  <Slides>29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Courier New</vt:lpstr>
      <vt:lpstr>Kantoorthema</vt:lpstr>
      <vt:lpstr>Les1</vt:lpstr>
      <vt:lpstr>Leerdoel</vt:lpstr>
      <vt:lpstr>Opzet project</vt:lpstr>
      <vt:lpstr>Opruimen wat we niet nodig hebben</vt:lpstr>
      <vt:lpstr>Opzet Project AMP</vt:lpstr>
      <vt:lpstr>Exercise1</vt:lpstr>
      <vt:lpstr>Folders PreFab en Excercise1 in AMP</vt:lpstr>
      <vt:lpstr>Scene (2D), GameObject, MB-Script</vt:lpstr>
      <vt:lpstr>DraggablePoint</vt:lpstr>
      <vt:lpstr>MB-script DraggablePoint</vt:lpstr>
      <vt:lpstr>Test DraggablePoint in Exercise1</vt:lpstr>
      <vt:lpstr>Colormanagment DraggablePoint</vt:lpstr>
      <vt:lpstr>PowerPoint-presentatie</vt:lpstr>
      <vt:lpstr>Nieuwe Input Action</vt:lpstr>
      <vt:lpstr>Maak een nieuwe Action Map</vt:lpstr>
      <vt:lpstr>Unit InputSystem</vt:lpstr>
      <vt:lpstr>Importeer de InputActionReferences</vt:lpstr>
      <vt:lpstr>Lokaliseer de AMP-actions Point en Press</vt:lpstr>
      <vt:lpstr>De InputActionReference .action</vt:lpstr>
      <vt:lpstr>OnEnable() en en OnDisable() </vt:lpstr>
      <vt:lpstr>Voeg de .action-functions toe</vt:lpstr>
      <vt:lpstr>GetMouseCoordinates</vt:lpstr>
      <vt:lpstr>DraggablePoint -&gt; Circle Collider 2D</vt:lpstr>
      <vt:lpstr>bool isDragging</vt:lpstr>
      <vt:lpstr>DraggablePoint mousehit</vt:lpstr>
      <vt:lpstr>OnRelease</vt:lpstr>
      <vt:lpstr>Update()</vt:lpstr>
      <vt:lpstr>Test de DraggablePoint in Exercise1</vt:lpstr>
      <vt:lpstr>Als alles werkt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30</cp:revision>
  <dcterms:created xsi:type="dcterms:W3CDTF">2026-10-23T12:51:55Z</dcterms:created>
  <dcterms:modified xsi:type="dcterms:W3CDTF">2026-10-26T06:31:08Z</dcterms:modified>
</cp:coreProperties>
</file>