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9" r:id="rId3"/>
    <p:sldId id="288" r:id="rId4"/>
    <p:sldId id="290" r:id="rId5"/>
    <p:sldId id="291" r:id="rId6"/>
    <p:sldId id="298" r:id="rId7"/>
    <p:sldId id="294" r:id="rId8"/>
    <p:sldId id="292" r:id="rId9"/>
    <p:sldId id="293" r:id="rId10"/>
    <p:sldId id="295" r:id="rId11"/>
    <p:sldId id="296" r:id="rId12"/>
    <p:sldId id="297" r:id="rId13"/>
    <p:sldId id="28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A5B7D3"/>
    <a:srgbClr val="213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49" autoAdjust="0"/>
  </p:normalViewPr>
  <p:slideViewPr>
    <p:cSldViewPr snapToGrid="0">
      <p:cViewPr varScale="1">
        <p:scale>
          <a:sx n="51" d="100"/>
          <a:sy n="51" d="100"/>
        </p:scale>
        <p:origin x="90" y="10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D4F2C99-50EE-4D90-AA85-3996A23C9974}"/>
    <pc:docChg chg="undo custSel addSld delSld modSld sldOrd modMainMaster">
      <pc:chgData name="Dragan Javorac" userId="913c2858-fb97-4c6e-a42c-b1f1a16b225e" providerId="ADAL" clId="{FD4F2C99-50EE-4D90-AA85-3996A23C9974}" dt="2022-05-09T06:29:40.818" v="2299" actId="20577"/>
      <pc:docMkLst>
        <pc:docMk/>
      </pc:docMkLst>
      <pc:sldChg chg="addSp delSp modSp mod setBg">
        <pc:chgData name="Dragan Javorac" userId="913c2858-fb97-4c6e-a42c-b1f1a16b225e" providerId="ADAL" clId="{FD4F2C99-50EE-4D90-AA85-3996A23C9974}" dt="2022-04-28T09:56:02.870" v="1613" actId="21"/>
        <pc:sldMkLst>
          <pc:docMk/>
          <pc:sldMk cId="729763293" sldId="256"/>
        </pc:sldMkLst>
        <pc:spChg chg="mod">
          <ac:chgData name="Dragan Javorac" userId="913c2858-fb97-4c6e-a42c-b1f1a16b225e" providerId="ADAL" clId="{FD4F2C99-50EE-4D90-AA85-3996A23C9974}" dt="2022-04-26T13:19:57.335" v="115" actId="20577"/>
          <ac:spMkLst>
            <pc:docMk/>
            <pc:sldMk cId="729763293" sldId="256"/>
            <ac:spMk id="3" creationId="{14399728-9CFD-4345-B7B5-5B803A05E807}"/>
          </ac:spMkLst>
        </pc:spChg>
        <pc:picChg chg="add del mod">
          <ac:chgData name="Dragan Javorac" userId="913c2858-fb97-4c6e-a42c-b1f1a16b225e" providerId="ADAL" clId="{FD4F2C99-50EE-4D90-AA85-3996A23C9974}" dt="2022-04-28T09:56:02.870" v="1613" actId="21"/>
          <ac:picMkLst>
            <pc:docMk/>
            <pc:sldMk cId="729763293" sldId="256"/>
            <ac:picMk id="5" creationId="{75FDB555-0945-4C60-80F1-4A81689233EE}"/>
          </ac:picMkLst>
        </pc:picChg>
      </pc:sldChg>
      <pc:sldChg chg="del">
        <pc:chgData name="Dragan Javorac" userId="913c2858-fb97-4c6e-a42c-b1f1a16b225e" providerId="ADAL" clId="{FD4F2C99-50EE-4D90-AA85-3996A23C9974}" dt="2022-04-26T13:18:24.338" v="21" actId="47"/>
        <pc:sldMkLst>
          <pc:docMk/>
          <pc:sldMk cId="430353690" sldId="257"/>
        </pc:sldMkLst>
      </pc:sldChg>
      <pc:sldChg chg="del">
        <pc:chgData name="Dragan Javorac" userId="913c2858-fb97-4c6e-a42c-b1f1a16b225e" providerId="ADAL" clId="{FD4F2C99-50EE-4D90-AA85-3996A23C9974}" dt="2022-04-28T06:22:43.844" v="380" actId="2696"/>
        <pc:sldMkLst>
          <pc:docMk/>
          <pc:sldMk cId="546352839" sldId="258"/>
        </pc:sldMkLst>
      </pc:sldChg>
      <pc:sldChg chg="modSp mod setBg">
        <pc:chgData name="Dragan Javorac" userId="913c2858-fb97-4c6e-a42c-b1f1a16b225e" providerId="ADAL" clId="{FD4F2C99-50EE-4D90-AA85-3996A23C9974}" dt="2022-05-08T16:34:20.666" v="2111" actId="20577"/>
        <pc:sldMkLst>
          <pc:docMk/>
          <pc:sldMk cId="3110653216" sldId="259"/>
        </pc:sldMkLst>
        <pc:spChg chg="mod">
          <ac:chgData name="Dragan Javorac" userId="913c2858-fb97-4c6e-a42c-b1f1a16b225e" providerId="ADAL" clId="{FD4F2C99-50EE-4D90-AA85-3996A23C9974}" dt="2022-05-08T16:34:20.666" v="2111" actId="20577"/>
          <ac:spMkLst>
            <pc:docMk/>
            <pc:sldMk cId="3110653216" sldId="259"/>
            <ac:spMk id="3" creationId="{9C1B0ED0-FD23-4DF4-8487-56E64A4517DA}"/>
          </ac:spMkLst>
        </pc:spChg>
      </pc:sldChg>
      <pc:sldChg chg="modSp add mod setBg">
        <pc:chgData name="Dragan Javorac" userId="913c2858-fb97-4c6e-a42c-b1f1a16b225e" providerId="ADAL" clId="{FD4F2C99-50EE-4D90-AA85-3996A23C9974}" dt="2022-05-09T06:29:40.818" v="2299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D4F2C99-50EE-4D90-AA85-3996A23C9974}" dt="2022-04-28T06:22:37.117" v="379" actId="20577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9T06:29:40.818" v="2299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add del mod">
        <pc:chgData name="Dragan Javorac" userId="913c2858-fb97-4c6e-a42c-b1f1a16b225e" providerId="ADAL" clId="{FD4F2C99-50EE-4D90-AA85-3996A23C9974}" dt="2022-04-28T10:07:55.912" v="1782" actId="2696"/>
        <pc:sldMkLst>
          <pc:docMk/>
          <pc:sldMk cId="2461773718" sldId="261"/>
        </pc:sldMkLst>
        <pc:spChg chg="mod">
          <ac:chgData name="Dragan Javorac" userId="913c2858-fb97-4c6e-a42c-b1f1a16b225e" providerId="ADAL" clId="{FD4F2C99-50EE-4D90-AA85-3996A23C9974}" dt="2022-04-28T10:07:31.500" v="1741" actId="20577"/>
          <ac:spMkLst>
            <pc:docMk/>
            <pc:sldMk cId="2461773718" sldId="261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07:48.983" v="1781" actId="20577"/>
          <ac:spMkLst>
            <pc:docMk/>
            <pc:sldMk cId="2461773718" sldId="261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FD4F2C99-50EE-4D90-AA85-3996A23C9974}" dt="2022-04-28T10:07:11.358" v="1734" actId="478"/>
          <ac:picMkLst>
            <pc:docMk/>
            <pc:sldMk cId="2461773718" sldId="261"/>
            <ac:picMk id="5" creationId="{7562378C-C524-4604-B703-694B9896A744}"/>
          </ac:picMkLst>
        </pc:picChg>
        <pc:picChg chg="add del mod">
          <ac:chgData name="Dragan Javorac" userId="913c2858-fb97-4c6e-a42c-b1f1a16b225e" providerId="ADAL" clId="{FD4F2C99-50EE-4D90-AA85-3996A23C9974}" dt="2022-04-28T10:07:18.082" v="1735" actId="478"/>
          <ac:picMkLst>
            <pc:docMk/>
            <pc:sldMk cId="2461773718" sldId="261"/>
            <ac:picMk id="7" creationId="{3D07312A-3C34-4FA0-89F1-F36AA1400183}"/>
          </ac:picMkLst>
        </pc:picChg>
      </pc:sldChg>
      <pc:sldChg chg="modSp add mod">
        <pc:chgData name="Dragan Javorac" userId="913c2858-fb97-4c6e-a42c-b1f1a16b225e" providerId="ADAL" clId="{FD4F2C99-50EE-4D90-AA85-3996A23C9974}" dt="2022-05-08T16:26:19.637" v="2010" actId="313"/>
        <pc:sldMkLst>
          <pc:docMk/>
          <pc:sldMk cId="3673759068" sldId="262"/>
        </pc:sldMkLst>
        <pc:spChg chg="mod">
          <ac:chgData name="Dragan Javorac" userId="913c2858-fb97-4c6e-a42c-b1f1a16b225e" providerId="ADAL" clId="{FD4F2C99-50EE-4D90-AA85-3996A23C9974}" dt="2022-04-28T08:45:34.348" v="1139" actId="20577"/>
          <ac:spMkLst>
            <pc:docMk/>
            <pc:sldMk cId="3673759068" sldId="262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5-08T16:26:19.637" v="2010" actId="313"/>
          <ac:spMkLst>
            <pc:docMk/>
            <pc:sldMk cId="3673759068" sldId="262"/>
            <ac:spMk id="3" creationId="{9C1B0ED0-FD23-4DF4-8487-56E64A4517DA}"/>
          </ac:spMkLst>
        </pc:spChg>
      </pc:sldChg>
      <pc:sldChg chg="addSp modSp add mod ord">
        <pc:chgData name="Dragan Javorac" userId="913c2858-fb97-4c6e-a42c-b1f1a16b225e" providerId="ADAL" clId="{FD4F2C99-50EE-4D90-AA85-3996A23C9974}" dt="2022-04-28T10:08:33.544" v="1788"/>
        <pc:sldMkLst>
          <pc:docMk/>
          <pc:sldMk cId="3463112225" sldId="263"/>
        </pc:sldMkLst>
        <pc:spChg chg="mod">
          <ac:chgData name="Dragan Javorac" userId="913c2858-fb97-4c6e-a42c-b1f1a16b225e" providerId="ADAL" clId="{FD4F2C99-50EE-4D90-AA85-3996A23C9974}" dt="2022-04-28T09:52:56.463" v="1402" actId="20577"/>
          <ac:spMkLst>
            <pc:docMk/>
            <pc:sldMk cId="3463112225" sldId="263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4:27.546" v="1494" actId="108"/>
          <ac:spMkLst>
            <pc:docMk/>
            <pc:sldMk cId="3463112225" sldId="26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D4F2C99-50EE-4D90-AA85-3996A23C9974}" dt="2022-04-28T09:54:00.380" v="1457" actId="1076"/>
          <ac:picMkLst>
            <pc:docMk/>
            <pc:sldMk cId="3463112225" sldId="263"/>
            <ac:picMk id="5" creationId="{D3266324-B2D1-40FD-A0F3-4B3731EAF7F4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9T06:51:36.983" v="1978" actId="20577"/>
        <pc:sldMkLst>
          <pc:docMk/>
          <pc:sldMk cId="3802254887" sldId="264"/>
        </pc:sldMkLst>
        <pc:spChg chg="mod">
          <ac:chgData name="Dragan Javorac" userId="913c2858-fb97-4c6e-a42c-b1f1a16b225e" providerId="ADAL" clId="{FD4F2C99-50EE-4D90-AA85-3996A23C9974}" dt="2022-04-29T06:49:00.764" v="1909" actId="5793"/>
          <ac:spMkLst>
            <pc:docMk/>
            <pc:sldMk cId="3802254887" sldId="264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09:55:16.257" v="1535" actId="5793"/>
          <ac:spMkLst>
            <pc:docMk/>
            <pc:sldMk cId="3802254887" sldId="264"/>
            <ac:spMk id="3" creationId="{9C1B0ED0-FD23-4DF4-8487-56E64A4517DA}"/>
          </ac:spMkLst>
        </pc:spChg>
        <pc:spChg chg="add del">
          <ac:chgData name="Dragan Javorac" userId="913c2858-fb97-4c6e-a42c-b1f1a16b225e" providerId="ADAL" clId="{FD4F2C99-50EE-4D90-AA85-3996A23C9974}" dt="2022-04-28T09:55:21.604" v="1537" actId="22"/>
          <ac:spMkLst>
            <pc:docMk/>
            <pc:sldMk cId="3802254887" sldId="264"/>
            <ac:spMk id="6" creationId="{6248A34C-64BB-4FA6-A08B-923295726515}"/>
          </ac:spMkLst>
        </pc:spChg>
        <pc:spChg chg="add mod">
          <ac:chgData name="Dragan Javorac" userId="913c2858-fb97-4c6e-a42c-b1f1a16b225e" providerId="ADAL" clId="{FD4F2C99-50EE-4D90-AA85-3996A23C9974}" dt="2022-04-29T06:51:36.983" v="1978" actId="20577"/>
          <ac:spMkLst>
            <pc:docMk/>
            <pc:sldMk cId="3802254887" sldId="264"/>
            <ac:spMk id="7" creationId="{9231722B-498E-4B92-910F-114371BF5C0C}"/>
          </ac:spMkLst>
        </pc:spChg>
        <pc:picChg chg="add mod">
          <ac:chgData name="Dragan Javorac" userId="913c2858-fb97-4c6e-a42c-b1f1a16b225e" providerId="ADAL" clId="{FD4F2C99-50EE-4D90-AA85-3996A23C9974}" dt="2022-04-29T06:51:24.985" v="1975" actId="1076"/>
          <ac:picMkLst>
            <pc:docMk/>
            <pc:sldMk cId="3802254887" sldId="264"/>
            <ac:picMk id="5" creationId="{318208AF-B5C9-4DF0-A0D5-57347E6ACD3E}"/>
          </ac:picMkLst>
        </pc:picChg>
        <pc:picChg chg="del">
          <ac:chgData name="Dragan Javorac" userId="913c2858-fb97-4c6e-a42c-b1f1a16b225e" providerId="ADAL" clId="{FD4F2C99-50EE-4D90-AA85-3996A23C9974}" dt="2022-04-28T09:56:10.786" v="1616" actId="478"/>
          <ac:picMkLst>
            <pc:docMk/>
            <pc:sldMk cId="3802254887" sldId="264"/>
            <ac:picMk id="5" creationId="{D3266324-B2D1-40FD-A0F3-4B3731EAF7F4}"/>
          </ac:picMkLst>
        </pc:picChg>
        <pc:picChg chg="add del mod">
          <ac:chgData name="Dragan Javorac" userId="913c2858-fb97-4c6e-a42c-b1f1a16b225e" providerId="ADAL" clId="{FD4F2C99-50EE-4D90-AA85-3996A23C9974}" dt="2022-04-29T06:49:34.547" v="1914" actId="478"/>
          <ac:picMkLst>
            <pc:docMk/>
            <pc:sldMk cId="3802254887" sldId="264"/>
            <ac:picMk id="8" creationId="{C1B4BDBD-993F-4302-9AFE-BFDA209A7AA9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11:34.780" v="1883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D4F2C99-50EE-4D90-AA85-3996A23C9974}" dt="2022-04-28T10:10:20.031" v="181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D4F2C99-50EE-4D90-AA85-3996A23C9974}" dt="2022-04-28T10:11:34.780" v="1883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FD4F2C99-50EE-4D90-AA85-3996A23C9974}" dt="2022-04-28T10:10:22.476" v="1818" actId="478"/>
          <ac:picMkLst>
            <pc:docMk/>
            <pc:sldMk cId="678353431" sldId="265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11:08.420" v="1822" actId="1076"/>
          <ac:picMkLst>
            <pc:docMk/>
            <pc:sldMk cId="678353431" sldId="265"/>
            <ac:picMk id="6" creationId="{6B8145DF-71BC-4EDD-95D4-F88D3DD450DC}"/>
          </ac:picMkLst>
        </pc:picChg>
        <pc:picChg chg="del mod">
          <ac:chgData name="Dragan Javorac" userId="913c2858-fb97-4c6e-a42c-b1f1a16b225e" providerId="ADAL" clId="{FD4F2C99-50EE-4D90-AA85-3996A23C9974}" dt="2022-04-28T10:10:23.750" v="1820" actId="478"/>
          <ac:picMkLst>
            <pc:docMk/>
            <pc:sldMk cId="678353431" sldId="265"/>
            <ac:picMk id="7" creationId="{3D07312A-3C34-4FA0-89F1-F36AA1400183}"/>
          </ac:picMkLst>
        </pc:picChg>
      </pc:sldChg>
      <pc:sldChg chg="addSp delSp modSp add mod">
        <pc:chgData name="Dragan Javorac" userId="913c2858-fb97-4c6e-a42c-b1f1a16b225e" providerId="ADAL" clId="{FD4F2C99-50EE-4D90-AA85-3996A23C9974}" dt="2022-04-28T10:08:46.873" v="1801" actId="1076"/>
        <pc:sldMkLst>
          <pc:docMk/>
          <pc:sldMk cId="415422693" sldId="266"/>
        </pc:sldMkLst>
        <pc:spChg chg="mod">
          <ac:chgData name="Dragan Javorac" userId="913c2858-fb97-4c6e-a42c-b1f1a16b225e" providerId="ADAL" clId="{FD4F2C99-50EE-4D90-AA85-3996A23C9974}" dt="2022-04-28T10:08:38.422" v="1798" actId="20577"/>
          <ac:spMkLst>
            <pc:docMk/>
            <pc:sldMk cId="415422693" sldId="266"/>
            <ac:spMk id="2" creationId="{F3046ACF-677C-4C47-B097-C82DB9EF99F7}"/>
          </ac:spMkLst>
        </pc:spChg>
        <pc:spChg chg="del">
          <ac:chgData name="Dragan Javorac" userId="913c2858-fb97-4c6e-a42c-b1f1a16b225e" providerId="ADAL" clId="{FD4F2C99-50EE-4D90-AA85-3996A23C9974}" dt="2022-04-28T10:08:41.149" v="1799" actId="478"/>
          <ac:spMkLst>
            <pc:docMk/>
            <pc:sldMk cId="415422693" sldId="266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D4F2C99-50EE-4D90-AA85-3996A23C9974}" dt="2022-04-28T10:08:44.619" v="1800" actId="478"/>
          <ac:spMkLst>
            <pc:docMk/>
            <pc:sldMk cId="415422693" sldId="266"/>
            <ac:spMk id="9" creationId="{0E74C859-E038-421F-82A4-0A18AF749F77}"/>
          </ac:spMkLst>
        </pc:spChg>
        <pc:picChg chg="del">
          <ac:chgData name="Dragan Javorac" userId="913c2858-fb97-4c6e-a42c-b1f1a16b225e" providerId="ADAL" clId="{FD4F2C99-50EE-4D90-AA85-3996A23C9974}" dt="2022-04-28T10:08:25.178" v="1785" actId="478"/>
          <ac:picMkLst>
            <pc:docMk/>
            <pc:sldMk cId="415422693" sldId="266"/>
            <ac:picMk id="5" creationId="{7562378C-C524-4604-B703-694B9896A744}"/>
          </ac:picMkLst>
        </pc:picChg>
        <pc:picChg chg="add mod">
          <ac:chgData name="Dragan Javorac" userId="913c2858-fb97-4c6e-a42c-b1f1a16b225e" providerId="ADAL" clId="{FD4F2C99-50EE-4D90-AA85-3996A23C9974}" dt="2022-04-28T10:08:46.873" v="1801" actId="1076"/>
          <ac:picMkLst>
            <pc:docMk/>
            <pc:sldMk cId="415422693" sldId="266"/>
            <ac:picMk id="6" creationId="{28FD7539-8394-4FD9-A229-2AAA767631D1}"/>
          </ac:picMkLst>
        </pc:picChg>
        <pc:picChg chg="del">
          <ac:chgData name="Dragan Javorac" userId="913c2858-fb97-4c6e-a42c-b1f1a16b225e" providerId="ADAL" clId="{FD4F2C99-50EE-4D90-AA85-3996A23C9974}" dt="2022-04-28T10:08:28.054" v="1786" actId="478"/>
          <ac:picMkLst>
            <pc:docMk/>
            <pc:sldMk cId="415422693" sldId="266"/>
            <ac:picMk id="7" creationId="{3D07312A-3C34-4FA0-89F1-F36AA1400183}"/>
          </ac:picMkLst>
        </pc:picChg>
      </pc:sldChg>
      <pc:sldChg chg="add">
        <pc:chgData name="Dragan Javorac" userId="913c2858-fb97-4c6e-a42c-b1f1a16b225e" providerId="ADAL" clId="{FD4F2C99-50EE-4D90-AA85-3996A23C9974}" dt="2022-04-28T10:10:15.470" v="1804" actId="2890"/>
        <pc:sldMkLst>
          <pc:docMk/>
          <pc:sldMk cId="2010496712" sldId="267"/>
        </pc:sldMkLst>
      </pc:sldChg>
      <pc:sldChg chg="add del">
        <pc:chgData name="Dragan Javorac" userId="913c2858-fb97-4c6e-a42c-b1f1a16b225e" providerId="ADAL" clId="{FD4F2C99-50EE-4D90-AA85-3996A23C9974}" dt="2022-04-28T10:10:12.975" v="1803" actId="47"/>
        <pc:sldMkLst>
          <pc:docMk/>
          <pc:sldMk cId="2775819234" sldId="267"/>
        </pc:sldMkLst>
      </pc:sldChg>
      <pc:sldChg chg="delSp modSp add del mod">
        <pc:chgData name="Dragan Javorac" userId="913c2858-fb97-4c6e-a42c-b1f1a16b225e" providerId="ADAL" clId="{FD4F2C99-50EE-4D90-AA85-3996A23C9974}" dt="2022-04-29T06:48:55.501" v="1898" actId="47"/>
        <pc:sldMkLst>
          <pc:docMk/>
          <pc:sldMk cId="2042584346" sldId="268"/>
        </pc:sldMkLst>
        <pc:spChg chg="mod">
          <ac:chgData name="Dragan Javorac" userId="913c2858-fb97-4c6e-a42c-b1f1a16b225e" providerId="ADAL" clId="{FD4F2C99-50EE-4D90-AA85-3996A23C9974}" dt="2022-04-29T06:48:48.959" v="1895" actId="5793"/>
          <ac:spMkLst>
            <pc:docMk/>
            <pc:sldMk cId="2042584346" sldId="268"/>
            <ac:spMk id="2" creationId="{F3046ACF-677C-4C47-B097-C82DB9EF99F7}"/>
          </ac:spMkLst>
        </pc:spChg>
        <pc:picChg chg="del">
          <ac:chgData name="Dragan Javorac" userId="913c2858-fb97-4c6e-a42c-b1f1a16b225e" providerId="ADAL" clId="{FD4F2C99-50EE-4D90-AA85-3996A23C9974}" dt="2022-04-29T06:48:50.992" v="1896" actId="478"/>
          <ac:picMkLst>
            <pc:docMk/>
            <pc:sldMk cId="2042584346" sldId="268"/>
            <ac:picMk id="6" creationId="{28FD7539-8394-4FD9-A229-2AAA767631D1}"/>
          </ac:picMkLst>
        </pc:picChg>
      </pc:sldChg>
      <pc:sldChg chg="addSp delSp modSp add mod delAnim modAnim">
        <pc:chgData name="Dragan Javorac" userId="913c2858-fb97-4c6e-a42c-b1f1a16b225e" providerId="ADAL" clId="{FD4F2C99-50EE-4D90-AA85-3996A23C9974}" dt="2022-05-08T16:40:13.488" v="2260" actId="20577"/>
        <pc:sldMkLst>
          <pc:docMk/>
          <pc:sldMk cId="146716619" sldId="269"/>
        </pc:sldMkLst>
        <pc:spChg chg="mod">
          <ac:chgData name="Dragan Javorac" userId="913c2858-fb97-4c6e-a42c-b1f1a16b225e" providerId="ADAL" clId="{FD4F2C99-50EE-4D90-AA85-3996A23C9974}" dt="2022-05-08T16:40:13.488" v="2260" actId="20577"/>
          <ac:spMkLst>
            <pc:docMk/>
            <pc:sldMk cId="146716619" sldId="269"/>
            <ac:spMk id="7" creationId="{9231722B-498E-4B92-910F-114371BF5C0C}"/>
          </ac:spMkLst>
        </pc:spChg>
        <pc:picChg chg="add del mod">
          <ac:chgData name="Dragan Javorac" userId="913c2858-fb97-4c6e-a42c-b1f1a16b225e" providerId="ADAL" clId="{FD4F2C99-50EE-4D90-AA85-3996A23C9974}" dt="2022-04-29T06:57:57.088" v="1986" actId="478"/>
          <ac:picMkLst>
            <pc:docMk/>
            <pc:sldMk cId="146716619" sldId="269"/>
            <ac:picMk id="4" creationId="{1E5E63E5-30F6-4F00-9FE8-AE50FB7ABFFF}"/>
          </ac:picMkLst>
        </pc:picChg>
        <pc:picChg chg="add del mod">
          <ac:chgData name="Dragan Javorac" userId="913c2858-fb97-4c6e-a42c-b1f1a16b225e" providerId="ADAL" clId="{FD4F2C99-50EE-4D90-AA85-3996A23C9974}" dt="2022-04-29T07:00:33.817" v="1989" actId="21"/>
          <ac:picMkLst>
            <pc:docMk/>
            <pc:sldMk cId="146716619" sldId="269"/>
            <ac:picMk id="5" creationId="{57CE9EAD-104E-4B30-ACEA-BE0BC96534E5}"/>
          </ac:picMkLst>
        </pc:picChg>
        <pc:picChg chg="add mod ord modCrop">
          <ac:chgData name="Dragan Javorac" userId="913c2858-fb97-4c6e-a42c-b1f1a16b225e" providerId="ADAL" clId="{FD4F2C99-50EE-4D90-AA85-3996A23C9974}" dt="2022-04-29T07:26:17.907" v="2009" actId="1076"/>
          <ac:picMkLst>
            <pc:docMk/>
            <pc:sldMk cId="146716619" sldId="269"/>
            <ac:picMk id="5" creationId="{59DC82C6-6181-4FD9-96F9-D731A94D2805}"/>
          </ac:picMkLst>
        </pc:picChg>
        <pc:picChg chg="mod ord">
          <ac:chgData name="Dragan Javorac" userId="913c2858-fb97-4c6e-a42c-b1f1a16b225e" providerId="ADAL" clId="{FD4F2C99-50EE-4D90-AA85-3996A23C9974}" dt="2022-04-29T07:00:55.875" v="1997" actId="1076"/>
          <ac:picMkLst>
            <pc:docMk/>
            <pc:sldMk cId="146716619" sldId="269"/>
            <ac:picMk id="8" creationId="{C1B4BDBD-993F-4302-9AFE-BFDA209A7AA9}"/>
          </ac:picMkLst>
        </pc:picChg>
        <pc:picChg chg="add del mod">
          <ac:chgData name="Dragan Javorac" userId="913c2858-fb97-4c6e-a42c-b1f1a16b225e" providerId="ADAL" clId="{FD4F2C99-50EE-4D90-AA85-3996A23C9974}" dt="2022-04-29T07:25:03.103" v="1999" actId="478"/>
          <ac:picMkLst>
            <pc:docMk/>
            <pc:sldMk cId="146716619" sldId="269"/>
            <ac:picMk id="9" creationId="{CED1D412-F837-422A-B271-242BCBB773C5}"/>
          </ac:picMkLst>
        </pc:picChg>
      </pc:sldChg>
      <pc:sldMasterChg chg="setBg modSldLayout">
        <pc:chgData name="Dragan Javorac" userId="913c2858-fb97-4c6e-a42c-b1f1a16b225e" providerId="ADAL" clId="{FD4F2C99-50EE-4D90-AA85-3996A23C9974}" dt="2022-04-28T08:42:16.801" v="1081"/>
        <pc:sldMasterMkLst>
          <pc:docMk/>
          <pc:sldMasterMk cId="4036648572" sldId="2147483672"/>
        </pc:sldMasterMkLst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4175983445" sldId="2147483673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641130027" sldId="2147483674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3285852" sldId="2147483675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384087224" sldId="2147483676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617248735" sldId="2147483677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38192987" sldId="2147483678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2412065846" sldId="2147483679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599456737" sldId="2147483680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1263093977" sldId="2147483681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887944762" sldId="2147483682"/>
          </pc:sldLayoutMkLst>
        </pc:sldLayoutChg>
        <pc:sldLayoutChg chg="setBg">
          <pc:chgData name="Dragan Javorac" userId="913c2858-fb97-4c6e-a42c-b1f1a16b225e" providerId="ADAL" clId="{FD4F2C99-50EE-4D90-AA85-3996A23C9974}" dt="2022-04-28T08:42:16.801" v="1081"/>
          <pc:sldLayoutMkLst>
            <pc:docMk/>
            <pc:sldMasterMk cId="4036648572" sldId="2147483672"/>
            <pc:sldLayoutMk cId="3610965066" sldId="2147483683"/>
          </pc:sldLayoutMkLst>
        </pc:sldLayoutChg>
      </pc:sldMasterChg>
    </pc:docChg>
  </pc:docChgLst>
  <pc:docChgLst>
    <pc:chgData name="Dragan Javorac" userId="913c2858-fb97-4c6e-a42c-b1f1a16b225e" providerId="ADAL" clId="{3F177C58-1B6A-4F04-AE7D-46FCCA963248}"/>
    <pc:docChg chg="custSel addSld modSld">
      <pc:chgData name="Dragan Javorac" userId="913c2858-fb97-4c6e-a42c-b1f1a16b225e" providerId="ADAL" clId="{3F177C58-1B6A-4F04-AE7D-46FCCA963248}" dt="2022-05-20T09:40:51.387" v="25" actId="1076"/>
      <pc:docMkLst>
        <pc:docMk/>
      </pc:docMkLst>
      <pc:sldChg chg="addSp delSp modSp mod">
        <pc:chgData name="Dragan Javorac" userId="913c2858-fb97-4c6e-a42c-b1f1a16b225e" providerId="ADAL" clId="{3F177C58-1B6A-4F04-AE7D-46FCCA963248}" dt="2022-05-20T06:58:48.483" v="20" actId="14100"/>
        <pc:sldMkLst>
          <pc:docMk/>
          <pc:sldMk cId="1690484953" sldId="277"/>
        </pc:sldMkLst>
        <pc:spChg chg="mod">
          <ac:chgData name="Dragan Javorac" userId="913c2858-fb97-4c6e-a42c-b1f1a16b225e" providerId="ADAL" clId="{3F177C58-1B6A-4F04-AE7D-46FCCA963248}" dt="2022-05-20T06:58:07.796" v="10" actId="20577"/>
          <ac:spMkLst>
            <pc:docMk/>
            <pc:sldMk cId="1690484953" sldId="277"/>
            <ac:spMk id="2" creationId="{F3046ACF-677C-4C47-B097-C82DB9EF99F7}"/>
          </ac:spMkLst>
        </pc:spChg>
        <pc:spChg chg="del mod">
          <ac:chgData name="Dragan Javorac" userId="913c2858-fb97-4c6e-a42c-b1f1a16b225e" providerId="ADAL" clId="{3F177C58-1B6A-4F04-AE7D-46FCCA963248}" dt="2022-05-20T06:58:32.674" v="12"/>
          <ac:spMkLst>
            <pc:docMk/>
            <pc:sldMk cId="1690484953" sldId="277"/>
            <ac:spMk id="3" creationId="{9C1B0ED0-FD23-4DF4-8487-56E64A4517DA}"/>
          </ac:spMkLst>
        </pc:spChg>
        <pc:picChg chg="add mod">
          <ac:chgData name="Dragan Javorac" userId="913c2858-fb97-4c6e-a42c-b1f1a16b225e" providerId="ADAL" clId="{3F177C58-1B6A-4F04-AE7D-46FCCA963248}" dt="2022-05-20T06:58:44.932" v="19" actId="1076"/>
          <ac:picMkLst>
            <pc:docMk/>
            <pc:sldMk cId="1690484953" sldId="277"/>
            <ac:picMk id="5" creationId="{471DC06E-AD95-72A0-B8DD-43C3DF9FAA8D}"/>
          </ac:picMkLst>
        </pc:picChg>
        <pc:picChg chg="del">
          <ac:chgData name="Dragan Javorac" userId="913c2858-fb97-4c6e-a42c-b1f1a16b225e" providerId="ADAL" clId="{3F177C58-1B6A-4F04-AE7D-46FCCA963248}" dt="2022-05-20T06:58:02.872" v="2" actId="478"/>
          <ac:picMkLst>
            <pc:docMk/>
            <pc:sldMk cId="1690484953" sldId="277"/>
            <ac:picMk id="6" creationId="{716B4E89-0279-1761-C621-786B85BC4C0F}"/>
          </ac:picMkLst>
        </pc:picChg>
        <pc:picChg chg="add mod">
          <ac:chgData name="Dragan Javorac" userId="913c2858-fb97-4c6e-a42c-b1f1a16b225e" providerId="ADAL" clId="{3F177C58-1B6A-4F04-AE7D-46FCCA963248}" dt="2022-05-20T06:58:48.483" v="20" actId="14100"/>
          <ac:picMkLst>
            <pc:docMk/>
            <pc:sldMk cId="1690484953" sldId="277"/>
            <ac:picMk id="7" creationId="{3AC0C20A-8E48-C789-8ACB-82B7B827523C}"/>
          </ac:picMkLst>
        </pc:picChg>
      </pc:sldChg>
      <pc:sldChg chg="addSp delSp mod">
        <pc:chgData name="Dragan Javorac" userId="913c2858-fb97-4c6e-a42c-b1f1a16b225e" providerId="ADAL" clId="{3F177C58-1B6A-4F04-AE7D-46FCCA963248}" dt="2022-05-20T09:40:44.714" v="22" actId="21"/>
        <pc:sldMkLst>
          <pc:docMk/>
          <pc:sldMk cId="3440981942" sldId="283"/>
        </pc:sldMkLst>
        <pc:picChg chg="add del">
          <ac:chgData name="Dragan Javorac" userId="913c2858-fb97-4c6e-a42c-b1f1a16b225e" providerId="ADAL" clId="{3F177C58-1B6A-4F04-AE7D-46FCCA963248}" dt="2022-05-20T09:40:44.714" v="22" actId="21"/>
          <ac:picMkLst>
            <pc:docMk/>
            <pc:sldMk cId="3440981942" sldId="283"/>
            <ac:picMk id="5" creationId="{ED0233DC-9D74-27EC-DAE2-B78CACCC3C51}"/>
          </ac:picMkLst>
        </pc:picChg>
      </pc:sldChg>
      <pc:sldChg chg="addSp delSp modSp mod">
        <pc:chgData name="Dragan Javorac" userId="913c2858-fb97-4c6e-a42c-b1f1a16b225e" providerId="ADAL" clId="{3F177C58-1B6A-4F04-AE7D-46FCCA963248}" dt="2022-05-20T09:40:51.387" v="25" actId="1076"/>
        <pc:sldMkLst>
          <pc:docMk/>
          <pc:sldMk cId="1079458499" sldId="287"/>
        </pc:sldMkLst>
        <pc:picChg chg="del">
          <ac:chgData name="Dragan Javorac" userId="913c2858-fb97-4c6e-a42c-b1f1a16b225e" providerId="ADAL" clId="{3F177C58-1B6A-4F04-AE7D-46FCCA963248}" dt="2022-05-20T09:40:49.565" v="24" actId="478"/>
          <ac:picMkLst>
            <pc:docMk/>
            <pc:sldMk cId="1079458499" sldId="287"/>
            <ac:picMk id="4" creationId="{29A195B6-4B27-CA99-86C4-2AAB80666F56}"/>
          </ac:picMkLst>
        </pc:picChg>
        <pc:picChg chg="add mod">
          <ac:chgData name="Dragan Javorac" userId="913c2858-fb97-4c6e-a42c-b1f1a16b225e" providerId="ADAL" clId="{3F177C58-1B6A-4F04-AE7D-46FCCA963248}" dt="2022-05-20T09:40:51.387" v="25" actId="1076"/>
          <ac:picMkLst>
            <pc:docMk/>
            <pc:sldMk cId="1079458499" sldId="287"/>
            <ac:picMk id="5" creationId="{8BD3A2F9-5C8D-5844-9C2D-36269BFBB19F}"/>
          </ac:picMkLst>
        </pc:picChg>
      </pc:sldChg>
      <pc:sldChg chg="add">
        <pc:chgData name="Dragan Javorac" userId="913c2858-fb97-4c6e-a42c-b1f1a16b225e" providerId="ADAL" clId="{3F177C58-1B6A-4F04-AE7D-46FCCA963248}" dt="2022-05-20T06:55:44.591" v="0" actId="2890"/>
        <pc:sldMkLst>
          <pc:docMk/>
          <pc:sldMk cId="3271203707" sldId="288"/>
        </pc:sldMkLst>
      </pc:sldChg>
    </pc:docChg>
  </pc:docChgLst>
  <pc:docChgLst>
    <pc:chgData name="Dragan Javorac" userId="913c2858-fb97-4c6e-a42c-b1f1a16b225e" providerId="ADAL" clId="{202CF0B1-2350-443F-9F51-69F8850B305A}"/>
    <pc:docChg chg="custSel modSld">
      <pc:chgData name="Dragan Javorac" userId="913c2858-fb97-4c6e-a42c-b1f1a16b225e" providerId="ADAL" clId="{202CF0B1-2350-443F-9F51-69F8850B305A}" dt="2024-06-13T12:21:48.981" v="4" actId="14100"/>
      <pc:docMkLst>
        <pc:docMk/>
      </pc:docMkLst>
      <pc:sldChg chg="addSp delSp modSp mod">
        <pc:chgData name="Dragan Javorac" userId="913c2858-fb97-4c6e-a42c-b1f1a16b225e" providerId="ADAL" clId="{202CF0B1-2350-443F-9F51-69F8850B305A}" dt="2024-06-13T12:21:48.981" v="4" actId="14100"/>
        <pc:sldMkLst>
          <pc:docMk/>
          <pc:sldMk cId="2062508089" sldId="289"/>
        </pc:sldMkLst>
        <pc:picChg chg="del">
          <ac:chgData name="Dragan Javorac" userId="913c2858-fb97-4c6e-a42c-b1f1a16b225e" providerId="ADAL" clId="{202CF0B1-2350-443F-9F51-69F8850B305A}" dt="2024-06-13T12:21:43.801" v="0" actId="478"/>
          <ac:picMkLst>
            <pc:docMk/>
            <pc:sldMk cId="2062508089" sldId="289"/>
            <ac:picMk id="5" creationId="{695ADCA7-AC44-0CEA-3B9B-AE205342FE5B}"/>
          </ac:picMkLst>
        </pc:picChg>
        <pc:picChg chg="add mod">
          <ac:chgData name="Dragan Javorac" userId="913c2858-fb97-4c6e-a42c-b1f1a16b225e" providerId="ADAL" clId="{202CF0B1-2350-443F-9F51-69F8850B305A}" dt="2024-06-13T12:21:48.981" v="4" actId="14100"/>
          <ac:picMkLst>
            <pc:docMk/>
            <pc:sldMk cId="2062508089" sldId="289"/>
            <ac:picMk id="6" creationId="{A7713A50-6C8F-8C9F-8453-11F32DDC6B46}"/>
          </ac:picMkLst>
        </pc:picChg>
      </pc:sldChg>
    </pc:docChg>
  </pc:docChgLst>
  <pc:docChgLst>
    <pc:chgData name="Dragan Javorac" userId="913c2858-fb97-4c6e-a42c-b1f1a16b225e" providerId="ADAL" clId="{FE70B12A-CFD3-4EB0-9FF8-D84C059CC66B}"/>
    <pc:docChg chg="undo custSel addSld delSld modSld">
      <pc:chgData name="Dragan Javorac" userId="913c2858-fb97-4c6e-a42c-b1f1a16b225e" providerId="ADAL" clId="{FE70B12A-CFD3-4EB0-9FF8-D84C059CC66B}" dt="2022-05-12T10:36:56.052" v="1350" actId="20577"/>
      <pc:docMkLst>
        <pc:docMk/>
      </pc:docMkLst>
      <pc:sldChg chg="modSp mod">
        <pc:chgData name="Dragan Javorac" userId="913c2858-fb97-4c6e-a42c-b1f1a16b225e" providerId="ADAL" clId="{FE70B12A-CFD3-4EB0-9FF8-D84C059CC66B}" dt="2022-05-12T10:36:42.241" v="1346" actId="20577"/>
        <pc:sldMkLst>
          <pc:docMk/>
          <pc:sldMk cId="729763293" sldId="256"/>
        </pc:sldMkLst>
        <pc:spChg chg="mod">
          <ac:chgData name="Dragan Javorac" userId="913c2858-fb97-4c6e-a42c-b1f1a16b225e" providerId="ADAL" clId="{FE70B12A-CFD3-4EB0-9FF8-D84C059CC66B}" dt="2022-05-12T10:36:42.241" v="1346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FE70B12A-CFD3-4EB0-9FF8-D84C059CC66B}" dt="2022-05-12T09:27:13.409" v="1055" actId="47"/>
        <pc:sldMkLst>
          <pc:docMk/>
          <pc:sldMk cId="3110653216" sldId="259"/>
        </pc:sldMkLst>
      </pc:sldChg>
      <pc:sldChg chg="modSp mod">
        <pc:chgData name="Dragan Javorac" userId="913c2858-fb97-4c6e-a42c-b1f1a16b225e" providerId="ADAL" clId="{FE70B12A-CFD3-4EB0-9FF8-D84C059CC66B}" dt="2022-05-12T10:05:39.837" v="1345" actId="20577"/>
        <pc:sldMkLst>
          <pc:docMk/>
          <pc:sldMk cId="267494202" sldId="260"/>
        </pc:sldMkLst>
        <pc:spChg chg="mod">
          <ac:chgData name="Dragan Javorac" userId="913c2858-fb97-4c6e-a42c-b1f1a16b225e" providerId="ADAL" clId="{FE70B12A-CFD3-4EB0-9FF8-D84C059CC66B}" dt="2022-05-12T10:05:39.837" v="1345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del">
        <pc:chgData name="Dragan Javorac" userId="913c2858-fb97-4c6e-a42c-b1f1a16b225e" providerId="ADAL" clId="{FE70B12A-CFD3-4EB0-9FF8-D84C059CC66B}" dt="2022-05-12T09:27:30.196" v="1056" actId="47"/>
        <pc:sldMkLst>
          <pc:docMk/>
          <pc:sldMk cId="3673759068" sldId="262"/>
        </pc:sldMkLst>
      </pc:sldChg>
      <pc:sldChg chg="del">
        <pc:chgData name="Dragan Javorac" userId="913c2858-fb97-4c6e-a42c-b1f1a16b225e" providerId="ADAL" clId="{FE70B12A-CFD3-4EB0-9FF8-D84C059CC66B}" dt="2022-05-12T09:12:00.617" v="13" actId="47"/>
        <pc:sldMkLst>
          <pc:docMk/>
          <pc:sldMk cId="3463112225" sldId="263"/>
        </pc:sldMkLst>
      </pc:sldChg>
      <pc:sldChg chg="del">
        <pc:chgData name="Dragan Javorac" userId="913c2858-fb97-4c6e-a42c-b1f1a16b225e" providerId="ADAL" clId="{FE70B12A-CFD3-4EB0-9FF8-D84C059CC66B}" dt="2022-05-12T09:12:01.441" v="14" actId="47"/>
        <pc:sldMkLst>
          <pc:docMk/>
          <pc:sldMk cId="3802254887" sldId="264"/>
        </pc:sldMkLst>
      </pc:sldChg>
      <pc:sldChg chg="addSp delSp modSp mod">
        <pc:chgData name="Dragan Javorac" userId="913c2858-fb97-4c6e-a42c-b1f1a16b225e" providerId="ADAL" clId="{FE70B12A-CFD3-4EB0-9FF8-D84C059CC66B}" dt="2022-05-12T10:36:51.702" v="1347" actId="20577"/>
        <pc:sldMkLst>
          <pc:docMk/>
          <pc:sldMk cId="678353431" sldId="265"/>
        </pc:sldMkLst>
        <pc:spChg chg="mod">
          <ac:chgData name="Dragan Javorac" userId="913c2858-fb97-4c6e-a42c-b1f1a16b225e" providerId="ADAL" clId="{FE70B12A-CFD3-4EB0-9FF8-D84C059CC66B}" dt="2022-05-12T09:12:14.181" v="37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1.702" v="1347" actId="20577"/>
          <ac:spMkLst>
            <pc:docMk/>
            <pc:sldMk cId="678353431" sldId="26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0:35.816" v="428" actId="1076"/>
          <ac:picMkLst>
            <pc:docMk/>
            <pc:sldMk cId="678353431" sldId="265"/>
            <ac:picMk id="5" creationId="{9217EF02-164C-6A9C-1FA4-A03B40835D25}"/>
          </ac:picMkLst>
        </pc:picChg>
        <pc:picChg chg="del">
          <ac:chgData name="Dragan Javorac" userId="913c2858-fb97-4c6e-a42c-b1f1a16b225e" providerId="ADAL" clId="{FE70B12A-CFD3-4EB0-9FF8-D84C059CC66B}" dt="2022-05-12T09:11:43.307" v="0" actId="478"/>
          <ac:picMkLst>
            <pc:docMk/>
            <pc:sldMk cId="678353431" sldId="265"/>
            <ac:picMk id="6" creationId="{6B8145DF-71BC-4EDD-95D4-F88D3DD450DC}"/>
          </ac:picMkLst>
        </pc:picChg>
      </pc:sldChg>
      <pc:sldChg chg="del">
        <pc:chgData name="Dragan Javorac" userId="913c2858-fb97-4c6e-a42c-b1f1a16b225e" providerId="ADAL" clId="{FE70B12A-CFD3-4EB0-9FF8-D84C059CC66B}" dt="2022-05-12T09:11:59.398" v="12" actId="47"/>
        <pc:sldMkLst>
          <pc:docMk/>
          <pc:sldMk cId="415422693" sldId="266"/>
        </pc:sldMkLst>
      </pc:sldChg>
      <pc:sldChg chg="delSp modSp mod">
        <pc:chgData name="Dragan Javorac" userId="913c2858-fb97-4c6e-a42c-b1f1a16b225e" providerId="ADAL" clId="{FE70B12A-CFD3-4EB0-9FF8-D84C059CC66B}" dt="2022-05-12T09:22:10.751" v="678" actId="20577"/>
        <pc:sldMkLst>
          <pc:docMk/>
          <pc:sldMk cId="2010496712" sldId="267"/>
        </pc:sldMkLst>
        <pc:spChg chg="mod">
          <ac:chgData name="Dragan Javorac" userId="913c2858-fb97-4c6e-a42c-b1f1a16b225e" providerId="ADAL" clId="{FE70B12A-CFD3-4EB0-9FF8-D84C059CC66B}" dt="2022-05-12T09:21:03.626" v="454" actId="20577"/>
          <ac:spMkLst>
            <pc:docMk/>
            <pc:sldMk cId="2010496712" sldId="267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2:10.751" v="678" actId="20577"/>
          <ac:spMkLst>
            <pc:docMk/>
            <pc:sldMk cId="2010496712" sldId="267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0:56.265" v="429" actId="478"/>
          <ac:picMkLst>
            <pc:docMk/>
            <pc:sldMk cId="2010496712" sldId="267"/>
            <ac:picMk id="5" creationId="{7562378C-C524-4604-B703-694B9896A744}"/>
          </ac:picMkLst>
        </pc:picChg>
        <pc:picChg chg="del">
          <ac:chgData name="Dragan Javorac" userId="913c2858-fb97-4c6e-a42c-b1f1a16b225e" providerId="ADAL" clId="{FE70B12A-CFD3-4EB0-9FF8-D84C059CC66B}" dt="2022-05-12T09:20:56.621" v="430" actId="478"/>
          <ac:picMkLst>
            <pc:docMk/>
            <pc:sldMk cId="2010496712" sldId="267"/>
            <ac:picMk id="7" creationId="{3D07312A-3C34-4FA0-89F1-F36AA1400183}"/>
          </ac:picMkLst>
        </pc:picChg>
      </pc:sldChg>
      <pc:sldChg chg="del">
        <pc:chgData name="Dragan Javorac" userId="913c2858-fb97-4c6e-a42c-b1f1a16b225e" providerId="ADAL" clId="{FE70B12A-CFD3-4EB0-9FF8-D84C059CC66B}" dt="2022-05-12T09:27:06.079" v="1054" actId="47"/>
        <pc:sldMkLst>
          <pc:docMk/>
          <pc:sldMk cId="146716619" sldId="269"/>
        </pc:sldMkLst>
      </pc:sldChg>
      <pc:sldChg chg="addSp delSp modSp add mod">
        <pc:chgData name="Dragan Javorac" userId="913c2858-fb97-4c6e-a42c-b1f1a16b225e" providerId="ADAL" clId="{FE70B12A-CFD3-4EB0-9FF8-D84C059CC66B}" dt="2022-05-12T10:36:56.052" v="1350" actId="20577"/>
        <pc:sldMkLst>
          <pc:docMk/>
          <pc:sldMk cId="384059242" sldId="270"/>
        </pc:sldMkLst>
        <pc:spChg chg="add del mod">
          <ac:chgData name="Dragan Javorac" userId="913c2858-fb97-4c6e-a42c-b1f1a16b225e" providerId="ADAL" clId="{FE70B12A-CFD3-4EB0-9FF8-D84C059CC66B}" dt="2022-05-12T09:16:14.217" v="348" actId="478"/>
          <ac:spMkLst>
            <pc:docMk/>
            <pc:sldMk cId="384059242" sldId="270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10:36:56.052" v="1350" actId="20577"/>
          <ac:spMkLst>
            <pc:docMk/>
            <pc:sldMk cId="384059242" sldId="270"/>
            <ac:spMk id="3" creationId="{9C1B0ED0-FD23-4DF4-8487-56E64A4517DA}"/>
          </ac:spMkLst>
        </pc:spChg>
        <pc:spChg chg="add del mod">
          <ac:chgData name="Dragan Javorac" userId="913c2858-fb97-4c6e-a42c-b1f1a16b225e" providerId="ADAL" clId="{FE70B12A-CFD3-4EB0-9FF8-D84C059CC66B}" dt="2022-05-12T09:16:05.702" v="342" actId="478"/>
          <ac:spMkLst>
            <pc:docMk/>
            <pc:sldMk cId="384059242" sldId="270"/>
            <ac:spMk id="7" creationId="{CF99E889-D865-16F5-0BFB-A7B114BB2BFC}"/>
          </ac:spMkLst>
        </pc:spChg>
        <pc:spChg chg="add del mod">
          <ac:chgData name="Dragan Javorac" userId="913c2858-fb97-4c6e-a42c-b1f1a16b225e" providerId="ADAL" clId="{FE70B12A-CFD3-4EB0-9FF8-D84C059CC66B}" dt="2022-05-12T09:16:15.235" v="349" actId="478"/>
          <ac:spMkLst>
            <pc:docMk/>
            <pc:sldMk cId="384059242" sldId="270"/>
            <ac:spMk id="9" creationId="{64650626-8A61-9639-9036-35276C947655}"/>
          </ac:spMkLst>
        </pc:spChg>
        <pc:picChg chg="add mod">
          <ac:chgData name="Dragan Javorac" userId="913c2858-fb97-4c6e-a42c-b1f1a16b225e" providerId="ADAL" clId="{FE70B12A-CFD3-4EB0-9FF8-D84C059CC66B}" dt="2022-05-12T09:15:50.043" v="338" actId="1076"/>
          <ac:picMkLst>
            <pc:docMk/>
            <pc:sldMk cId="384059242" sldId="270"/>
            <ac:picMk id="5" creationId="{E42EB782-AD05-4A92-8CBB-B918CC17AFB0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6:17.106" v="984" actId="20577"/>
        <pc:sldMkLst>
          <pc:docMk/>
          <pc:sldMk cId="4082708953" sldId="271"/>
        </pc:sldMkLst>
        <pc:spChg chg="mod">
          <ac:chgData name="Dragan Javorac" userId="913c2858-fb97-4c6e-a42c-b1f1a16b225e" providerId="ADAL" clId="{FE70B12A-CFD3-4EB0-9FF8-D84C059CC66B}" dt="2022-05-12T09:22:16.687" v="688" actId="20577"/>
          <ac:spMkLst>
            <pc:docMk/>
            <pc:sldMk cId="4082708953" sldId="271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6:17.106" v="984" actId="20577"/>
          <ac:spMkLst>
            <pc:docMk/>
            <pc:sldMk cId="4082708953" sldId="271"/>
            <ac:spMk id="3" creationId="{9C1B0ED0-FD23-4DF4-8487-56E64A4517DA}"/>
          </ac:spMkLst>
        </pc:spChg>
        <pc:graphicFrameChg chg="add del mod">
          <ac:chgData name="Dragan Javorac" userId="913c2858-fb97-4c6e-a42c-b1f1a16b225e" providerId="ADAL" clId="{FE70B12A-CFD3-4EB0-9FF8-D84C059CC66B}" dt="2022-05-12T09:22:32.974" v="717"/>
          <ac:graphicFrameMkLst>
            <pc:docMk/>
            <pc:sldMk cId="4082708953" sldId="271"/>
            <ac:graphicFrameMk id="4" creationId="{1FEB9BE6-CF9B-2E7B-4B8D-0F0B055D3159}"/>
          </ac:graphicFrameMkLst>
        </pc:graphicFrameChg>
        <pc:picChg chg="add del mod">
          <ac:chgData name="Dragan Javorac" userId="913c2858-fb97-4c6e-a42c-b1f1a16b225e" providerId="ADAL" clId="{FE70B12A-CFD3-4EB0-9FF8-D84C059CC66B}" dt="2022-05-12T09:26:01.405" v="926" actId="478"/>
          <ac:picMkLst>
            <pc:docMk/>
            <pc:sldMk cId="4082708953" sldId="271"/>
            <ac:picMk id="6" creationId="{F144889C-0D12-845A-D5ED-B4983F394DFE}"/>
          </ac:picMkLst>
        </pc:picChg>
        <pc:picChg chg="add del mod">
          <ac:chgData name="Dragan Javorac" userId="913c2858-fb97-4c6e-a42c-b1f1a16b225e" providerId="ADAL" clId="{FE70B12A-CFD3-4EB0-9FF8-D84C059CC66B}" dt="2022-05-12T09:26:01.860" v="927" actId="478"/>
          <ac:picMkLst>
            <pc:docMk/>
            <pc:sldMk cId="4082708953" sldId="271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32.610" v="873" actId="1076"/>
        <pc:sldMkLst>
          <pc:docMk/>
          <pc:sldMk cId="1681488424" sldId="272"/>
        </pc:sldMkLst>
        <pc:spChg chg="mod">
          <ac:chgData name="Dragan Javorac" userId="913c2858-fb97-4c6e-a42c-b1f1a16b225e" providerId="ADAL" clId="{FE70B12A-CFD3-4EB0-9FF8-D84C059CC66B}" dt="2022-05-12T09:24:27.512" v="871" actId="20577"/>
          <ac:spMkLst>
            <pc:docMk/>
            <pc:sldMk cId="1681488424" sldId="272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4:07.228" v="805" actId="478"/>
          <ac:picMkLst>
            <pc:docMk/>
            <pc:sldMk cId="1681488424" sldId="272"/>
            <ac:picMk id="6" creationId="{F144889C-0D12-845A-D5ED-B4983F394DFE}"/>
          </ac:picMkLst>
        </pc:picChg>
        <pc:picChg chg="add mod">
          <ac:chgData name="Dragan Javorac" userId="913c2858-fb97-4c6e-a42c-b1f1a16b225e" providerId="ADAL" clId="{FE70B12A-CFD3-4EB0-9FF8-D84C059CC66B}" dt="2022-05-12T09:24:32.610" v="873" actId="1076"/>
          <ac:picMkLst>
            <pc:docMk/>
            <pc:sldMk cId="1681488424" sldId="272"/>
            <ac:picMk id="7" creationId="{F268E0E8-F0ED-0BCA-BA91-C48480405B13}"/>
          </ac:picMkLst>
        </pc:picChg>
        <pc:picChg chg="del">
          <ac:chgData name="Dragan Javorac" userId="913c2858-fb97-4c6e-a42c-b1f1a16b225e" providerId="ADAL" clId="{FE70B12A-CFD3-4EB0-9FF8-D84C059CC66B}" dt="2022-05-12T09:24:07.682" v="806" actId="478"/>
          <ac:picMkLst>
            <pc:docMk/>
            <pc:sldMk cId="1681488424" sldId="272"/>
            <ac:picMk id="8" creationId="{E3533AC7-868B-FB3A-BAFF-58074D651005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4:55.657" v="889" actId="6549"/>
        <pc:sldMkLst>
          <pc:docMk/>
          <pc:sldMk cId="3586748730" sldId="273"/>
        </pc:sldMkLst>
        <pc:spChg chg="mod">
          <ac:chgData name="Dragan Javorac" userId="913c2858-fb97-4c6e-a42c-b1f1a16b225e" providerId="ADAL" clId="{FE70B12A-CFD3-4EB0-9FF8-D84C059CC66B}" dt="2022-05-12T09:24:46.883" v="884" actId="20577"/>
          <ac:spMkLst>
            <pc:docMk/>
            <pc:sldMk cId="3586748730" sldId="273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4:55.657" v="889" actId="6549"/>
          <ac:spMkLst>
            <pc:docMk/>
            <pc:sldMk cId="3586748730" sldId="273"/>
            <ac:spMk id="3" creationId="{9C1B0ED0-FD23-4DF4-8487-56E64A4517DA}"/>
          </ac:spMkLst>
        </pc:spChg>
        <pc:picChg chg="add mod">
          <ac:chgData name="Dragan Javorac" userId="913c2858-fb97-4c6e-a42c-b1f1a16b225e" providerId="ADAL" clId="{FE70B12A-CFD3-4EB0-9FF8-D84C059CC66B}" dt="2022-05-12T09:24:53.689" v="888" actId="1076"/>
          <ac:picMkLst>
            <pc:docMk/>
            <pc:sldMk cId="3586748730" sldId="273"/>
            <ac:picMk id="5" creationId="{56904608-D280-7E7A-D82D-30B95D340837}"/>
          </ac:picMkLst>
        </pc:picChg>
        <pc:picChg chg="del">
          <ac:chgData name="Dragan Javorac" userId="913c2858-fb97-4c6e-a42c-b1f1a16b225e" providerId="ADAL" clId="{FE70B12A-CFD3-4EB0-9FF8-D84C059CC66B}" dt="2022-05-12T09:24:50.326" v="887" actId="478"/>
          <ac:picMkLst>
            <pc:docMk/>
            <pc:sldMk cId="3586748730" sldId="273"/>
            <ac:picMk id="7" creationId="{F268E0E8-F0ED-0BCA-BA91-C48480405B13}"/>
          </ac:picMkLst>
        </pc:picChg>
      </pc:sldChg>
      <pc:sldChg chg="addSp delSp modSp add mod">
        <pc:chgData name="Dragan Javorac" userId="913c2858-fb97-4c6e-a42c-b1f1a16b225e" providerId="ADAL" clId="{FE70B12A-CFD3-4EB0-9FF8-D84C059CC66B}" dt="2022-05-12T09:27:02.954" v="1053" actId="20577"/>
        <pc:sldMkLst>
          <pc:docMk/>
          <pc:sldMk cId="3802576021" sldId="274"/>
        </pc:sldMkLst>
        <pc:spChg chg="mod">
          <ac:chgData name="Dragan Javorac" userId="913c2858-fb97-4c6e-a42c-b1f1a16b225e" providerId="ADAL" clId="{FE70B12A-CFD3-4EB0-9FF8-D84C059CC66B}" dt="2022-05-12T09:25:12.248" v="921" actId="20577"/>
          <ac:spMkLst>
            <pc:docMk/>
            <pc:sldMk cId="3802576021" sldId="274"/>
            <ac:spMk id="2" creationId="{F3046ACF-677C-4C47-B097-C82DB9EF99F7}"/>
          </ac:spMkLst>
        </pc:spChg>
        <pc:spChg chg="mod">
          <ac:chgData name="Dragan Javorac" userId="913c2858-fb97-4c6e-a42c-b1f1a16b225e" providerId="ADAL" clId="{FE70B12A-CFD3-4EB0-9FF8-D84C059CC66B}" dt="2022-05-12T09:27:02.954" v="1053" actId="20577"/>
          <ac:spMkLst>
            <pc:docMk/>
            <pc:sldMk cId="3802576021" sldId="274"/>
            <ac:spMk id="3" creationId="{9C1B0ED0-FD23-4DF4-8487-56E64A4517DA}"/>
          </ac:spMkLst>
        </pc:spChg>
        <pc:picChg chg="del">
          <ac:chgData name="Dragan Javorac" userId="913c2858-fb97-4c6e-a42c-b1f1a16b225e" providerId="ADAL" clId="{FE70B12A-CFD3-4EB0-9FF8-D84C059CC66B}" dt="2022-05-12T09:25:02.817" v="891" actId="478"/>
          <ac:picMkLst>
            <pc:docMk/>
            <pc:sldMk cId="3802576021" sldId="274"/>
            <ac:picMk id="5" creationId="{56904608-D280-7E7A-D82D-30B95D340837}"/>
          </ac:picMkLst>
        </pc:picChg>
        <pc:picChg chg="add mod">
          <ac:chgData name="Dragan Javorac" userId="913c2858-fb97-4c6e-a42c-b1f1a16b225e" providerId="ADAL" clId="{FE70B12A-CFD3-4EB0-9FF8-D84C059CC66B}" dt="2022-05-12T09:25:48.122" v="924" actId="1076"/>
          <ac:picMkLst>
            <pc:docMk/>
            <pc:sldMk cId="3802576021" sldId="274"/>
            <ac:picMk id="6" creationId="{4794BE2E-0CA5-6EA8-9194-55786AE2F7BD}"/>
          </ac:picMkLst>
        </pc:picChg>
      </pc:sldChg>
      <pc:sldChg chg="modSp add mod">
        <pc:chgData name="Dragan Javorac" userId="913c2858-fb97-4c6e-a42c-b1f1a16b225e" providerId="ADAL" clId="{FE70B12A-CFD3-4EB0-9FF8-D84C059CC66B}" dt="2022-05-12T09:26:36.841" v="991" actId="1076"/>
        <pc:sldMkLst>
          <pc:docMk/>
          <pc:sldMk cId="1125492090" sldId="275"/>
        </pc:sldMkLst>
        <pc:spChg chg="mod">
          <ac:chgData name="Dragan Javorac" userId="913c2858-fb97-4c6e-a42c-b1f1a16b225e" providerId="ADAL" clId="{FE70B12A-CFD3-4EB0-9FF8-D84C059CC66B}" dt="2022-05-12T09:26:34.148" v="989" actId="6549"/>
          <ac:spMkLst>
            <pc:docMk/>
            <pc:sldMk cId="1125492090" sldId="275"/>
            <ac:spMk id="3" creationId="{9C1B0ED0-FD23-4DF4-8487-56E64A4517DA}"/>
          </ac:spMkLst>
        </pc:spChg>
        <pc:picChg chg="mod">
          <ac:chgData name="Dragan Javorac" userId="913c2858-fb97-4c6e-a42c-b1f1a16b225e" providerId="ADAL" clId="{FE70B12A-CFD3-4EB0-9FF8-D84C059CC66B}" dt="2022-05-12T09:26:35.653" v="990" actId="1076"/>
          <ac:picMkLst>
            <pc:docMk/>
            <pc:sldMk cId="1125492090" sldId="275"/>
            <ac:picMk id="6" creationId="{F144889C-0D12-845A-D5ED-B4983F394DFE}"/>
          </ac:picMkLst>
        </pc:picChg>
        <pc:picChg chg="mod">
          <ac:chgData name="Dragan Javorac" userId="913c2858-fb97-4c6e-a42c-b1f1a16b225e" providerId="ADAL" clId="{FE70B12A-CFD3-4EB0-9FF8-D84C059CC66B}" dt="2022-05-12T09:26:36.841" v="991" actId="1076"/>
          <ac:picMkLst>
            <pc:docMk/>
            <pc:sldMk cId="1125492090" sldId="275"/>
            <ac:picMk id="8" creationId="{E3533AC7-868B-FB3A-BAFF-58074D651005}"/>
          </ac:picMkLst>
        </pc:picChg>
      </pc:sldChg>
      <pc:sldChg chg="add del">
        <pc:chgData name="Dragan Javorac" userId="913c2858-fb97-4c6e-a42c-b1f1a16b225e" providerId="ADAL" clId="{FE70B12A-CFD3-4EB0-9FF8-D84C059CC66B}" dt="2022-05-12T09:28:23.810" v="1065" actId="2696"/>
        <pc:sldMkLst>
          <pc:docMk/>
          <pc:sldMk cId="394241707" sldId="276"/>
        </pc:sldMkLst>
      </pc:sldChg>
      <pc:sldChg chg="add del">
        <pc:chgData name="Dragan Javorac" userId="913c2858-fb97-4c6e-a42c-b1f1a16b225e" providerId="ADAL" clId="{FE70B12A-CFD3-4EB0-9FF8-D84C059CC66B}" dt="2022-05-12T09:31:28.609" v="1130" actId="2696"/>
        <pc:sldMkLst>
          <pc:docMk/>
          <pc:sldMk cId="3865953187" sldId="276"/>
        </pc:sldMkLst>
      </pc:sldChg>
    </pc:docChg>
  </pc:docChgLst>
  <pc:docChgLst>
    <pc:chgData name="Dragan Javorac" userId="913c2858-fb97-4c6e-a42c-b1f1a16b225e" providerId="ADAL" clId="{B23B7060-25DF-440A-9E11-BEB9B351F938}"/>
    <pc:docChg chg="undo custSel addSld delSld modSld">
      <pc:chgData name="Dragan Javorac" userId="913c2858-fb97-4c6e-a42c-b1f1a16b225e" providerId="ADAL" clId="{B23B7060-25DF-440A-9E11-BEB9B351F938}" dt="2022-05-19T09:10:47.249" v="930" actId="790"/>
      <pc:docMkLst>
        <pc:docMk/>
      </pc:docMkLst>
      <pc:sldChg chg="modSp mod">
        <pc:chgData name="Dragan Javorac" userId="913c2858-fb97-4c6e-a42c-b1f1a16b225e" providerId="ADAL" clId="{B23B7060-25DF-440A-9E11-BEB9B351F938}" dt="2022-05-19T08:30:00.034" v="2" actId="20577"/>
        <pc:sldMkLst>
          <pc:docMk/>
          <pc:sldMk cId="729763293" sldId="256"/>
        </pc:sldMkLst>
        <pc:spChg chg="mod">
          <ac:chgData name="Dragan Javorac" userId="913c2858-fb97-4c6e-a42c-b1f1a16b225e" providerId="ADAL" clId="{B23B7060-25DF-440A-9E11-BEB9B351F938}" dt="2022-05-19T08:30:00.034" v="2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B23B7060-25DF-440A-9E11-BEB9B351F938}" dt="2022-05-19T08:30:16.913" v="12" actId="47"/>
        <pc:sldMkLst>
          <pc:docMk/>
          <pc:sldMk cId="267494202" sldId="260"/>
        </pc:sldMkLst>
      </pc:sldChg>
      <pc:sldChg chg="del">
        <pc:chgData name="Dragan Javorac" userId="913c2858-fb97-4c6e-a42c-b1f1a16b225e" providerId="ADAL" clId="{B23B7060-25DF-440A-9E11-BEB9B351F938}" dt="2022-05-19T08:30:06.389" v="3" actId="47"/>
        <pc:sldMkLst>
          <pc:docMk/>
          <pc:sldMk cId="678353431" sldId="265"/>
        </pc:sldMkLst>
      </pc:sldChg>
      <pc:sldChg chg="del">
        <pc:chgData name="Dragan Javorac" userId="913c2858-fb97-4c6e-a42c-b1f1a16b225e" providerId="ADAL" clId="{B23B7060-25DF-440A-9E11-BEB9B351F938}" dt="2022-05-19T08:30:07.243" v="4" actId="47"/>
        <pc:sldMkLst>
          <pc:docMk/>
          <pc:sldMk cId="384059242" sldId="270"/>
        </pc:sldMkLst>
      </pc:sldChg>
      <pc:sldChg chg="del">
        <pc:chgData name="Dragan Javorac" userId="913c2858-fb97-4c6e-a42c-b1f1a16b225e" providerId="ADAL" clId="{B23B7060-25DF-440A-9E11-BEB9B351F938}" dt="2022-05-19T08:30:08.311" v="5" actId="47"/>
        <pc:sldMkLst>
          <pc:docMk/>
          <pc:sldMk cId="2739902276" sldId="276"/>
        </pc:sldMkLst>
      </pc:sldChg>
      <pc:sldChg chg="addSp delSp modSp mod">
        <pc:chgData name="Dragan Javorac" userId="913c2858-fb97-4c6e-a42c-b1f1a16b225e" providerId="ADAL" clId="{B23B7060-25DF-440A-9E11-BEB9B351F938}" dt="2022-05-19T09:09:08.668" v="911" actId="313"/>
        <pc:sldMkLst>
          <pc:docMk/>
          <pc:sldMk cId="1690484953" sldId="277"/>
        </pc:sldMkLst>
        <pc:spChg chg="mod">
          <ac:chgData name="Dragan Javorac" userId="913c2858-fb97-4c6e-a42c-b1f1a16b225e" providerId="ADAL" clId="{B23B7060-25DF-440A-9E11-BEB9B351F938}" dt="2022-05-19T08:30:31.649" v="46" actId="20577"/>
          <ac:spMkLst>
            <pc:docMk/>
            <pc:sldMk cId="1690484953" sldId="277"/>
            <ac:spMk id="2" creationId="{F3046ACF-677C-4C47-B097-C82DB9EF99F7}"/>
          </ac:spMkLst>
        </pc:spChg>
        <pc:spChg chg="mod">
          <ac:chgData name="Dragan Javorac" userId="913c2858-fb97-4c6e-a42c-b1f1a16b225e" providerId="ADAL" clId="{B23B7060-25DF-440A-9E11-BEB9B351F938}" dt="2022-05-19T09:09:08.668" v="911" actId="313"/>
          <ac:spMkLst>
            <pc:docMk/>
            <pc:sldMk cId="1690484953" sldId="277"/>
            <ac:spMk id="3" creationId="{9C1B0ED0-FD23-4DF4-8487-56E64A4517DA}"/>
          </ac:spMkLst>
        </pc:spChg>
        <pc:picChg chg="del">
          <ac:chgData name="Dragan Javorac" userId="913c2858-fb97-4c6e-a42c-b1f1a16b225e" providerId="ADAL" clId="{B23B7060-25DF-440A-9E11-BEB9B351F938}" dt="2022-05-19T08:32:47.298" v="52" actId="478"/>
          <ac:picMkLst>
            <pc:docMk/>
            <pc:sldMk cId="1690484953" sldId="277"/>
            <ac:picMk id="5" creationId="{28423A5E-8689-B84C-FAB4-35D82ECE1C0A}"/>
          </ac:picMkLst>
        </pc:picChg>
        <pc:picChg chg="add mod">
          <ac:chgData name="Dragan Javorac" userId="913c2858-fb97-4c6e-a42c-b1f1a16b225e" providerId="ADAL" clId="{B23B7060-25DF-440A-9E11-BEB9B351F938}" dt="2022-05-19T08:32:43.252" v="51" actId="1076"/>
          <ac:picMkLst>
            <pc:docMk/>
            <pc:sldMk cId="1690484953" sldId="277"/>
            <ac:picMk id="6" creationId="{716B4E89-0279-1761-C621-786B85BC4C0F}"/>
          </ac:picMkLst>
        </pc:picChg>
        <pc:picChg chg="del">
          <ac:chgData name="Dragan Javorac" userId="913c2858-fb97-4c6e-a42c-b1f1a16b225e" providerId="ADAL" clId="{B23B7060-25DF-440A-9E11-BEB9B351F938}" dt="2022-05-19T08:30:34.206" v="47" actId="478"/>
          <ac:picMkLst>
            <pc:docMk/>
            <pc:sldMk cId="1690484953" sldId="277"/>
            <ac:picMk id="8" creationId="{E46F01A6-D72C-B10D-9555-631A2DAE849B}"/>
          </ac:picMkLst>
        </pc:picChg>
      </pc:sldChg>
      <pc:sldChg chg="addSp delSp modSp add mod">
        <pc:chgData name="Dragan Javorac" userId="913c2858-fb97-4c6e-a42c-b1f1a16b225e" providerId="ADAL" clId="{B23B7060-25DF-440A-9E11-BEB9B351F938}" dt="2022-05-19T09:09:10.437" v="912" actId="313"/>
        <pc:sldMkLst>
          <pc:docMk/>
          <pc:sldMk cId="1588023212" sldId="278"/>
        </pc:sldMkLst>
        <pc:spChg chg="mod">
          <ac:chgData name="Dragan Javorac" userId="913c2858-fb97-4c6e-a42c-b1f1a16b225e" providerId="ADAL" clId="{B23B7060-25DF-440A-9E11-BEB9B351F938}" dt="2022-05-19T09:09:10.437" v="912" actId="313"/>
          <ac:spMkLst>
            <pc:docMk/>
            <pc:sldMk cId="1588023212" sldId="278"/>
            <ac:spMk id="3" creationId="{9C1B0ED0-FD23-4DF4-8487-56E64A4517DA}"/>
          </ac:spMkLst>
        </pc:spChg>
        <pc:picChg chg="add mod">
          <ac:chgData name="Dragan Javorac" userId="913c2858-fb97-4c6e-a42c-b1f1a16b225e" providerId="ADAL" clId="{B23B7060-25DF-440A-9E11-BEB9B351F938}" dt="2022-05-19T08:44:48.329" v="242" actId="1076"/>
          <ac:picMkLst>
            <pc:docMk/>
            <pc:sldMk cId="1588023212" sldId="278"/>
            <ac:picMk id="5" creationId="{30D4AFDB-C0E1-6637-1685-DEFCFA552A49}"/>
          </ac:picMkLst>
        </pc:picChg>
        <pc:picChg chg="add del">
          <ac:chgData name="Dragan Javorac" userId="913c2858-fb97-4c6e-a42c-b1f1a16b225e" providerId="ADAL" clId="{B23B7060-25DF-440A-9E11-BEB9B351F938}" dt="2022-05-19T08:44:37.482" v="213" actId="478"/>
          <ac:picMkLst>
            <pc:docMk/>
            <pc:sldMk cId="1588023212" sldId="278"/>
            <ac:picMk id="6" creationId="{716B4E89-0279-1761-C621-786B85BC4C0F}"/>
          </ac:picMkLst>
        </pc:picChg>
        <pc:picChg chg="add del mod">
          <ac:chgData name="Dragan Javorac" userId="913c2858-fb97-4c6e-a42c-b1f1a16b225e" providerId="ADAL" clId="{B23B7060-25DF-440A-9E11-BEB9B351F938}" dt="2022-05-19T08:45:44.134" v="308" actId="478"/>
          <ac:picMkLst>
            <pc:docMk/>
            <pc:sldMk cId="1588023212" sldId="278"/>
            <ac:picMk id="8" creationId="{74B4573D-EE33-89E9-449B-8FBDAA3B0707}"/>
          </ac:picMkLst>
        </pc:picChg>
        <pc:picChg chg="add mod">
          <ac:chgData name="Dragan Javorac" userId="913c2858-fb97-4c6e-a42c-b1f1a16b225e" providerId="ADAL" clId="{B23B7060-25DF-440A-9E11-BEB9B351F938}" dt="2022-05-19T08:45:45.449" v="309" actId="1076"/>
          <ac:picMkLst>
            <pc:docMk/>
            <pc:sldMk cId="1588023212" sldId="278"/>
            <ac:picMk id="10" creationId="{60F86DE3-B00B-8997-58A2-28044150DB8C}"/>
          </ac:picMkLst>
        </pc:picChg>
      </pc:sldChg>
      <pc:sldChg chg="del">
        <pc:chgData name="Dragan Javorac" userId="913c2858-fb97-4c6e-a42c-b1f1a16b225e" providerId="ADAL" clId="{B23B7060-25DF-440A-9E11-BEB9B351F938}" dt="2022-05-19T08:30:19.343" v="14" actId="47"/>
        <pc:sldMkLst>
          <pc:docMk/>
          <pc:sldMk cId="2546539525" sldId="278"/>
        </pc:sldMkLst>
      </pc:sldChg>
      <pc:sldChg chg="del">
        <pc:chgData name="Dragan Javorac" userId="913c2858-fb97-4c6e-a42c-b1f1a16b225e" providerId="ADAL" clId="{B23B7060-25DF-440A-9E11-BEB9B351F938}" dt="2022-05-19T08:30:12.001" v="6" actId="47"/>
        <pc:sldMkLst>
          <pc:docMk/>
          <pc:sldMk cId="1696777183" sldId="279"/>
        </pc:sldMkLst>
      </pc:sldChg>
      <pc:sldChg chg="addSp delSp modSp add mod">
        <pc:chgData name="Dragan Javorac" userId="913c2858-fb97-4c6e-a42c-b1f1a16b225e" providerId="ADAL" clId="{B23B7060-25DF-440A-9E11-BEB9B351F938}" dt="2022-05-19T09:09:25.658" v="918" actId="20577"/>
        <pc:sldMkLst>
          <pc:docMk/>
          <pc:sldMk cId="2495585985" sldId="279"/>
        </pc:sldMkLst>
        <pc:spChg chg="mod">
          <ac:chgData name="Dragan Javorac" userId="913c2858-fb97-4c6e-a42c-b1f1a16b225e" providerId="ADAL" clId="{B23B7060-25DF-440A-9E11-BEB9B351F938}" dt="2022-05-19T08:48:51.719" v="528" actId="20577"/>
          <ac:spMkLst>
            <pc:docMk/>
            <pc:sldMk cId="2495585985" sldId="279"/>
            <ac:spMk id="2" creationId="{F3046ACF-677C-4C47-B097-C82DB9EF99F7}"/>
          </ac:spMkLst>
        </pc:spChg>
        <pc:spChg chg="mod">
          <ac:chgData name="Dragan Javorac" userId="913c2858-fb97-4c6e-a42c-b1f1a16b225e" providerId="ADAL" clId="{B23B7060-25DF-440A-9E11-BEB9B351F938}" dt="2022-05-19T09:09:25.658" v="918" actId="20577"/>
          <ac:spMkLst>
            <pc:docMk/>
            <pc:sldMk cId="2495585985" sldId="279"/>
            <ac:spMk id="3" creationId="{9C1B0ED0-FD23-4DF4-8487-56E64A4517DA}"/>
          </ac:spMkLst>
        </pc:spChg>
        <pc:picChg chg="del">
          <ac:chgData name="Dragan Javorac" userId="913c2858-fb97-4c6e-a42c-b1f1a16b225e" providerId="ADAL" clId="{B23B7060-25DF-440A-9E11-BEB9B351F938}" dt="2022-05-19T08:45:48.140" v="310" actId="478"/>
          <ac:picMkLst>
            <pc:docMk/>
            <pc:sldMk cId="2495585985" sldId="279"/>
            <ac:picMk id="5" creationId="{30D4AFDB-C0E1-6637-1685-DEFCFA552A49}"/>
          </ac:picMkLst>
        </pc:picChg>
        <pc:picChg chg="add mod">
          <ac:chgData name="Dragan Javorac" userId="913c2858-fb97-4c6e-a42c-b1f1a16b225e" providerId="ADAL" clId="{B23B7060-25DF-440A-9E11-BEB9B351F938}" dt="2022-05-19T08:49:08.016" v="534" actId="1076"/>
          <ac:picMkLst>
            <pc:docMk/>
            <pc:sldMk cId="2495585985" sldId="279"/>
            <ac:picMk id="6" creationId="{78093421-1193-ADA4-4217-2B8977F7AAE8}"/>
          </ac:picMkLst>
        </pc:picChg>
        <pc:picChg chg="del">
          <ac:chgData name="Dragan Javorac" userId="913c2858-fb97-4c6e-a42c-b1f1a16b225e" providerId="ADAL" clId="{B23B7060-25DF-440A-9E11-BEB9B351F938}" dt="2022-05-19T08:45:52.024" v="312" actId="478"/>
          <ac:picMkLst>
            <pc:docMk/>
            <pc:sldMk cId="2495585985" sldId="279"/>
            <ac:picMk id="8" creationId="{74B4573D-EE33-89E9-449B-8FBDAA3B0707}"/>
          </ac:picMkLst>
        </pc:picChg>
        <pc:picChg chg="add del">
          <ac:chgData name="Dragan Javorac" userId="913c2858-fb97-4c6e-a42c-b1f1a16b225e" providerId="ADAL" clId="{B23B7060-25DF-440A-9E11-BEB9B351F938}" dt="2022-05-19T08:46:17.428" v="359" actId="478"/>
          <ac:picMkLst>
            <pc:docMk/>
            <pc:sldMk cId="2495585985" sldId="279"/>
            <ac:picMk id="9" creationId="{71D410FC-DF6C-2E6E-D463-025015A5EC22}"/>
          </ac:picMkLst>
        </pc:picChg>
        <pc:picChg chg="add mod">
          <ac:chgData name="Dragan Javorac" userId="913c2858-fb97-4c6e-a42c-b1f1a16b225e" providerId="ADAL" clId="{B23B7060-25DF-440A-9E11-BEB9B351F938}" dt="2022-05-19T08:49:02.423" v="530" actId="1076"/>
          <ac:picMkLst>
            <pc:docMk/>
            <pc:sldMk cId="2495585985" sldId="279"/>
            <ac:picMk id="11" creationId="{FFB1E8CB-7DD5-78EC-7726-4E808744379F}"/>
          </ac:picMkLst>
        </pc:picChg>
        <pc:picChg chg="add mod">
          <ac:chgData name="Dragan Javorac" userId="913c2858-fb97-4c6e-a42c-b1f1a16b225e" providerId="ADAL" clId="{B23B7060-25DF-440A-9E11-BEB9B351F938}" dt="2022-05-19T08:49:05.712" v="533" actId="1076"/>
          <ac:picMkLst>
            <pc:docMk/>
            <pc:sldMk cId="2495585985" sldId="279"/>
            <ac:picMk id="13" creationId="{AEF386D4-A828-123D-02C4-122485283910}"/>
          </ac:picMkLst>
        </pc:picChg>
      </pc:sldChg>
      <pc:sldChg chg="addSp delSp modSp add mod">
        <pc:chgData name="Dragan Javorac" userId="913c2858-fb97-4c6e-a42c-b1f1a16b225e" providerId="ADAL" clId="{B23B7060-25DF-440A-9E11-BEB9B351F938}" dt="2022-05-19T09:09:47.809" v="919" actId="2"/>
        <pc:sldMkLst>
          <pc:docMk/>
          <pc:sldMk cId="2384081574" sldId="280"/>
        </pc:sldMkLst>
        <pc:spChg chg="mod">
          <ac:chgData name="Dragan Javorac" userId="913c2858-fb97-4c6e-a42c-b1f1a16b225e" providerId="ADAL" clId="{B23B7060-25DF-440A-9E11-BEB9B351F938}" dt="2022-05-19T09:09:47.809" v="919" actId="2"/>
          <ac:spMkLst>
            <pc:docMk/>
            <pc:sldMk cId="2384081574" sldId="280"/>
            <ac:spMk id="2" creationId="{F3046ACF-677C-4C47-B097-C82DB9EF99F7}"/>
          </ac:spMkLst>
        </pc:spChg>
        <pc:spChg chg="mod">
          <ac:chgData name="Dragan Javorac" userId="913c2858-fb97-4c6e-a42c-b1f1a16b225e" providerId="ADAL" clId="{B23B7060-25DF-440A-9E11-BEB9B351F938}" dt="2022-05-19T08:51:56.347" v="615" actId="20577"/>
          <ac:spMkLst>
            <pc:docMk/>
            <pc:sldMk cId="2384081574" sldId="280"/>
            <ac:spMk id="3" creationId="{9C1B0ED0-FD23-4DF4-8487-56E64A4517DA}"/>
          </ac:spMkLst>
        </pc:spChg>
        <pc:picChg chg="add mod">
          <ac:chgData name="Dragan Javorac" userId="913c2858-fb97-4c6e-a42c-b1f1a16b225e" providerId="ADAL" clId="{B23B7060-25DF-440A-9E11-BEB9B351F938}" dt="2022-05-19T08:53:04.932" v="620" actId="1076"/>
          <ac:picMkLst>
            <pc:docMk/>
            <pc:sldMk cId="2384081574" sldId="280"/>
            <ac:picMk id="5" creationId="{E432321E-59C3-D520-73B4-AA9F9A29B28A}"/>
          </ac:picMkLst>
        </pc:picChg>
        <pc:picChg chg="del">
          <ac:chgData name="Dragan Javorac" userId="913c2858-fb97-4c6e-a42c-b1f1a16b225e" providerId="ADAL" clId="{B23B7060-25DF-440A-9E11-BEB9B351F938}" dt="2022-05-19T08:53:06.993" v="621" actId="478"/>
          <ac:picMkLst>
            <pc:docMk/>
            <pc:sldMk cId="2384081574" sldId="280"/>
            <ac:picMk id="6" creationId="{78093421-1193-ADA4-4217-2B8977F7AAE8}"/>
          </ac:picMkLst>
        </pc:picChg>
        <pc:picChg chg="add del mod">
          <ac:chgData name="Dragan Javorac" userId="913c2858-fb97-4c6e-a42c-b1f1a16b225e" providerId="ADAL" clId="{B23B7060-25DF-440A-9E11-BEB9B351F938}" dt="2022-05-19T08:51:47.627" v="592" actId="478"/>
          <ac:picMkLst>
            <pc:docMk/>
            <pc:sldMk cId="2384081574" sldId="280"/>
            <ac:picMk id="8" creationId="{7A340D0F-C479-25D7-6C29-D90898CCB6A5}"/>
          </ac:picMkLst>
        </pc:picChg>
        <pc:picChg chg="add del">
          <ac:chgData name="Dragan Javorac" userId="913c2858-fb97-4c6e-a42c-b1f1a16b225e" providerId="ADAL" clId="{B23B7060-25DF-440A-9E11-BEB9B351F938}" dt="2022-05-19T08:52:01.173" v="617" actId="478"/>
          <ac:picMkLst>
            <pc:docMk/>
            <pc:sldMk cId="2384081574" sldId="280"/>
            <ac:picMk id="10" creationId="{2E68D2F5-2CED-5301-EBA7-3A7FFDDA56C7}"/>
          </ac:picMkLst>
        </pc:picChg>
        <pc:picChg chg="del">
          <ac:chgData name="Dragan Javorac" userId="913c2858-fb97-4c6e-a42c-b1f1a16b225e" providerId="ADAL" clId="{B23B7060-25DF-440A-9E11-BEB9B351F938}" dt="2022-05-19T08:53:06.993" v="621" actId="478"/>
          <ac:picMkLst>
            <pc:docMk/>
            <pc:sldMk cId="2384081574" sldId="280"/>
            <ac:picMk id="11" creationId="{FFB1E8CB-7DD5-78EC-7726-4E808744379F}"/>
          </ac:picMkLst>
        </pc:picChg>
        <pc:picChg chg="del">
          <ac:chgData name="Dragan Javorac" userId="913c2858-fb97-4c6e-a42c-b1f1a16b225e" providerId="ADAL" clId="{B23B7060-25DF-440A-9E11-BEB9B351F938}" dt="2022-05-19T08:53:06.993" v="621" actId="478"/>
          <ac:picMkLst>
            <pc:docMk/>
            <pc:sldMk cId="2384081574" sldId="280"/>
            <ac:picMk id="13" creationId="{AEF386D4-A828-123D-02C4-122485283910}"/>
          </ac:picMkLst>
        </pc:picChg>
        <pc:picChg chg="add mod">
          <ac:chgData name="Dragan Javorac" userId="913c2858-fb97-4c6e-a42c-b1f1a16b225e" providerId="ADAL" clId="{B23B7060-25DF-440A-9E11-BEB9B351F938}" dt="2022-05-19T08:53:08.835" v="622" actId="1076"/>
          <ac:picMkLst>
            <pc:docMk/>
            <pc:sldMk cId="2384081574" sldId="280"/>
            <ac:picMk id="14" creationId="{AB475B4A-34EA-4382-9222-F22A27669FF0}"/>
          </ac:picMkLst>
        </pc:picChg>
      </pc:sldChg>
      <pc:sldChg chg="del">
        <pc:chgData name="Dragan Javorac" userId="913c2858-fb97-4c6e-a42c-b1f1a16b225e" providerId="ADAL" clId="{B23B7060-25DF-440A-9E11-BEB9B351F938}" dt="2022-05-19T08:30:12.971" v="7" actId="47"/>
        <pc:sldMkLst>
          <pc:docMk/>
          <pc:sldMk cId="4018253664" sldId="280"/>
        </pc:sldMkLst>
      </pc:sldChg>
      <pc:sldChg chg="addSp delSp modSp add mod">
        <pc:chgData name="Dragan Javorac" userId="913c2858-fb97-4c6e-a42c-b1f1a16b225e" providerId="ADAL" clId="{B23B7060-25DF-440A-9E11-BEB9B351F938}" dt="2022-05-19T09:09:52.669" v="920" actId="2"/>
        <pc:sldMkLst>
          <pc:docMk/>
          <pc:sldMk cId="4111217678" sldId="281"/>
        </pc:sldMkLst>
        <pc:spChg chg="mod">
          <ac:chgData name="Dragan Javorac" userId="913c2858-fb97-4c6e-a42c-b1f1a16b225e" providerId="ADAL" clId="{B23B7060-25DF-440A-9E11-BEB9B351F938}" dt="2022-05-19T09:09:52.669" v="920" actId="2"/>
          <ac:spMkLst>
            <pc:docMk/>
            <pc:sldMk cId="4111217678" sldId="281"/>
            <ac:spMk id="2" creationId="{F3046ACF-677C-4C47-B097-C82DB9EF99F7}"/>
          </ac:spMkLst>
        </pc:spChg>
        <pc:spChg chg="mod">
          <ac:chgData name="Dragan Javorac" userId="913c2858-fb97-4c6e-a42c-b1f1a16b225e" providerId="ADAL" clId="{B23B7060-25DF-440A-9E11-BEB9B351F938}" dt="2022-05-19T08:53:45.899" v="656" actId="20577"/>
          <ac:spMkLst>
            <pc:docMk/>
            <pc:sldMk cId="4111217678" sldId="281"/>
            <ac:spMk id="3" creationId="{9C1B0ED0-FD23-4DF4-8487-56E64A4517DA}"/>
          </ac:spMkLst>
        </pc:spChg>
        <pc:picChg chg="del">
          <ac:chgData name="Dragan Javorac" userId="913c2858-fb97-4c6e-a42c-b1f1a16b225e" providerId="ADAL" clId="{B23B7060-25DF-440A-9E11-BEB9B351F938}" dt="2022-05-19T08:53:38.571" v="634" actId="478"/>
          <ac:picMkLst>
            <pc:docMk/>
            <pc:sldMk cId="4111217678" sldId="281"/>
            <ac:picMk id="5" creationId="{E432321E-59C3-D520-73B4-AA9F9A29B28A}"/>
          </ac:picMkLst>
        </pc:picChg>
        <pc:picChg chg="add mod">
          <ac:chgData name="Dragan Javorac" userId="913c2858-fb97-4c6e-a42c-b1f1a16b225e" providerId="ADAL" clId="{B23B7060-25DF-440A-9E11-BEB9B351F938}" dt="2022-05-19T08:53:40.866" v="636" actId="1076"/>
          <ac:picMkLst>
            <pc:docMk/>
            <pc:sldMk cId="4111217678" sldId="281"/>
            <ac:picMk id="6" creationId="{6F27CDD2-8FF4-6B80-583B-CE76FB5577BD}"/>
          </ac:picMkLst>
        </pc:picChg>
        <pc:picChg chg="del">
          <ac:chgData name="Dragan Javorac" userId="913c2858-fb97-4c6e-a42c-b1f1a16b225e" providerId="ADAL" clId="{B23B7060-25DF-440A-9E11-BEB9B351F938}" dt="2022-05-19T08:53:16.721" v="633" actId="478"/>
          <ac:picMkLst>
            <pc:docMk/>
            <pc:sldMk cId="4111217678" sldId="281"/>
            <ac:picMk id="14" creationId="{AB475B4A-34EA-4382-9222-F22A27669FF0}"/>
          </ac:picMkLst>
        </pc:picChg>
      </pc:sldChg>
      <pc:sldChg chg="del">
        <pc:chgData name="Dragan Javorac" userId="913c2858-fb97-4c6e-a42c-b1f1a16b225e" providerId="ADAL" clId="{B23B7060-25DF-440A-9E11-BEB9B351F938}" dt="2022-05-19T08:30:13.688" v="8" actId="47"/>
        <pc:sldMkLst>
          <pc:docMk/>
          <pc:sldMk cId="1200983595" sldId="282"/>
        </pc:sldMkLst>
      </pc:sldChg>
      <pc:sldChg chg="addSp delSp modSp add mod">
        <pc:chgData name="Dragan Javorac" userId="913c2858-fb97-4c6e-a42c-b1f1a16b225e" providerId="ADAL" clId="{B23B7060-25DF-440A-9E11-BEB9B351F938}" dt="2022-05-19T09:10:10.253" v="922" actId="2"/>
        <pc:sldMkLst>
          <pc:docMk/>
          <pc:sldMk cId="4261971056" sldId="282"/>
        </pc:sldMkLst>
        <pc:spChg chg="mod">
          <ac:chgData name="Dragan Javorac" userId="913c2858-fb97-4c6e-a42c-b1f1a16b225e" providerId="ADAL" clId="{B23B7060-25DF-440A-9E11-BEB9B351F938}" dt="2022-05-19T09:10:06.496" v="921" actId="790"/>
          <ac:spMkLst>
            <pc:docMk/>
            <pc:sldMk cId="4261971056" sldId="282"/>
            <ac:spMk id="2" creationId="{F3046ACF-677C-4C47-B097-C82DB9EF99F7}"/>
          </ac:spMkLst>
        </pc:spChg>
        <pc:spChg chg="mod">
          <ac:chgData name="Dragan Javorac" userId="913c2858-fb97-4c6e-a42c-b1f1a16b225e" providerId="ADAL" clId="{B23B7060-25DF-440A-9E11-BEB9B351F938}" dt="2022-05-19T09:10:10.253" v="922" actId="2"/>
          <ac:spMkLst>
            <pc:docMk/>
            <pc:sldMk cId="4261971056" sldId="282"/>
            <ac:spMk id="3" creationId="{9C1B0ED0-FD23-4DF4-8487-56E64A4517DA}"/>
          </ac:spMkLst>
        </pc:spChg>
        <pc:picChg chg="add mod">
          <ac:chgData name="Dragan Javorac" userId="913c2858-fb97-4c6e-a42c-b1f1a16b225e" providerId="ADAL" clId="{B23B7060-25DF-440A-9E11-BEB9B351F938}" dt="2022-05-19T08:54:43.265" v="733" actId="1076"/>
          <ac:picMkLst>
            <pc:docMk/>
            <pc:sldMk cId="4261971056" sldId="282"/>
            <ac:picMk id="5" creationId="{6EAE11DE-7F6D-253C-C652-BC2E93B87ED9}"/>
          </ac:picMkLst>
        </pc:picChg>
        <pc:picChg chg="del">
          <ac:chgData name="Dragan Javorac" userId="913c2858-fb97-4c6e-a42c-b1f1a16b225e" providerId="ADAL" clId="{B23B7060-25DF-440A-9E11-BEB9B351F938}" dt="2022-05-19T08:54:41.808" v="732" actId="478"/>
          <ac:picMkLst>
            <pc:docMk/>
            <pc:sldMk cId="4261971056" sldId="282"/>
            <ac:picMk id="6" creationId="{6F27CDD2-8FF4-6B80-583B-CE76FB5577BD}"/>
          </ac:picMkLst>
        </pc:picChg>
        <pc:picChg chg="add mod">
          <ac:chgData name="Dragan Javorac" userId="913c2858-fb97-4c6e-a42c-b1f1a16b225e" providerId="ADAL" clId="{B23B7060-25DF-440A-9E11-BEB9B351F938}" dt="2022-05-19T08:59:22.473" v="736" actId="1076"/>
          <ac:picMkLst>
            <pc:docMk/>
            <pc:sldMk cId="4261971056" sldId="282"/>
            <ac:picMk id="8" creationId="{BDCD6E86-61F8-CC68-2EEF-7A898FB42A91}"/>
          </ac:picMkLst>
        </pc:picChg>
      </pc:sldChg>
      <pc:sldChg chg="del">
        <pc:chgData name="Dragan Javorac" userId="913c2858-fb97-4c6e-a42c-b1f1a16b225e" providerId="ADAL" clId="{B23B7060-25DF-440A-9E11-BEB9B351F938}" dt="2022-05-19T08:30:14.428" v="9" actId="47"/>
        <pc:sldMkLst>
          <pc:docMk/>
          <pc:sldMk cId="2385799803" sldId="283"/>
        </pc:sldMkLst>
      </pc:sldChg>
      <pc:sldChg chg="addSp delSp modSp add mod">
        <pc:chgData name="Dragan Javorac" userId="913c2858-fb97-4c6e-a42c-b1f1a16b225e" providerId="ADAL" clId="{B23B7060-25DF-440A-9E11-BEB9B351F938}" dt="2022-05-19T09:10:14.394" v="923" actId="790"/>
        <pc:sldMkLst>
          <pc:docMk/>
          <pc:sldMk cId="3440981942" sldId="283"/>
        </pc:sldMkLst>
        <pc:spChg chg="mod">
          <ac:chgData name="Dragan Javorac" userId="913c2858-fb97-4c6e-a42c-b1f1a16b225e" providerId="ADAL" clId="{B23B7060-25DF-440A-9E11-BEB9B351F938}" dt="2022-05-19T09:10:14.394" v="923" actId="790"/>
          <ac:spMkLst>
            <pc:docMk/>
            <pc:sldMk cId="3440981942" sldId="283"/>
            <ac:spMk id="2" creationId="{F3046ACF-677C-4C47-B097-C82DB9EF99F7}"/>
          </ac:spMkLst>
        </pc:spChg>
        <pc:spChg chg="mod">
          <ac:chgData name="Dragan Javorac" userId="913c2858-fb97-4c6e-a42c-b1f1a16b225e" providerId="ADAL" clId="{B23B7060-25DF-440A-9E11-BEB9B351F938}" dt="2022-05-19T09:00:28.509" v="762" actId="14100"/>
          <ac:spMkLst>
            <pc:docMk/>
            <pc:sldMk cId="3440981942" sldId="283"/>
            <ac:spMk id="3" creationId="{9C1B0ED0-FD23-4DF4-8487-56E64A4517DA}"/>
          </ac:spMkLst>
        </pc:spChg>
        <pc:picChg chg="del mod">
          <ac:chgData name="Dragan Javorac" userId="913c2858-fb97-4c6e-a42c-b1f1a16b225e" providerId="ADAL" clId="{B23B7060-25DF-440A-9E11-BEB9B351F938}" dt="2022-05-19T09:00:20.757" v="758" actId="478"/>
          <ac:picMkLst>
            <pc:docMk/>
            <pc:sldMk cId="3440981942" sldId="283"/>
            <ac:picMk id="5" creationId="{6EAE11DE-7F6D-253C-C652-BC2E93B87ED9}"/>
          </ac:picMkLst>
        </pc:picChg>
        <pc:picChg chg="add mod">
          <ac:chgData name="Dragan Javorac" userId="913c2858-fb97-4c6e-a42c-b1f1a16b225e" providerId="ADAL" clId="{B23B7060-25DF-440A-9E11-BEB9B351F938}" dt="2022-05-19T09:00:25.270" v="761" actId="1076"/>
          <ac:picMkLst>
            <pc:docMk/>
            <pc:sldMk cId="3440981942" sldId="283"/>
            <ac:picMk id="6" creationId="{6FACF1F7-F787-54B4-4873-4AD4B0FB45FF}"/>
          </ac:picMkLst>
        </pc:picChg>
        <pc:picChg chg="del mod">
          <ac:chgData name="Dragan Javorac" userId="913c2858-fb97-4c6e-a42c-b1f1a16b225e" providerId="ADAL" clId="{B23B7060-25DF-440A-9E11-BEB9B351F938}" dt="2022-05-19T09:00:21.155" v="759" actId="478"/>
          <ac:picMkLst>
            <pc:docMk/>
            <pc:sldMk cId="3440981942" sldId="283"/>
            <ac:picMk id="8" creationId="{BDCD6E86-61F8-CC68-2EEF-7A898FB42A91}"/>
          </ac:picMkLst>
        </pc:picChg>
      </pc:sldChg>
      <pc:sldChg chg="addSp delSp modSp add mod">
        <pc:chgData name="Dragan Javorac" userId="913c2858-fb97-4c6e-a42c-b1f1a16b225e" providerId="ADAL" clId="{B23B7060-25DF-440A-9E11-BEB9B351F938}" dt="2022-05-19T09:10:41.539" v="929" actId="313"/>
        <pc:sldMkLst>
          <pc:docMk/>
          <pc:sldMk cId="2569209293" sldId="284"/>
        </pc:sldMkLst>
        <pc:spChg chg="mod">
          <ac:chgData name="Dragan Javorac" userId="913c2858-fb97-4c6e-a42c-b1f1a16b225e" providerId="ADAL" clId="{B23B7060-25DF-440A-9E11-BEB9B351F938}" dt="2022-05-19T09:10:21.195" v="924" actId="2"/>
          <ac:spMkLst>
            <pc:docMk/>
            <pc:sldMk cId="2569209293" sldId="284"/>
            <ac:spMk id="2" creationId="{F3046ACF-677C-4C47-B097-C82DB9EF99F7}"/>
          </ac:spMkLst>
        </pc:spChg>
        <pc:spChg chg="del mod">
          <ac:chgData name="Dragan Javorac" userId="913c2858-fb97-4c6e-a42c-b1f1a16b225e" providerId="ADAL" clId="{B23B7060-25DF-440A-9E11-BEB9B351F938}" dt="2022-05-19T09:02:12.285" v="775" actId="478"/>
          <ac:spMkLst>
            <pc:docMk/>
            <pc:sldMk cId="2569209293" sldId="284"/>
            <ac:spMk id="3" creationId="{9C1B0ED0-FD23-4DF4-8487-56E64A4517DA}"/>
          </ac:spMkLst>
        </pc:spChg>
        <pc:spChg chg="add mod">
          <ac:chgData name="Dragan Javorac" userId="913c2858-fb97-4c6e-a42c-b1f1a16b225e" providerId="ADAL" clId="{B23B7060-25DF-440A-9E11-BEB9B351F938}" dt="2022-05-19T09:10:41.539" v="929" actId="313"/>
          <ac:spMkLst>
            <pc:docMk/>
            <pc:sldMk cId="2569209293" sldId="284"/>
            <ac:spMk id="5" creationId="{950E1DFA-AAC4-AA38-8230-D5DEDB93994E}"/>
          </ac:spMkLst>
        </pc:spChg>
        <pc:spChg chg="add del mod">
          <ac:chgData name="Dragan Javorac" userId="913c2858-fb97-4c6e-a42c-b1f1a16b225e" providerId="ADAL" clId="{B23B7060-25DF-440A-9E11-BEB9B351F938}" dt="2022-05-19T09:02:15.036" v="777" actId="478"/>
          <ac:spMkLst>
            <pc:docMk/>
            <pc:sldMk cId="2569209293" sldId="284"/>
            <ac:spMk id="7" creationId="{4E921971-A620-4B83-0E04-0E04BCC4AA38}"/>
          </ac:spMkLst>
        </pc:spChg>
        <pc:picChg chg="del">
          <ac:chgData name="Dragan Javorac" userId="913c2858-fb97-4c6e-a42c-b1f1a16b225e" providerId="ADAL" clId="{B23B7060-25DF-440A-9E11-BEB9B351F938}" dt="2022-05-19T09:01:46.596" v="764" actId="478"/>
          <ac:picMkLst>
            <pc:docMk/>
            <pc:sldMk cId="2569209293" sldId="284"/>
            <ac:picMk id="6" creationId="{6FACF1F7-F787-54B4-4873-4AD4B0FB45FF}"/>
          </ac:picMkLst>
        </pc:picChg>
      </pc:sldChg>
      <pc:sldChg chg="del">
        <pc:chgData name="Dragan Javorac" userId="913c2858-fb97-4c6e-a42c-b1f1a16b225e" providerId="ADAL" clId="{B23B7060-25DF-440A-9E11-BEB9B351F938}" dt="2022-05-19T08:30:15.170" v="10" actId="47"/>
        <pc:sldMkLst>
          <pc:docMk/>
          <pc:sldMk cId="3652451323" sldId="284"/>
        </pc:sldMkLst>
      </pc:sldChg>
      <pc:sldChg chg="addSp delSp modSp add mod">
        <pc:chgData name="Dragan Javorac" userId="913c2858-fb97-4c6e-a42c-b1f1a16b225e" providerId="ADAL" clId="{B23B7060-25DF-440A-9E11-BEB9B351F938}" dt="2022-05-19T09:10:47.249" v="930" actId="790"/>
        <pc:sldMkLst>
          <pc:docMk/>
          <pc:sldMk cId="93314072" sldId="285"/>
        </pc:sldMkLst>
        <pc:spChg chg="mod">
          <ac:chgData name="Dragan Javorac" userId="913c2858-fb97-4c6e-a42c-b1f1a16b225e" providerId="ADAL" clId="{B23B7060-25DF-440A-9E11-BEB9B351F938}" dt="2022-05-19T09:10:47.249" v="930" actId="790"/>
          <ac:spMkLst>
            <pc:docMk/>
            <pc:sldMk cId="93314072" sldId="285"/>
            <ac:spMk id="2" creationId="{F3046ACF-677C-4C47-B097-C82DB9EF99F7}"/>
          </ac:spMkLst>
        </pc:spChg>
        <pc:spChg chg="del">
          <ac:chgData name="Dragan Javorac" userId="913c2858-fb97-4c6e-a42c-b1f1a16b225e" providerId="ADAL" clId="{B23B7060-25DF-440A-9E11-BEB9B351F938}" dt="2022-05-19T09:05:20.694" v="853" actId="478"/>
          <ac:spMkLst>
            <pc:docMk/>
            <pc:sldMk cId="93314072" sldId="285"/>
            <ac:spMk id="5" creationId="{950E1DFA-AAC4-AA38-8230-D5DEDB93994E}"/>
          </ac:spMkLst>
        </pc:spChg>
        <pc:picChg chg="add mod">
          <ac:chgData name="Dragan Javorac" userId="913c2858-fb97-4c6e-a42c-b1f1a16b225e" providerId="ADAL" clId="{B23B7060-25DF-440A-9E11-BEB9B351F938}" dt="2022-05-19T09:05:26.637" v="857" actId="1076"/>
          <ac:picMkLst>
            <pc:docMk/>
            <pc:sldMk cId="93314072" sldId="285"/>
            <ac:picMk id="4" creationId="{D2446096-76EF-C17D-9284-74A4310D1305}"/>
          </ac:picMkLst>
        </pc:picChg>
        <pc:picChg chg="add mod">
          <ac:chgData name="Dragan Javorac" userId="913c2858-fb97-4c6e-a42c-b1f1a16b225e" providerId="ADAL" clId="{B23B7060-25DF-440A-9E11-BEB9B351F938}" dt="2022-05-19T09:05:23.933" v="855" actId="1076"/>
          <ac:picMkLst>
            <pc:docMk/>
            <pc:sldMk cId="93314072" sldId="285"/>
            <ac:picMk id="7" creationId="{F0513F69-F642-884B-9E4B-84EB843BCFCA}"/>
          </ac:picMkLst>
        </pc:picChg>
      </pc:sldChg>
      <pc:sldChg chg="del">
        <pc:chgData name="Dragan Javorac" userId="913c2858-fb97-4c6e-a42c-b1f1a16b225e" providerId="ADAL" clId="{B23B7060-25DF-440A-9E11-BEB9B351F938}" dt="2022-05-19T08:30:17.805" v="13" actId="47"/>
        <pc:sldMkLst>
          <pc:docMk/>
          <pc:sldMk cId="3591907075" sldId="285"/>
        </pc:sldMkLst>
      </pc:sldChg>
      <pc:sldChg chg="addSp delSp modSp add mod">
        <pc:chgData name="Dragan Javorac" userId="913c2858-fb97-4c6e-a42c-b1f1a16b225e" providerId="ADAL" clId="{B23B7060-25DF-440A-9E11-BEB9B351F938}" dt="2022-05-19T09:07:31.273" v="899" actId="1076"/>
        <pc:sldMkLst>
          <pc:docMk/>
          <pc:sldMk cId="466800663" sldId="286"/>
        </pc:sldMkLst>
        <pc:spChg chg="mod">
          <ac:chgData name="Dragan Javorac" userId="913c2858-fb97-4c6e-a42c-b1f1a16b225e" providerId="ADAL" clId="{B23B7060-25DF-440A-9E11-BEB9B351F938}" dt="2022-05-19T09:06:22.498" v="872" actId="20577"/>
          <ac:spMkLst>
            <pc:docMk/>
            <pc:sldMk cId="466800663" sldId="286"/>
            <ac:spMk id="2" creationId="{F3046ACF-677C-4C47-B097-C82DB9EF99F7}"/>
          </ac:spMkLst>
        </pc:spChg>
        <pc:picChg chg="del">
          <ac:chgData name="Dragan Javorac" userId="913c2858-fb97-4c6e-a42c-b1f1a16b225e" providerId="ADAL" clId="{B23B7060-25DF-440A-9E11-BEB9B351F938}" dt="2022-05-19T09:06:17.291" v="860" actId="478"/>
          <ac:picMkLst>
            <pc:docMk/>
            <pc:sldMk cId="466800663" sldId="286"/>
            <ac:picMk id="4" creationId="{D2446096-76EF-C17D-9284-74A4310D1305}"/>
          </ac:picMkLst>
        </pc:picChg>
        <pc:picChg chg="add del mod">
          <ac:chgData name="Dragan Javorac" userId="913c2858-fb97-4c6e-a42c-b1f1a16b225e" providerId="ADAL" clId="{B23B7060-25DF-440A-9E11-BEB9B351F938}" dt="2022-05-19T09:07:28.879" v="897" actId="478"/>
          <ac:picMkLst>
            <pc:docMk/>
            <pc:sldMk cId="466800663" sldId="286"/>
            <ac:picMk id="5" creationId="{40DAEF6D-8963-F164-57E8-E93245044DD3}"/>
          </ac:picMkLst>
        </pc:picChg>
        <pc:picChg chg="del">
          <ac:chgData name="Dragan Javorac" userId="913c2858-fb97-4c6e-a42c-b1f1a16b225e" providerId="ADAL" clId="{B23B7060-25DF-440A-9E11-BEB9B351F938}" dt="2022-05-19T09:06:16.863" v="859" actId="478"/>
          <ac:picMkLst>
            <pc:docMk/>
            <pc:sldMk cId="466800663" sldId="286"/>
            <ac:picMk id="7" creationId="{F0513F69-F642-884B-9E4B-84EB843BCFCA}"/>
          </ac:picMkLst>
        </pc:picChg>
        <pc:picChg chg="add mod">
          <ac:chgData name="Dragan Javorac" userId="913c2858-fb97-4c6e-a42c-b1f1a16b225e" providerId="ADAL" clId="{B23B7060-25DF-440A-9E11-BEB9B351F938}" dt="2022-05-19T09:07:31.273" v="899" actId="1076"/>
          <ac:picMkLst>
            <pc:docMk/>
            <pc:sldMk cId="466800663" sldId="286"/>
            <ac:picMk id="8" creationId="{16DB438D-03D5-2520-F5E6-B1BC653C7389}"/>
          </ac:picMkLst>
        </pc:picChg>
      </pc:sldChg>
      <pc:sldChg chg="del">
        <pc:chgData name="Dragan Javorac" userId="913c2858-fb97-4c6e-a42c-b1f1a16b225e" providerId="ADAL" clId="{B23B7060-25DF-440A-9E11-BEB9B351F938}" dt="2022-05-19T08:30:15.886" v="11" actId="47"/>
        <pc:sldMkLst>
          <pc:docMk/>
          <pc:sldMk cId="3529042682" sldId="286"/>
        </pc:sldMkLst>
      </pc:sldChg>
      <pc:sldChg chg="addSp delSp modSp add mod">
        <pc:chgData name="Dragan Javorac" userId="913c2858-fb97-4c6e-a42c-b1f1a16b225e" providerId="ADAL" clId="{B23B7060-25DF-440A-9E11-BEB9B351F938}" dt="2022-05-19T09:08:46.653" v="910" actId="1076"/>
        <pc:sldMkLst>
          <pc:docMk/>
          <pc:sldMk cId="1079458499" sldId="287"/>
        </pc:sldMkLst>
        <pc:spChg chg="mod">
          <ac:chgData name="Dragan Javorac" userId="913c2858-fb97-4c6e-a42c-b1f1a16b225e" providerId="ADAL" clId="{B23B7060-25DF-440A-9E11-BEB9B351F938}" dt="2022-05-19T09:06:31.540" v="896" actId="20577"/>
          <ac:spMkLst>
            <pc:docMk/>
            <pc:sldMk cId="1079458499" sldId="287"/>
            <ac:spMk id="2" creationId="{F3046ACF-677C-4C47-B097-C82DB9EF99F7}"/>
          </ac:spMkLst>
        </pc:spChg>
        <pc:picChg chg="add mod">
          <ac:chgData name="Dragan Javorac" userId="913c2858-fb97-4c6e-a42c-b1f1a16b225e" providerId="ADAL" clId="{B23B7060-25DF-440A-9E11-BEB9B351F938}" dt="2022-05-19T09:08:19.607" v="905" actId="1076"/>
          <ac:picMkLst>
            <pc:docMk/>
            <pc:sldMk cId="1079458499" sldId="287"/>
            <ac:picMk id="4" creationId="{29A195B6-4B27-CA99-86C4-2AAB80666F56}"/>
          </ac:picMkLst>
        </pc:picChg>
        <pc:picChg chg="del">
          <ac:chgData name="Dragan Javorac" userId="913c2858-fb97-4c6e-a42c-b1f1a16b225e" providerId="ADAL" clId="{B23B7060-25DF-440A-9E11-BEB9B351F938}" dt="2022-05-19T09:07:58.364" v="900" actId="478"/>
          <ac:picMkLst>
            <pc:docMk/>
            <pc:sldMk cId="1079458499" sldId="287"/>
            <ac:picMk id="5" creationId="{40DAEF6D-8963-F164-57E8-E93245044DD3}"/>
          </ac:picMkLst>
        </pc:picChg>
        <pc:picChg chg="add del mod">
          <ac:chgData name="Dragan Javorac" userId="913c2858-fb97-4c6e-a42c-b1f1a16b225e" providerId="ADAL" clId="{B23B7060-25DF-440A-9E11-BEB9B351F938}" dt="2022-05-19T09:08:44.581" v="908" actId="478"/>
          <ac:picMkLst>
            <pc:docMk/>
            <pc:sldMk cId="1079458499" sldId="287"/>
            <ac:picMk id="7" creationId="{0BEC837F-66BF-4108-80D9-FE4171A4CC7D}"/>
          </ac:picMkLst>
        </pc:picChg>
        <pc:picChg chg="add mod">
          <ac:chgData name="Dragan Javorac" userId="913c2858-fb97-4c6e-a42c-b1f1a16b225e" providerId="ADAL" clId="{B23B7060-25DF-440A-9E11-BEB9B351F938}" dt="2022-05-19T09:08:46.653" v="910" actId="1076"/>
          <ac:picMkLst>
            <pc:docMk/>
            <pc:sldMk cId="1079458499" sldId="287"/>
            <ac:picMk id="9" creationId="{728001F7-F6ED-691E-FA89-5A85F31E4209}"/>
          </ac:picMkLst>
        </pc:picChg>
      </pc:sldChg>
    </pc:docChg>
  </pc:docChgLst>
  <pc:docChgLst>
    <pc:chgData name="Dragan Javorac" userId="913c2858-fb97-4c6e-a42c-b1f1a16b225e" providerId="ADAL" clId="{764F2CD0-4B6D-4AFD-9047-446129134199}"/>
    <pc:docChg chg="undo custSel addSld delSld modSld">
      <pc:chgData name="Dragan Javorac" userId="913c2858-fb97-4c6e-a42c-b1f1a16b225e" providerId="ADAL" clId="{764F2CD0-4B6D-4AFD-9047-446129134199}" dt="2023-06-06T13:10:00.353" v="1503" actId="47"/>
      <pc:docMkLst>
        <pc:docMk/>
      </pc:docMkLst>
      <pc:sldChg chg="modSp mod">
        <pc:chgData name="Dragan Javorac" userId="913c2858-fb97-4c6e-a42c-b1f1a16b225e" providerId="ADAL" clId="{764F2CD0-4B6D-4AFD-9047-446129134199}" dt="2023-06-06T12:31:55.591" v="30" actId="20577"/>
        <pc:sldMkLst>
          <pc:docMk/>
          <pc:sldMk cId="729763293" sldId="256"/>
        </pc:sldMkLst>
        <pc:spChg chg="mod">
          <ac:chgData name="Dragan Javorac" userId="913c2858-fb97-4c6e-a42c-b1f1a16b225e" providerId="ADAL" clId="{764F2CD0-4B6D-4AFD-9047-446129134199}" dt="2023-06-06T12:31:55.591" v="30" actId="20577"/>
          <ac:spMkLst>
            <pc:docMk/>
            <pc:sldMk cId="729763293" sldId="256"/>
            <ac:spMk id="3" creationId="{14399728-9CFD-4345-B7B5-5B803A05E807}"/>
          </ac:spMkLst>
        </pc:spChg>
      </pc:sldChg>
      <pc:sldChg chg="del">
        <pc:chgData name="Dragan Javorac" userId="913c2858-fb97-4c6e-a42c-b1f1a16b225e" providerId="ADAL" clId="{764F2CD0-4B6D-4AFD-9047-446129134199}" dt="2023-06-06T12:30:37.019" v="14" actId="47"/>
        <pc:sldMkLst>
          <pc:docMk/>
          <pc:sldMk cId="1690484953" sldId="277"/>
        </pc:sldMkLst>
      </pc:sldChg>
      <pc:sldChg chg="addSp delSp modSp del mod">
        <pc:chgData name="Dragan Javorac" userId="913c2858-fb97-4c6e-a42c-b1f1a16b225e" providerId="ADAL" clId="{764F2CD0-4B6D-4AFD-9047-446129134199}" dt="2023-06-06T13:04:26.392" v="1501" actId="47"/>
        <pc:sldMkLst>
          <pc:docMk/>
          <pc:sldMk cId="1588023212" sldId="278"/>
        </pc:sldMkLst>
        <pc:picChg chg="del">
          <ac:chgData name="Dragan Javorac" userId="913c2858-fb97-4c6e-a42c-b1f1a16b225e" providerId="ADAL" clId="{764F2CD0-4B6D-4AFD-9047-446129134199}" dt="2023-06-06T12:33:29.807" v="141" actId="478"/>
          <ac:picMkLst>
            <pc:docMk/>
            <pc:sldMk cId="1588023212" sldId="278"/>
            <ac:picMk id="5" creationId="{30D4AFDB-C0E1-6637-1685-DEFCFA552A49}"/>
          </ac:picMkLst>
        </pc:picChg>
        <pc:picChg chg="add mod">
          <ac:chgData name="Dragan Javorac" userId="913c2858-fb97-4c6e-a42c-b1f1a16b225e" providerId="ADAL" clId="{764F2CD0-4B6D-4AFD-9047-446129134199}" dt="2023-06-06T12:33:30.496" v="142" actId="1076"/>
          <ac:picMkLst>
            <pc:docMk/>
            <pc:sldMk cId="1588023212" sldId="278"/>
            <ac:picMk id="6" creationId="{6963F8A9-2FA7-E5A1-A0D3-5A40E297D080}"/>
          </ac:picMkLst>
        </pc:picChg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2495585985" sldId="279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2384081574" sldId="280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4111217678" sldId="281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4261971056" sldId="282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3440981942" sldId="283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2569209293" sldId="284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93314072" sldId="285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466800663" sldId="286"/>
        </pc:sldMkLst>
      </pc:sldChg>
      <pc:sldChg chg="del">
        <pc:chgData name="Dragan Javorac" userId="913c2858-fb97-4c6e-a42c-b1f1a16b225e" providerId="ADAL" clId="{764F2CD0-4B6D-4AFD-9047-446129134199}" dt="2023-06-06T13:04:26.392" v="1501" actId="47"/>
        <pc:sldMkLst>
          <pc:docMk/>
          <pc:sldMk cId="1079458499" sldId="287"/>
        </pc:sldMkLst>
      </pc:sldChg>
      <pc:sldChg chg="addSp delSp modSp mod">
        <pc:chgData name="Dragan Javorac" userId="913c2858-fb97-4c6e-a42c-b1f1a16b225e" providerId="ADAL" clId="{764F2CD0-4B6D-4AFD-9047-446129134199}" dt="2023-06-06T12:44:06.309" v="718" actId="1076"/>
        <pc:sldMkLst>
          <pc:docMk/>
          <pc:sldMk cId="3271203707" sldId="288"/>
        </pc:sldMkLst>
        <pc:spChg chg="mod">
          <ac:chgData name="Dragan Javorac" userId="913c2858-fb97-4c6e-a42c-b1f1a16b225e" providerId="ADAL" clId="{764F2CD0-4B6D-4AFD-9047-446129134199}" dt="2023-06-06T12:32:02.380" v="41" actId="20577"/>
          <ac:spMkLst>
            <pc:docMk/>
            <pc:sldMk cId="3271203707" sldId="288"/>
            <ac:spMk id="2" creationId="{F3046ACF-677C-4C47-B097-C82DB9EF99F7}"/>
          </ac:spMkLst>
        </pc:spChg>
        <pc:spChg chg="mod">
          <ac:chgData name="Dragan Javorac" userId="913c2858-fb97-4c6e-a42c-b1f1a16b225e" providerId="ADAL" clId="{764F2CD0-4B6D-4AFD-9047-446129134199}" dt="2023-06-06T12:32:43.884" v="139" actId="20577"/>
          <ac:spMkLst>
            <pc:docMk/>
            <pc:sldMk cId="3271203707" sldId="288"/>
            <ac:spMk id="3" creationId="{9C1B0ED0-FD23-4DF4-8487-56E64A4517DA}"/>
          </ac:spMkLst>
        </pc:spChg>
        <pc:picChg chg="add mod">
          <ac:chgData name="Dragan Javorac" userId="913c2858-fb97-4c6e-a42c-b1f1a16b225e" providerId="ADAL" clId="{764F2CD0-4B6D-4AFD-9047-446129134199}" dt="2023-06-06T12:32:27.871" v="84" actId="1076"/>
          <ac:picMkLst>
            <pc:docMk/>
            <pc:sldMk cId="3271203707" sldId="288"/>
            <ac:picMk id="4" creationId="{2E1287D1-D4AB-9E36-3B9B-2A2FED617E24}"/>
          </ac:picMkLst>
        </pc:picChg>
        <pc:picChg chg="del">
          <ac:chgData name="Dragan Javorac" userId="913c2858-fb97-4c6e-a42c-b1f1a16b225e" providerId="ADAL" clId="{764F2CD0-4B6D-4AFD-9047-446129134199}" dt="2023-06-06T12:32:13.953" v="82" actId="478"/>
          <ac:picMkLst>
            <pc:docMk/>
            <pc:sldMk cId="3271203707" sldId="288"/>
            <ac:picMk id="6" creationId="{716B4E89-0279-1761-C621-786B85BC4C0F}"/>
          </ac:picMkLst>
        </pc:picChg>
        <pc:picChg chg="add del mod">
          <ac:chgData name="Dragan Javorac" userId="913c2858-fb97-4c6e-a42c-b1f1a16b225e" providerId="ADAL" clId="{764F2CD0-4B6D-4AFD-9047-446129134199}" dt="2023-06-06T12:34:07.536" v="148" actId="478"/>
          <ac:picMkLst>
            <pc:docMk/>
            <pc:sldMk cId="3271203707" sldId="288"/>
            <ac:picMk id="7" creationId="{8C29A9A8-0795-D39F-A121-63AAC367BDF3}"/>
          </ac:picMkLst>
        </pc:picChg>
        <pc:picChg chg="add mod">
          <ac:chgData name="Dragan Javorac" userId="913c2858-fb97-4c6e-a42c-b1f1a16b225e" providerId="ADAL" clId="{764F2CD0-4B6D-4AFD-9047-446129134199}" dt="2023-06-06T12:34:14.756" v="155" actId="14100"/>
          <ac:picMkLst>
            <pc:docMk/>
            <pc:sldMk cId="3271203707" sldId="288"/>
            <ac:picMk id="9" creationId="{E42C5C01-94FA-06DB-2A44-20B6207B3700}"/>
          </ac:picMkLst>
        </pc:picChg>
        <pc:picChg chg="add mod">
          <ac:chgData name="Dragan Javorac" userId="913c2858-fb97-4c6e-a42c-b1f1a16b225e" providerId="ADAL" clId="{764F2CD0-4B6D-4AFD-9047-446129134199}" dt="2023-06-06T12:34:22.204" v="162" actId="1076"/>
          <ac:picMkLst>
            <pc:docMk/>
            <pc:sldMk cId="3271203707" sldId="288"/>
            <ac:picMk id="10" creationId="{E1FF23AB-53DA-2CEA-AB36-2FDDC04B18B3}"/>
          </ac:picMkLst>
        </pc:picChg>
        <pc:picChg chg="add mod">
          <ac:chgData name="Dragan Javorac" userId="913c2858-fb97-4c6e-a42c-b1f1a16b225e" providerId="ADAL" clId="{764F2CD0-4B6D-4AFD-9047-446129134199}" dt="2023-06-06T12:34:29.048" v="167" actId="1076"/>
          <ac:picMkLst>
            <pc:docMk/>
            <pc:sldMk cId="3271203707" sldId="288"/>
            <ac:picMk id="11" creationId="{4385E673-8850-022E-57E8-B13C18141490}"/>
          </ac:picMkLst>
        </pc:picChg>
        <pc:picChg chg="add del mod">
          <ac:chgData name="Dragan Javorac" userId="913c2858-fb97-4c6e-a42c-b1f1a16b225e" providerId="ADAL" clId="{764F2CD0-4B6D-4AFD-9047-446129134199}" dt="2023-06-06T12:44:05.372" v="717" actId="478"/>
          <ac:picMkLst>
            <pc:docMk/>
            <pc:sldMk cId="3271203707" sldId="288"/>
            <ac:picMk id="13" creationId="{591BF3D4-7F96-85E2-3A9E-6777C5E19B90}"/>
          </ac:picMkLst>
        </pc:picChg>
        <pc:picChg chg="add mod">
          <ac:chgData name="Dragan Javorac" userId="913c2858-fb97-4c6e-a42c-b1f1a16b225e" providerId="ADAL" clId="{764F2CD0-4B6D-4AFD-9047-446129134199}" dt="2023-06-06T12:35:08.749" v="172" actId="1076"/>
          <ac:picMkLst>
            <pc:docMk/>
            <pc:sldMk cId="3271203707" sldId="288"/>
            <ac:picMk id="15" creationId="{52F414A2-A7CC-D29C-870D-73B9CB801BAB}"/>
          </ac:picMkLst>
        </pc:picChg>
        <pc:picChg chg="add mod">
          <ac:chgData name="Dragan Javorac" userId="913c2858-fb97-4c6e-a42c-b1f1a16b225e" providerId="ADAL" clId="{764F2CD0-4B6D-4AFD-9047-446129134199}" dt="2023-06-06T12:44:06.309" v="718" actId="1076"/>
          <ac:picMkLst>
            <pc:docMk/>
            <pc:sldMk cId="3271203707" sldId="288"/>
            <ac:picMk id="17" creationId="{F3142C50-B8D2-1CA0-98BD-FB84464F0F57}"/>
          </ac:picMkLst>
        </pc:picChg>
      </pc:sldChg>
      <pc:sldChg chg="add del">
        <pc:chgData name="Dragan Javorac" userId="913c2858-fb97-4c6e-a42c-b1f1a16b225e" providerId="ADAL" clId="{764F2CD0-4B6D-4AFD-9047-446129134199}" dt="2023-06-06T12:31:58.209" v="32" actId="2890"/>
        <pc:sldMkLst>
          <pc:docMk/>
          <pc:sldMk cId="558132147" sldId="289"/>
        </pc:sldMkLst>
      </pc:sldChg>
      <pc:sldChg chg="addSp delSp modSp add mod">
        <pc:chgData name="Dragan Javorac" userId="913c2858-fb97-4c6e-a42c-b1f1a16b225e" providerId="ADAL" clId="{764F2CD0-4B6D-4AFD-9047-446129134199}" dt="2023-06-06T13:03:26.622" v="1500" actId="14100"/>
        <pc:sldMkLst>
          <pc:docMk/>
          <pc:sldMk cId="2062508089" sldId="289"/>
        </pc:sldMkLst>
        <pc:spChg chg="mod">
          <ac:chgData name="Dragan Javorac" userId="913c2858-fb97-4c6e-a42c-b1f1a16b225e" providerId="ADAL" clId="{764F2CD0-4B6D-4AFD-9047-446129134199}" dt="2023-06-06T13:02:28.980" v="1476" actId="20577"/>
          <ac:spMkLst>
            <pc:docMk/>
            <pc:sldMk cId="2062508089" sldId="289"/>
            <ac:spMk id="2" creationId="{F3046ACF-677C-4C47-B097-C82DB9EF99F7}"/>
          </ac:spMkLst>
        </pc:spChg>
        <pc:spChg chg="mod">
          <ac:chgData name="Dragan Javorac" userId="913c2858-fb97-4c6e-a42c-b1f1a16b225e" providerId="ADAL" clId="{764F2CD0-4B6D-4AFD-9047-446129134199}" dt="2023-06-06T13:03:26.622" v="1500" actId="14100"/>
          <ac:spMkLst>
            <pc:docMk/>
            <pc:sldMk cId="2062508089" sldId="289"/>
            <ac:spMk id="3" creationId="{9C1B0ED0-FD23-4DF4-8487-56E64A4517DA}"/>
          </ac:spMkLst>
        </pc:spChg>
        <pc:picChg chg="add mod">
          <ac:chgData name="Dragan Javorac" userId="913c2858-fb97-4c6e-a42c-b1f1a16b225e" providerId="ADAL" clId="{764F2CD0-4B6D-4AFD-9047-446129134199}" dt="2023-06-06T13:03:23.202" v="1499" actId="1076"/>
          <ac:picMkLst>
            <pc:docMk/>
            <pc:sldMk cId="2062508089" sldId="289"/>
            <ac:picMk id="5" creationId="{695ADCA7-AC44-0CEA-3B9B-AE205342FE5B}"/>
          </ac:picMkLst>
        </pc:picChg>
        <pc:picChg chg="del">
          <ac:chgData name="Dragan Javorac" userId="913c2858-fb97-4c6e-a42c-b1f1a16b225e" providerId="ADAL" clId="{764F2CD0-4B6D-4AFD-9047-446129134199}" dt="2023-06-06T13:02:30.884" v="1477" actId="478"/>
          <ac:picMkLst>
            <pc:docMk/>
            <pc:sldMk cId="2062508089" sldId="289"/>
            <ac:picMk id="6" creationId="{716B4E89-0279-1761-C621-786B85BC4C0F}"/>
          </ac:picMkLst>
        </pc:picChg>
      </pc:sldChg>
      <pc:sldChg chg="addSp delSp modSp add mod">
        <pc:chgData name="Dragan Javorac" userId="913c2858-fb97-4c6e-a42c-b1f1a16b225e" providerId="ADAL" clId="{764F2CD0-4B6D-4AFD-9047-446129134199}" dt="2023-06-06T12:39:22.926" v="391" actId="20577"/>
        <pc:sldMkLst>
          <pc:docMk/>
          <pc:sldMk cId="1902912274" sldId="290"/>
        </pc:sldMkLst>
        <pc:spChg chg="mod">
          <ac:chgData name="Dragan Javorac" userId="913c2858-fb97-4c6e-a42c-b1f1a16b225e" providerId="ADAL" clId="{764F2CD0-4B6D-4AFD-9047-446129134199}" dt="2023-06-06T12:35:27.672" v="184" actId="20577"/>
          <ac:spMkLst>
            <pc:docMk/>
            <pc:sldMk cId="1902912274" sldId="290"/>
            <ac:spMk id="2" creationId="{F3046ACF-677C-4C47-B097-C82DB9EF99F7}"/>
          </ac:spMkLst>
        </pc:spChg>
        <pc:spChg chg="mod">
          <ac:chgData name="Dragan Javorac" userId="913c2858-fb97-4c6e-a42c-b1f1a16b225e" providerId="ADAL" clId="{764F2CD0-4B6D-4AFD-9047-446129134199}" dt="2023-06-06T12:39:12.928" v="386" actId="14100"/>
          <ac:spMkLst>
            <pc:docMk/>
            <pc:sldMk cId="1902912274" sldId="290"/>
            <ac:spMk id="3" creationId="{9C1B0ED0-FD23-4DF4-8487-56E64A4517DA}"/>
          </ac:spMkLst>
        </pc:spChg>
        <pc:spChg chg="add mod">
          <ac:chgData name="Dragan Javorac" userId="913c2858-fb97-4c6e-a42c-b1f1a16b225e" providerId="ADAL" clId="{764F2CD0-4B6D-4AFD-9047-446129134199}" dt="2023-06-06T12:39:22.926" v="391" actId="20577"/>
          <ac:spMkLst>
            <pc:docMk/>
            <pc:sldMk cId="1902912274" sldId="290"/>
            <ac:spMk id="5" creationId="{2C7E0022-9C97-4FDC-5E3D-49ADADE31268}"/>
          </ac:spMkLst>
        </pc:spChg>
        <pc:spChg chg="add del mod">
          <ac:chgData name="Dragan Javorac" userId="913c2858-fb97-4c6e-a42c-b1f1a16b225e" providerId="ADAL" clId="{764F2CD0-4B6D-4AFD-9047-446129134199}" dt="2023-06-06T12:38:07.504" v="296" actId="478"/>
          <ac:spMkLst>
            <pc:docMk/>
            <pc:sldMk cId="1902912274" sldId="290"/>
            <ac:spMk id="17" creationId="{A81F2561-09EA-2B10-EF7D-25BF808F61A7}"/>
          </ac:spMkLst>
        </pc:spChg>
        <pc:spChg chg="add del mod">
          <ac:chgData name="Dragan Javorac" userId="913c2858-fb97-4c6e-a42c-b1f1a16b225e" providerId="ADAL" clId="{764F2CD0-4B6D-4AFD-9047-446129134199}" dt="2023-06-06T12:38:04.805" v="293" actId="478"/>
          <ac:spMkLst>
            <pc:docMk/>
            <pc:sldMk cId="1902912274" sldId="290"/>
            <ac:spMk id="22" creationId="{35E7F1FA-52D7-3BEC-201C-667160124D71}"/>
          </ac:spMkLst>
        </pc:spChg>
        <pc:spChg chg="add mod">
          <ac:chgData name="Dragan Javorac" userId="913c2858-fb97-4c6e-a42c-b1f1a16b225e" providerId="ADAL" clId="{764F2CD0-4B6D-4AFD-9047-446129134199}" dt="2023-06-06T12:38:19.994" v="305" actId="1076"/>
          <ac:spMkLst>
            <pc:docMk/>
            <pc:sldMk cId="1902912274" sldId="290"/>
            <ac:spMk id="25" creationId="{F9CBFCD3-4E32-9BE2-2846-D5B71B2C7F50}"/>
          </ac:spMkLst>
        </pc:spChg>
        <pc:picChg chg="del">
          <ac:chgData name="Dragan Javorac" userId="913c2858-fb97-4c6e-a42c-b1f1a16b225e" providerId="ADAL" clId="{764F2CD0-4B6D-4AFD-9047-446129134199}" dt="2023-06-06T12:35:54.124" v="233" actId="478"/>
          <ac:picMkLst>
            <pc:docMk/>
            <pc:sldMk cId="1902912274" sldId="290"/>
            <ac:picMk id="4" creationId="{2E1287D1-D4AB-9E36-3B9B-2A2FED617E24}"/>
          </ac:picMkLst>
        </pc:picChg>
        <pc:picChg chg="del mod">
          <ac:chgData name="Dragan Javorac" userId="913c2858-fb97-4c6e-a42c-b1f1a16b225e" providerId="ADAL" clId="{764F2CD0-4B6D-4AFD-9047-446129134199}" dt="2023-06-06T12:35:53.098" v="230" actId="478"/>
          <ac:picMkLst>
            <pc:docMk/>
            <pc:sldMk cId="1902912274" sldId="290"/>
            <ac:picMk id="9" creationId="{E42C5C01-94FA-06DB-2A44-20B6207B3700}"/>
          </ac:picMkLst>
        </pc:picChg>
        <pc:picChg chg="del">
          <ac:chgData name="Dragan Javorac" userId="913c2858-fb97-4c6e-a42c-b1f1a16b225e" providerId="ADAL" clId="{764F2CD0-4B6D-4AFD-9047-446129134199}" dt="2023-06-06T12:35:53.422" v="231" actId="478"/>
          <ac:picMkLst>
            <pc:docMk/>
            <pc:sldMk cId="1902912274" sldId="290"/>
            <ac:picMk id="10" creationId="{E1FF23AB-53DA-2CEA-AB36-2FDDC04B18B3}"/>
          </ac:picMkLst>
        </pc:picChg>
        <pc:picChg chg="del">
          <ac:chgData name="Dragan Javorac" userId="913c2858-fb97-4c6e-a42c-b1f1a16b225e" providerId="ADAL" clId="{764F2CD0-4B6D-4AFD-9047-446129134199}" dt="2023-06-06T12:35:53.790" v="232" actId="478"/>
          <ac:picMkLst>
            <pc:docMk/>
            <pc:sldMk cId="1902912274" sldId="290"/>
            <ac:picMk id="11" creationId="{4385E673-8850-022E-57E8-B13C18141490}"/>
          </ac:picMkLst>
        </pc:picChg>
        <pc:picChg chg="del">
          <ac:chgData name="Dragan Javorac" userId="913c2858-fb97-4c6e-a42c-b1f1a16b225e" providerId="ADAL" clId="{764F2CD0-4B6D-4AFD-9047-446129134199}" dt="2023-06-06T12:35:52.559" v="228" actId="478"/>
          <ac:picMkLst>
            <pc:docMk/>
            <pc:sldMk cId="1902912274" sldId="290"/>
            <ac:picMk id="13" creationId="{591BF3D4-7F96-85E2-3A9E-6777C5E19B90}"/>
          </ac:picMkLst>
        </pc:picChg>
        <pc:picChg chg="mod">
          <ac:chgData name="Dragan Javorac" userId="913c2858-fb97-4c6e-a42c-b1f1a16b225e" providerId="ADAL" clId="{764F2CD0-4B6D-4AFD-9047-446129134199}" dt="2023-06-06T12:35:56.212" v="235" actId="1076"/>
          <ac:picMkLst>
            <pc:docMk/>
            <pc:sldMk cId="1902912274" sldId="290"/>
            <ac:picMk id="15" creationId="{52F414A2-A7CC-D29C-870D-73B9CB801BAB}"/>
          </ac:picMkLst>
        </pc:picChg>
        <pc:cxnChg chg="add mod">
          <ac:chgData name="Dragan Javorac" userId="913c2858-fb97-4c6e-a42c-b1f1a16b225e" providerId="ADAL" clId="{764F2CD0-4B6D-4AFD-9047-446129134199}" dt="2023-06-06T12:39:20.584" v="390" actId="14100"/>
          <ac:cxnSpMkLst>
            <pc:docMk/>
            <pc:sldMk cId="1902912274" sldId="290"/>
            <ac:cxnSpMk id="7" creationId="{30781806-A695-561A-C2A3-47FD502F884C}"/>
          </ac:cxnSpMkLst>
        </pc:cxnChg>
        <pc:cxnChg chg="add del mod">
          <ac:chgData name="Dragan Javorac" userId="913c2858-fb97-4c6e-a42c-b1f1a16b225e" providerId="ADAL" clId="{764F2CD0-4B6D-4AFD-9047-446129134199}" dt="2023-06-06T12:38:07.988" v="297" actId="478"/>
          <ac:cxnSpMkLst>
            <pc:docMk/>
            <pc:sldMk cId="1902912274" sldId="290"/>
            <ac:cxnSpMk id="18" creationId="{D66BE461-4F68-547C-74FF-705F3BA06A67}"/>
          </ac:cxnSpMkLst>
        </pc:cxnChg>
        <pc:cxnChg chg="add del mod">
          <ac:chgData name="Dragan Javorac" userId="913c2858-fb97-4c6e-a42c-b1f1a16b225e" providerId="ADAL" clId="{764F2CD0-4B6D-4AFD-9047-446129134199}" dt="2023-06-06T12:38:05.448" v="294" actId="478"/>
          <ac:cxnSpMkLst>
            <pc:docMk/>
            <pc:sldMk cId="1902912274" sldId="290"/>
            <ac:cxnSpMk id="23" creationId="{9411DAB1-CA1E-6264-7BC6-DC10072DFAE5}"/>
          </ac:cxnSpMkLst>
        </pc:cxnChg>
        <pc:cxnChg chg="add mod">
          <ac:chgData name="Dragan Javorac" userId="913c2858-fb97-4c6e-a42c-b1f1a16b225e" providerId="ADAL" clId="{764F2CD0-4B6D-4AFD-9047-446129134199}" dt="2023-06-06T12:38:21.761" v="306" actId="14100"/>
          <ac:cxnSpMkLst>
            <pc:docMk/>
            <pc:sldMk cId="1902912274" sldId="290"/>
            <ac:cxnSpMk id="26" creationId="{78DB0C8D-D993-B673-6619-72494D9B826B}"/>
          </ac:cxnSpMkLst>
        </pc:cxnChg>
      </pc:sldChg>
      <pc:sldChg chg="addSp delSp modSp add mod">
        <pc:chgData name="Dragan Javorac" userId="913c2858-fb97-4c6e-a42c-b1f1a16b225e" providerId="ADAL" clId="{764F2CD0-4B6D-4AFD-9047-446129134199}" dt="2023-06-06T13:01:19.261" v="1415" actId="20577"/>
        <pc:sldMkLst>
          <pc:docMk/>
          <pc:sldMk cId="1159742043" sldId="291"/>
        </pc:sldMkLst>
        <pc:spChg chg="mod">
          <ac:chgData name="Dragan Javorac" userId="913c2858-fb97-4c6e-a42c-b1f1a16b225e" providerId="ADAL" clId="{764F2CD0-4B6D-4AFD-9047-446129134199}" dt="2023-06-06T12:38:40.058" v="334" actId="20577"/>
          <ac:spMkLst>
            <pc:docMk/>
            <pc:sldMk cId="1159742043" sldId="291"/>
            <ac:spMk id="2" creationId="{F3046ACF-677C-4C47-B097-C82DB9EF99F7}"/>
          </ac:spMkLst>
        </pc:spChg>
        <pc:spChg chg="mod">
          <ac:chgData name="Dragan Javorac" userId="913c2858-fb97-4c6e-a42c-b1f1a16b225e" providerId="ADAL" clId="{764F2CD0-4B6D-4AFD-9047-446129134199}" dt="2023-06-06T12:51:29.917" v="1139" actId="108"/>
          <ac:spMkLst>
            <pc:docMk/>
            <pc:sldMk cId="1159742043" sldId="291"/>
            <ac:spMk id="3" creationId="{9C1B0ED0-FD23-4DF4-8487-56E64A4517DA}"/>
          </ac:spMkLst>
        </pc:spChg>
        <pc:spChg chg="add mod">
          <ac:chgData name="Dragan Javorac" userId="913c2858-fb97-4c6e-a42c-b1f1a16b225e" providerId="ADAL" clId="{764F2CD0-4B6D-4AFD-9047-446129134199}" dt="2023-06-06T12:51:25.181" v="1138" actId="1036"/>
          <ac:spMkLst>
            <pc:docMk/>
            <pc:sldMk cId="1159742043" sldId="291"/>
            <ac:spMk id="4" creationId="{30CA0B79-15FD-29FB-28CF-A0A982FC3E0B}"/>
          </ac:spMkLst>
        </pc:spChg>
        <pc:spChg chg="del">
          <ac:chgData name="Dragan Javorac" userId="913c2858-fb97-4c6e-a42c-b1f1a16b225e" providerId="ADAL" clId="{764F2CD0-4B6D-4AFD-9047-446129134199}" dt="2023-06-06T12:39:00.993" v="380" actId="478"/>
          <ac:spMkLst>
            <pc:docMk/>
            <pc:sldMk cId="1159742043" sldId="291"/>
            <ac:spMk id="5" creationId="{2C7E0022-9C97-4FDC-5E3D-49ADADE31268}"/>
          </ac:spMkLst>
        </pc:spChg>
        <pc:spChg chg="add mod">
          <ac:chgData name="Dragan Javorac" userId="913c2858-fb97-4c6e-a42c-b1f1a16b225e" providerId="ADAL" clId="{764F2CD0-4B6D-4AFD-9047-446129134199}" dt="2023-06-06T12:51:25.181" v="1138" actId="1036"/>
          <ac:spMkLst>
            <pc:docMk/>
            <pc:sldMk cId="1159742043" sldId="291"/>
            <ac:spMk id="6" creationId="{E4D17932-FDF6-28B2-2720-B8A52609FA16}"/>
          </ac:spMkLst>
        </pc:spChg>
        <pc:spChg chg="add mod">
          <ac:chgData name="Dragan Javorac" userId="913c2858-fb97-4c6e-a42c-b1f1a16b225e" providerId="ADAL" clId="{764F2CD0-4B6D-4AFD-9047-446129134199}" dt="2023-06-06T12:51:25.181" v="1138" actId="1036"/>
          <ac:spMkLst>
            <pc:docMk/>
            <pc:sldMk cId="1159742043" sldId="291"/>
            <ac:spMk id="11" creationId="{51B68EC0-9807-6ADF-C622-08DF50CF66BA}"/>
          </ac:spMkLst>
        </pc:spChg>
        <pc:spChg chg="add mod">
          <ac:chgData name="Dragan Javorac" userId="913c2858-fb97-4c6e-a42c-b1f1a16b225e" providerId="ADAL" clId="{764F2CD0-4B6D-4AFD-9047-446129134199}" dt="2023-06-06T12:51:25.181" v="1138" actId="1036"/>
          <ac:spMkLst>
            <pc:docMk/>
            <pc:sldMk cId="1159742043" sldId="291"/>
            <ac:spMk id="16" creationId="{9C575AF4-E944-5F24-7A50-5CF8F54692E5}"/>
          </ac:spMkLst>
        </pc:spChg>
        <pc:spChg chg="add mod">
          <ac:chgData name="Dragan Javorac" userId="913c2858-fb97-4c6e-a42c-b1f1a16b225e" providerId="ADAL" clId="{764F2CD0-4B6D-4AFD-9047-446129134199}" dt="2023-06-06T13:01:19.261" v="1415" actId="20577"/>
          <ac:spMkLst>
            <pc:docMk/>
            <pc:sldMk cId="1159742043" sldId="291"/>
            <ac:spMk id="19" creationId="{B3D3673F-2F67-EB7A-936C-1B91376B008B}"/>
          </ac:spMkLst>
        </pc:spChg>
        <pc:spChg chg="del">
          <ac:chgData name="Dragan Javorac" userId="913c2858-fb97-4c6e-a42c-b1f1a16b225e" providerId="ADAL" clId="{764F2CD0-4B6D-4AFD-9047-446129134199}" dt="2023-06-06T12:39:02.350" v="382" actId="478"/>
          <ac:spMkLst>
            <pc:docMk/>
            <pc:sldMk cId="1159742043" sldId="291"/>
            <ac:spMk id="25" creationId="{F9CBFCD3-4E32-9BE2-2846-D5B71B2C7F50}"/>
          </ac:spMkLst>
        </pc:spChg>
        <pc:picChg chg="del">
          <ac:chgData name="Dragan Javorac" userId="913c2858-fb97-4c6e-a42c-b1f1a16b225e" providerId="ADAL" clId="{764F2CD0-4B6D-4AFD-9047-446129134199}" dt="2023-06-06T12:39:04.206" v="384" actId="478"/>
          <ac:picMkLst>
            <pc:docMk/>
            <pc:sldMk cId="1159742043" sldId="291"/>
            <ac:picMk id="15" creationId="{52F414A2-A7CC-D29C-870D-73B9CB801BAB}"/>
          </ac:picMkLst>
        </pc:picChg>
        <pc:picChg chg="add del">
          <ac:chgData name="Dragan Javorac" userId="913c2858-fb97-4c6e-a42c-b1f1a16b225e" providerId="ADAL" clId="{764F2CD0-4B6D-4AFD-9047-446129134199}" dt="2023-06-06T12:50:41.451" v="1061" actId="22"/>
          <ac:picMkLst>
            <pc:docMk/>
            <pc:sldMk cId="1159742043" sldId="291"/>
            <ac:picMk id="18" creationId="{F014D586-2410-0CA2-8BF5-1C7A524EEFB5}"/>
          </ac:picMkLst>
        </pc:picChg>
        <pc:cxnChg chg="del mod">
          <ac:chgData name="Dragan Javorac" userId="913c2858-fb97-4c6e-a42c-b1f1a16b225e" providerId="ADAL" clId="{764F2CD0-4B6D-4AFD-9047-446129134199}" dt="2023-06-06T12:39:01.675" v="381" actId="478"/>
          <ac:cxnSpMkLst>
            <pc:docMk/>
            <pc:sldMk cId="1159742043" sldId="291"/>
            <ac:cxnSpMk id="7" creationId="{30781806-A695-561A-C2A3-47FD502F884C}"/>
          </ac:cxnSpMkLst>
        </pc:cxnChg>
        <pc:cxnChg chg="add mod">
          <ac:chgData name="Dragan Javorac" userId="913c2858-fb97-4c6e-a42c-b1f1a16b225e" providerId="ADAL" clId="{764F2CD0-4B6D-4AFD-9047-446129134199}" dt="2023-06-06T12:51:25.181" v="1138" actId="1036"/>
          <ac:cxnSpMkLst>
            <pc:docMk/>
            <pc:sldMk cId="1159742043" sldId="291"/>
            <ac:cxnSpMk id="8" creationId="{0EFD97F1-E55D-43F1-27D5-CB439F648497}"/>
          </ac:cxnSpMkLst>
        </pc:cxnChg>
        <pc:cxnChg chg="del mod">
          <ac:chgData name="Dragan Javorac" userId="913c2858-fb97-4c6e-a42c-b1f1a16b225e" providerId="ADAL" clId="{764F2CD0-4B6D-4AFD-9047-446129134199}" dt="2023-06-06T12:39:03.179" v="383" actId="478"/>
          <ac:cxnSpMkLst>
            <pc:docMk/>
            <pc:sldMk cId="1159742043" sldId="291"/>
            <ac:cxnSpMk id="26" creationId="{78DB0C8D-D993-B673-6619-72494D9B826B}"/>
          </ac:cxnSpMkLst>
        </pc:cxnChg>
      </pc:sldChg>
      <pc:sldChg chg="addSp delSp modSp add mod">
        <pc:chgData name="Dragan Javorac" userId="913c2858-fb97-4c6e-a42c-b1f1a16b225e" providerId="ADAL" clId="{764F2CD0-4B6D-4AFD-9047-446129134199}" dt="2023-06-06T13:01:24.228" v="1418" actId="20577"/>
        <pc:sldMkLst>
          <pc:docMk/>
          <pc:sldMk cId="43482170" sldId="292"/>
        </pc:sldMkLst>
        <pc:spChg chg="mod">
          <ac:chgData name="Dragan Javorac" userId="913c2858-fb97-4c6e-a42c-b1f1a16b225e" providerId="ADAL" clId="{764F2CD0-4B6D-4AFD-9047-446129134199}" dt="2023-06-06T12:43:18.379" v="687" actId="20577"/>
          <ac:spMkLst>
            <pc:docMk/>
            <pc:sldMk cId="43482170" sldId="292"/>
            <ac:spMk id="2" creationId="{F3046ACF-677C-4C47-B097-C82DB9EF99F7}"/>
          </ac:spMkLst>
        </pc:spChg>
        <pc:spChg chg="mod">
          <ac:chgData name="Dragan Javorac" userId="913c2858-fb97-4c6e-a42c-b1f1a16b225e" providerId="ADAL" clId="{764F2CD0-4B6D-4AFD-9047-446129134199}" dt="2023-06-06T12:45:31.755" v="828" actId="108"/>
          <ac:spMkLst>
            <pc:docMk/>
            <pc:sldMk cId="43482170" sldId="292"/>
            <ac:spMk id="3" creationId="{9C1B0ED0-FD23-4DF4-8487-56E64A4517DA}"/>
          </ac:spMkLst>
        </pc:spChg>
        <pc:spChg chg="mod">
          <ac:chgData name="Dragan Javorac" userId="913c2858-fb97-4c6e-a42c-b1f1a16b225e" providerId="ADAL" clId="{764F2CD0-4B6D-4AFD-9047-446129134199}" dt="2023-06-06T12:46:06.961" v="846" actId="1076"/>
          <ac:spMkLst>
            <pc:docMk/>
            <pc:sldMk cId="43482170" sldId="292"/>
            <ac:spMk id="4" creationId="{30CA0B79-15FD-29FB-28CF-A0A982FC3E0B}"/>
          </ac:spMkLst>
        </pc:spChg>
        <pc:spChg chg="mod">
          <ac:chgData name="Dragan Javorac" userId="913c2858-fb97-4c6e-a42c-b1f1a16b225e" providerId="ADAL" clId="{764F2CD0-4B6D-4AFD-9047-446129134199}" dt="2023-06-06T12:46:15.285" v="850" actId="1076"/>
          <ac:spMkLst>
            <pc:docMk/>
            <pc:sldMk cId="43482170" sldId="292"/>
            <ac:spMk id="6" creationId="{E4D17932-FDF6-28B2-2720-B8A52609FA16}"/>
          </ac:spMkLst>
        </pc:spChg>
        <pc:spChg chg="del mod">
          <ac:chgData name="Dragan Javorac" userId="913c2858-fb97-4c6e-a42c-b1f1a16b225e" providerId="ADAL" clId="{764F2CD0-4B6D-4AFD-9047-446129134199}" dt="2023-06-06T12:45:38.072" v="831" actId="478"/>
          <ac:spMkLst>
            <pc:docMk/>
            <pc:sldMk cId="43482170" sldId="292"/>
            <ac:spMk id="11" creationId="{51B68EC0-9807-6ADF-C622-08DF50CF66BA}"/>
          </ac:spMkLst>
        </pc:spChg>
        <pc:spChg chg="mod">
          <ac:chgData name="Dragan Javorac" userId="913c2858-fb97-4c6e-a42c-b1f1a16b225e" providerId="ADAL" clId="{764F2CD0-4B6D-4AFD-9047-446129134199}" dt="2023-06-06T12:46:06.961" v="846" actId="1076"/>
          <ac:spMkLst>
            <pc:docMk/>
            <pc:sldMk cId="43482170" sldId="292"/>
            <ac:spMk id="16" creationId="{9C575AF4-E944-5F24-7A50-5CF8F54692E5}"/>
          </ac:spMkLst>
        </pc:spChg>
        <pc:spChg chg="add mod">
          <ac:chgData name="Dragan Javorac" userId="913c2858-fb97-4c6e-a42c-b1f1a16b225e" providerId="ADAL" clId="{764F2CD0-4B6D-4AFD-9047-446129134199}" dt="2023-06-06T12:45:46.827" v="836" actId="1076"/>
          <ac:spMkLst>
            <pc:docMk/>
            <pc:sldMk cId="43482170" sldId="292"/>
            <ac:spMk id="18" creationId="{A1716269-E049-AD69-91C8-3EA0BF6217C8}"/>
          </ac:spMkLst>
        </pc:spChg>
        <pc:spChg chg="add mod">
          <ac:chgData name="Dragan Javorac" userId="913c2858-fb97-4c6e-a42c-b1f1a16b225e" providerId="ADAL" clId="{764F2CD0-4B6D-4AFD-9047-446129134199}" dt="2023-06-06T12:45:59.900" v="845" actId="20577"/>
          <ac:spMkLst>
            <pc:docMk/>
            <pc:sldMk cId="43482170" sldId="292"/>
            <ac:spMk id="19" creationId="{A90ECA2E-943F-7476-FC00-BF1070C56632}"/>
          </ac:spMkLst>
        </pc:spChg>
        <pc:spChg chg="add mod">
          <ac:chgData name="Dragan Javorac" userId="913c2858-fb97-4c6e-a42c-b1f1a16b225e" providerId="ADAL" clId="{764F2CD0-4B6D-4AFD-9047-446129134199}" dt="2023-06-06T13:01:24.228" v="1418" actId="20577"/>
          <ac:spMkLst>
            <pc:docMk/>
            <pc:sldMk cId="43482170" sldId="292"/>
            <ac:spMk id="23" creationId="{C90D8770-6325-C689-248B-FA43F799951E}"/>
          </ac:spMkLst>
        </pc:spChg>
        <pc:picChg chg="add mod">
          <ac:chgData name="Dragan Javorac" userId="913c2858-fb97-4c6e-a42c-b1f1a16b225e" providerId="ADAL" clId="{764F2CD0-4B6D-4AFD-9047-446129134199}" dt="2023-06-06T12:44:58.825" v="773" actId="1076"/>
          <ac:picMkLst>
            <pc:docMk/>
            <pc:sldMk cId="43482170" sldId="292"/>
            <ac:picMk id="7" creationId="{60976901-7658-B602-E5EE-D2E3CE0E2D16}"/>
          </ac:picMkLst>
        </pc:picChg>
        <pc:picChg chg="add mod">
          <ac:chgData name="Dragan Javorac" userId="913c2858-fb97-4c6e-a42c-b1f1a16b225e" providerId="ADAL" clId="{764F2CD0-4B6D-4AFD-9047-446129134199}" dt="2023-06-06T12:46:09.765" v="848" actId="1076"/>
          <ac:picMkLst>
            <pc:docMk/>
            <pc:sldMk cId="43482170" sldId="292"/>
            <ac:picMk id="10" creationId="{B98FBE3A-EAF8-0923-B701-77B5D9796EB6}"/>
          </ac:picMkLst>
        </pc:picChg>
        <pc:picChg chg="add mod">
          <ac:chgData name="Dragan Javorac" userId="913c2858-fb97-4c6e-a42c-b1f1a16b225e" providerId="ADAL" clId="{764F2CD0-4B6D-4AFD-9047-446129134199}" dt="2023-06-06T12:46:08.368" v="847" actId="1076"/>
          <ac:picMkLst>
            <pc:docMk/>
            <pc:sldMk cId="43482170" sldId="292"/>
            <ac:picMk id="14" creationId="{A829860A-6B05-5B8C-22B2-008E33C76F4D}"/>
          </ac:picMkLst>
        </pc:picChg>
        <pc:cxnChg chg="mod">
          <ac:chgData name="Dragan Javorac" userId="913c2858-fb97-4c6e-a42c-b1f1a16b225e" providerId="ADAL" clId="{764F2CD0-4B6D-4AFD-9047-446129134199}" dt="2023-06-06T12:46:17.738" v="852" actId="14100"/>
          <ac:cxnSpMkLst>
            <pc:docMk/>
            <pc:sldMk cId="43482170" sldId="292"/>
            <ac:cxnSpMk id="8" creationId="{0EFD97F1-E55D-43F1-27D5-CB439F648497}"/>
          </ac:cxnSpMkLst>
        </pc:cxnChg>
      </pc:sldChg>
      <pc:sldChg chg="addSp delSp modSp add mod modAnim">
        <pc:chgData name="Dragan Javorac" userId="913c2858-fb97-4c6e-a42c-b1f1a16b225e" providerId="ADAL" clId="{764F2CD0-4B6D-4AFD-9047-446129134199}" dt="2023-06-06T13:01:28.287" v="1421" actId="20577"/>
        <pc:sldMkLst>
          <pc:docMk/>
          <pc:sldMk cId="2478353296" sldId="293"/>
        </pc:sldMkLst>
        <pc:spChg chg="mod">
          <ac:chgData name="Dragan Javorac" userId="913c2858-fb97-4c6e-a42c-b1f1a16b225e" providerId="ADAL" clId="{764F2CD0-4B6D-4AFD-9047-446129134199}" dt="2023-06-06T12:49:01.639" v="969" actId="20577"/>
          <ac:spMkLst>
            <pc:docMk/>
            <pc:sldMk cId="2478353296" sldId="293"/>
            <ac:spMk id="3" creationId="{9C1B0ED0-FD23-4DF4-8487-56E64A4517DA}"/>
          </ac:spMkLst>
        </pc:spChg>
        <pc:spChg chg="mod">
          <ac:chgData name="Dragan Javorac" userId="913c2858-fb97-4c6e-a42c-b1f1a16b225e" providerId="ADAL" clId="{764F2CD0-4B6D-4AFD-9047-446129134199}" dt="2023-06-06T12:46:46.224" v="881" actId="1076"/>
          <ac:spMkLst>
            <pc:docMk/>
            <pc:sldMk cId="2478353296" sldId="293"/>
            <ac:spMk id="4" creationId="{30CA0B79-15FD-29FB-28CF-A0A982FC3E0B}"/>
          </ac:spMkLst>
        </pc:spChg>
        <pc:spChg chg="mod">
          <ac:chgData name="Dragan Javorac" userId="913c2858-fb97-4c6e-a42c-b1f1a16b225e" providerId="ADAL" clId="{764F2CD0-4B6D-4AFD-9047-446129134199}" dt="2023-06-06T12:46:38.845" v="878" actId="1076"/>
          <ac:spMkLst>
            <pc:docMk/>
            <pc:sldMk cId="2478353296" sldId="293"/>
            <ac:spMk id="6" creationId="{E4D17932-FDF6-28B2-2720-B8A52609FA16}"/>
          </ac:spMkLst>
        </pc:spChg>
        <pc:spChg chg="add mod">
          <ac:chgData name="Dragan Javorac" userId="913c2858-fb97-4c6e-a42c-b1f1a16b225e" providerId="ADAL" clId="{764F2CD0-4B6D-4AFD-9047-446129134199}" dt="2023-06-06T13:01:28.287" v="1421" actId="20577"/>
          <ac:spMkLst>
            <pc:docMk/>
            <pc:sldMk cId="2478353296" sldId="293"/>
            <ac:spMk id="15" creationId="{80A7ECFE-16DA-EE07-264B-FFBBB346E9E7}"/>
          </ac:spMkLst>
        </pc:spChg>
        <pc:spChg chg="mod">
          <ac:chgData name="Dragan Javorac" userId="913c2858-fb97-4c6e-a42c-b1f1a16b225e" providerId="ADAL" clId="{764F2CD0-4B6D-4AFD-9047-446129134199}" dt="2023-06-06T12:46:46.224" v="881" actId="1076"/>
          <ac:spMkLst>
            <pc:docMk/>
            <pc:sldMk cId="2478353296" sldId="293"/>
            <ac:spMk id="16" creationId="{9C575AF4-E944-5F24-7A50-5CF8F54692E5}"/>
          </ac:spMkLst>
        </pc:spChg>
        <pc:spChg chg="mod">
          <ac:chgData name="Dragan Javorac" userId="913c2858-fb97-4c6e-a42c-b1f1a16b225e" providerId="ADAL" clId="{764F2CD0-4B6D-4AFD-9047-446129134199}" dt="2023-06-06T12:46:38.845" v="878" actId="1076"/>
          <ac:spMkLst>
            <pc:docMk/>
            <pc:sldMk cId="2478353296" sldId="293"/>
            <ac:spMk id="18" creationId="{A1716269-E049-AD69-91C8-3EA0BF6217C8}"/>
          </ac:spMkLst>
        </pc:spChg>
        <pc:spChg chg="mod">
          <ac:chgData name="Dragan Javorac" userId="913c2858-fb97-4c6e-a42c-b1f1a16b225e" providerId="ADAL" clId="{764F2CD0-4B6D-4AFD-9047-446129134199}" dt="2023-06-06T12:46:38.845" v="878" actId="1076"/>
          <ac:spMkLst>
            <pc:docMk/>
            <pc:sldMk cId="2478353296" sldId="293"/>
            <ac:spMk id="19" creationId="{A90ECA2E-943F-7476-FC00-BF1070C56632}"/>
          </ac:spMkLst>
        </pc:spChg>
        <pc:picChg chg="add mod">
          <ac:chgData name="Dragan Javorac" userId="913c2858-fb97-4c6e-a42c-b1f1a16b225e" providerId="ADAL" clId="{764F2CD0-4B6D-4AFD-9047-446129134199}" dt="2023-06-06T12:46:43.079" v="880" actId="1076"/>
          <ac:picMkLst>
            <pc:docMk/>
            <pc:sldMk cId="2478353296" sldId="293"/>
            <ac:picMk id="5" creationId="{3399A2A5-88CE-7DB4-F1B0-8A5E66E32837}"/>
          </ac:picMkLst>
        </pc:picChg>
        <pc:picChg chg="del">
          <ac:chgData name="Dragan Javorac" userId="913c2858-fb97-4c6e-a42c-b1f1a16b225e" providerId="ADAL" clId="{764F2CD0-4B6D-4AFD-9047-446129134199}" dt="2023-06-06T12:46:47.242" v="882" actId="478"/>
          <ac:picMkLst>
            <pc:docMk/>
            <pc:sldMk cId="2478353296" sldId="293"/>
            <ac:picMk id="7" creationId="{60976901-7658-B602-E5EE-D2E3CE0E2D16}"/>
          </ac:picMkLst>
        </pc:picChg>
        <pc:picChg chg="del">
          <ac:chgData name="Dragan Javorac" userId="913c2858-fb97-4c6e-a42c-b1f1a16b225e" providerId="ADAL" clId="{764F2CD0-4B6D-4AFD-9047-446129134199}" dt="2023-06-06T12:46:32.534" v="875" actId="478"/>
          <ac:picMkLst>
            <pc:docMk/>
            <pc:sldMk cId="2478353296" sldId="293"/>
            <ac:picMk id="10" creationId="{B98FBE3A-EAF8-0923-B701-77B5D9796EB6}"/>
          </ac:picMkLst>
        </pc:picChg>
        <pc:picChg chg="del">
          <ac:chgData name="Dragan Javorac" userId="913c2858-fb97-4c6e-a42c-b1f1a16b225e" providerId="ADAL" clId="{764F2CD0-4B6D-4AFD-9047-446129134199}" dt="2023-06-06T12:46:33.063" v="876" actId="478"/>
          <ac:picMkLst>
            <pc:docMk/>
            <pc:sldMk cId="2478353296" sldId="293"/>
            <ac:picMk id="14" creationId="{A829860A-6B05-5B8C-22B2-008E33C76F4D}"/>
          </ac:picMkLst>
        </pc:picChg>
        <pc:cxnChg chg="mod">
          <ac:chgData name="Dragan Javorac" userId="913c2858-fb97-4c6e-a42c-b1f1a16b225e" providerId="ADAL" clId="{764F2CD0-4B6D-4AFD-9047-446129134199}" dt="2023-06-06T12:46:38.845" v="878" actId="1076"/>
          <ac:cxnSpMkLst>
            <pc:docMk/>
            <pc:sldMk cId="2478353296" sldId="293"/>
            <ac:cxnSpMk id="8" creationId="{0EFD97F1-E55D-43F1-27D5-CB439F648497}"/>
          </ac:cxnSpMkLst>
        </pc:cxnChg>
        <pc:cxnChg chg="add mod">
          <ac:chgData name="Dragan Javorac" userId="913c2858-fb97-4c6e-a42c-b1f1a16b225e" providerId="ADAL" clId="{764F2CD0-4B6D-4AFD-9047-446129134199}" dt="2023-06-06T12:48:33.659" v="896" actId="208"/>
          <ac:cxnSpMkLst>
            <pc:docMk/>
            <pc:sldMk cId="2478353296" sldId="293"/>
            <ac:cxnSpMk id="9" creationId="{4EC862D3-1FE4-5283-D2A2-2B3ABE8C3E3A}"/>
          </ac:cxnSpMkLst>
        </pc:cxnChg>
      </pc:sldChg>
      <pc:sldChg chg="modSp add del mod">
        <pc:chgData name="Dragan Javorac" userId="913c2858-fb97-4c6e-a42c-b1f1a16b225e" providerId="ADAL" clId="{764F2CD0-4B6D-4AFD-9047-446129134199}" dt="2023-06-06T12:49:05.643" v="970" actId="47"/>
        <pc:sldMkLst>
          <pc:docMk/>
          <pc:sldMk cId="2034198427" sldId="294"/>
        </pc:sldMkLst>
        <pc:spChg chg="mod">
          <ac:chgData name="Dragan Javorac" userId="913c2858-fb97-4c6e-a42c-b1f1a16b225e" providerId="ADAL" clId="{764F2CD0-4B6D-4AFD-9047-446129134199}" dt="2023-06-06T12:48:50.406" v="935" actId="20577"/>
          <ac:spMkLst>
            <pc:docMk/>
            <pc:sldMk cId="2034198427" sldId="294"/>
            <ac:spMk id="3" creationId="{9C1B0ED0-FD23-4DF4-8487-56E64A4517DA}"/>
          </ac:spMkLst>
        </pc:spChg>
      </pc:sldChg>
      <pc:sldChg chg="addSp delSp modSp add mod">
        <pc:chgData name="Dragan Javorac" userId="913c2858-fb97-4c6e-a42c-b1f1a16b225e" providerId="ADAL" clId="{764F2CD0-4B6D-4AFD-9047-446129134199}" dt="2023-06-06T12:52:17.899" v="1182" actId="20577"/>
        <pc:sldMkLst>
          <pc:docMk/>
          <pc:sldMk cId="2513008560" sldId="294"/>
        </pc:sldMkLst>
        <pc:spChg chg="mod">
          <ac:chgData name="Dragan Javorac" userId="913c2858-fb97-4c6e-a42c-b1f1a16b225e" providerId="ADAL" clId="{764F2CD0-4B6D-4AFD-9047-446129134199}" dt="2023-06-06T12:49:49.217" v="1013" actId="20577"/>
          <ac:spMkLst>
            <pc:docMk/>
            <pc:sldMk cId="2513008560" sldId="294"/>
            <ac:spMk id="2" creationId="{F3046ACF-677C-4C47-B097-C82DB9EF99F7}"/>
          </ac:spMkLst>
        </pc:spChg>
        <pc:spChg chg="mod">
          <ac:chgData name="Dragan Javorac" userId="913c2858-fb97-4c6e-a42c-b1f1a16b225e" providerId="ADAL" clId="{764F2CD0-4B6D-4AFD-9047-446129134199}" dt="2023-06-06T12:52:17.899" v="1182" actId="20577"/>
          <ac:spMkLst>
            <pc:docMk/>
            <pc:sldMk cId="2513008560" sldId="294"/>
            <ac:spMk id="3" creationId="{9C1B0ED0-FD23-4DF4-8487-56E64A4517DA}"/>
          </ac:spMkLst>
        </pc:spChg>
        <pc:spChg chg="del">
          <ac:chgData name="Dragan Javorac" userId="913c2858-fb97-4c6e-a42c-b1f1a16b225e" providerId="ADAL" clId="{764F2CD0-4B6D-4AFD-9047-446129134199}" dt="2023-06-06T12:50:31.849" v="1051" actId="478"/>
          <ac:spMkLst>
            <pc:docMk/>
            <pc:sldMk cId="2513008560" sldId="294"/>
            <ac:spMk id="4" creationId="{30CA0B79-15FD-29FB-28CF-A0A982FC3E0B}"/>
          </ac:spMkLst>
        </pc:spChg>
        <pc:spChg chg="mod">
          <ac:chgData name="Dragan Javorac" userId="913c2858-fb97-4c6e-a42c-b1f1a16b225e" providerId="ADAL" clId="{764F2CD0-4B6D-4AFD-9047-446129134199}" dt="2023-06-06T12:51:53.097" v="1150" actId="1076"/>
          <ac:spMkLst>
            <pc:docMk/>
            <pc:sldMk cId="2513008560" sldId="294"/>
            <ac:spMk id="6" creationId="{E4D17932-FDF6-28B2-2720-B8A52609FA16}"/>
          </ac:spMkLst>
        </pc:spChg>
        <pc:spChg chg="add mod">
          <ac:chgData name="Dragan Javorac" userId="913c2858-fb97-4c6e-a42c-b1f1a16b225e" providerId="ADAL" clId="{764F2CD0-4B6D-4AFD-9047-446129134199}" dt="2023-06-06T12:51:57.838" v="1155" actId="6549"/>
          <ac:spMkLst>
            <pc:docMk/>
            <pc:sldMk cId="2513008560" sldId="294"/>
            <ac:spMk id="9" creationId="{43484DD1-824A-7CF0-40DD-FDE5BB5CF456}"/>
          </ac:spMkLst>
        </pc:spChg>
        <pc:spChg chg="add mod">
          <ac:chgData name="Dragan Javorac" userId="913c2858-fb97-4c6e-a42c-b1f1a16b225e" providerId="ADAL" clId="{764F2CD0-4B6D-4AFD-9047-446129134199}" dt="2023-06-06T12:51:55.498" v="1152" actId="1076"/>
          <ac:spMkLst>
            <pc:docMk/>
            <pc:sldMk cId="2513008560" sldId="294"/>
            <ac:spMk id="10" creationId="{D224D9EA-CDF8-6FD3-4327-5090B21B55D4}"/>
          </ac:spMkLst>
        </pc:spChg>
        <pc:spChg chg="del">
          <ac:chgData name="Dragan Javorac" userId="913c2858-fb97-4c6e-a42c-b1f1a16b225e" providerId="ADAL" clId="{764F2CD0-4B6D-4AFD-9047-446129134199}" dt="2023-06-06T12:51:39.851" v="1142" actId="478"/>
          <ac:spMkLst>
            <pc:docMk/>
            <pc:sldMk cId="2513008560" sldId="294"/>
            <ac:spMk id="11" creationId="{51B68EC0-9807-6ADF-C622-08DF50CF66BA}"/>
          </ac:spMkLst>
        </pc:spChg>
        <pc:spChg chg="mod">
          <ac:chgData name="Dragan Javorac" userId="913c2858-fb97-4c6e-a42c-b1f1a16b225e" providerId="ADAL" clId="{764F2CD0-4B6D-4AFD-9047-446129134199}" dt="2023-06-06T12:51:53.097" v="1150" actId="1076"/>
          <ac:spMkLst>
            <pc:docMk/>
            <pc:sldMk cId="2513008560" sldId="294"/>
            <ac:spMk id="16" creationId="{9C575AF4-E944-5F24-7A50-5CF8F54692E5}"/>
          </ac:spMkLst>
        </pc:spChg>
        <pc:picChg chg="add mod">
          <ac:chgData name="Dragan Javorac" userId="913c2858-fb97-4c6e-a42c-b1f1a16b225e" providerId="ADAL" clId="{764F2CD0-4B6D-4AFD-9047-446129134199}" dt="2023-06-06T12:51:37.665" v="1141" actId="1076"/>
          <ac:picMkLst>
            <pc:docMk/>
            <pc:sldMk cId="2513008560" sldId="294"/>
            <ac:picMk id="7" creationId="{D153AD4F-E5D8-47C2-C3B3-E39A0400C5FF}"/>
          </ac:picMkLst>
        </pc:picChg>
        <pc:cxnChg chg="del mod">
          <ac:chgData name="Dragan Javorac" userId="913c2858-fb97-4c6e-a42c-b1f1a16b225e" providerId="ADAL" clId="{764F2CD0-4B6D-4AFD-9047-446129134199}" dt="2023-06-06T12:50:32.535" v="1052" actId="478"/>
          <ac:cxnSpMkLst>
            <pc:docMk/>
            <pc:sldMk cId="2513008560" sldId="294"/>
            <ac:cxnSpMk id="8" creationId="{0EFD97F1-E55D-43F1-27D5-CB439F648497}"/>
          </ac:cxnSpMkLst>
        </pc:cxnChg>
        <pc:cxnChg chg="add mod">
          <ac:chgData name="Dragan Javorac" userId="913c2858-fb97-4c6e-a42c-b1f1a16b225e" providerId="ADAL" clId="{764F2CD0-4B6D-4AFD-9047-446129134199}" dt="2023-06-06T12:52:13.061" v="1162" actId="14100"/>
          <ac:cxnSpMkLst>
            <pc:docMk/>
            <pc:sldMk cId="2513008560" sldId="294"/>
            <ac:cxnSpMk id="12" creationId="{634D45A8-EBF5-6C6C-6A5D-92CAAE6BD7E0}"/>
          </ac:cxnSpMkLst>
        </pc:cxnChg>
        <pc:cxnChg chg="add mod">
          <ac:chgData name="Dragan Javorac" userId="913c2858-fb97-4c6e-a42c-b1f1a16b225e" providerId="ADAL" clId="{764F2CD0-4B6D-4AFD-9047-446129134199}" dt="2023-06-06T12:52:11.257" v="1161" actId="14100"/>
          <ac:cxnSpMkLst>
            <pc:docMk/>
            <pc:sldMk cId="2513008560" sldId="294"/>
            <ac:cxnSpMk id="15" creationId="{94C0A01C-47E9-8FE2-E9A2-852BEDA1709C}"/>
          </ac:cxnSpMkLst>
        </pc:cxnChg>
      </pc:sldChg>
      <pc:sldChg chg="modSp add mod">
        <pc:chgData name="Dragan Javorac" userId="913c2858-fb97-4c6e-a42c-b1f1a16b225e" providerId="ADAL" clId="{764F2CD0-4B6D-4AFD-9047-446129134199}" dt="2023-06-06T13:01:31.384" v="1424" actId="20577"/>
        <pc:sldMkLst>
          <pc:docMk/>
          <pc:sldMk cId="1216220987" sldId="295"/>
        </pc:sldMkLst>
        <pc:spChg chg="mod">
          <ac:chgData name="Dragan Javorac" userId="913c2858-fb97-4c6e-a42c-b1f1a16b225e" providerId="ADAL" clId="{764F2CD0-4B6D-4AFD-9047-446129134199}" dt="2023-06-06T12:56:43.753" v="1337" actId="20577"/>
          <ac:spMkLst>
            <pc:docMk/>
            <pc:sldMk cId="1216220987" sldId="295"/>
            <ac:spMk id="3" creationId="{9C1B0ED0-FD23-4DF4-8487-56E64A4517DA}"/>
          </ac:spMkLst>
        </pc:spChg>
        <pc:spChg chg="mod">
          <ac:chgData name="Dragan Javorac" userId="913c2858-fb97-4c6e-a42c-b1f1a16b225e" providerId="ADAL" clId="{764F2CD0-4B6D-4AFD-9047-446129134199}" dt="2023-06-06T13:01:31.384" v="1424" actId="20577"/>
          <ac:spMkLst>
            <pc:docMk/>
            <pc:sldMk cId="1216220987" sldId="295"/>
            <ac:spMk id="15" creationId="{80A7ECFE-16DA-EE07-264B-FFBBB346E9E7}"/>
          </ac:spMkLst>
        </pc:spChg>
        <pc:picChg chg="mod">
          <ac:chgData name="Dragan Javorac" userId="913c2858-fb97-4c6e-a42c-b1f1a16b225e" providerId="ADAL" clId="{764F2CD0-4B6D-4AFD-9047-446129134199}" dt="2023-06-06T12:56:37.905" v="1313" actId="1076"/>
          <ac:picMkLst>
            <pc:docMk/>
            <pc:sldMk cId="1216220987" sldId="295"/>
            <ac:picMk id="5" creationId="{3399A2A5-88CE-7DB4-F1B0-8A5E66E32837}"/>
          </ac:picMkLst>
        </pc:picChg>
      </pc:sldChg>
      <pc:sldChg chg="addSp delSp modSp add mod">
        <pc:chgData name="Dragan Javorac" userId="913c2858-fb97-4c6e-a42c-b1f1a16b225e" providerId="ADAL" clId="{764F2CD0-4B6D-4AFD-9047-446129134199}" dt="2023-06-06T13:01:37.172" v="1430" actId="20577"/>
        <pc:sldMkLst>
          <pc:docMk/>
          <pc:sldMk cId="1928597476" sldId="296"/>
        </pc:sldMkLst>
        <pc:spChg chg="del mod">
          <ac:chgData name="Dragan Javorac" userId="913c2858-fb97-4c6e-a42c-b1f1a16b225e" providerId="ADAL" clId="{764F2CD0-4B6D-4AFD-9047-446129134199}" dt="2023-06-06T12:55:53.968" v="1304" actId="478"/>
          <ac:spMkLst>
            <pc:docMk/>
            <pc:sldMk cId="1928597476" sldId="296"/>
            <ac:spMk id="3" creationId="{9C1B0ED0-FD23-4DF4-8487-56E64A4517DA}"/>
          </ac:spMkLst>
        </pc:spChg>
        <pc:spChg chg="mod">
          <ac:chgData name="Dragan Javorac" userId="913c2858-fb97-4c6e-a42c-b1f1a16b225e" providerId="ADAL" clId="{764F2CD0-4B6D-4AFD-9047-446129134199}" dt="2023-06-06T12:54:44.288" v="1241" actId="1076"/>
          <ac:spMkLst>
            <pc:docMk/>
            <pc:sldMk cId="1928597476" sldId="296"/>
            <ac:spMk id="4" creationId="{30CA0B79-15FD-29FB-28CF-A0A982FC3E0B}"/>
          </ac:spMkLst>
        </pc:spChg>
        <pc:spChg chg="mod">
          <ac:chgData name="Dragan Javorac" userId="913c2858-fb97-4c6e-a42c-b1f1a16b225e" providerId="ADAL" clId="{764F2CD0-4B6D-4AFD-9047-446129134199}" dt="2023-06-06T12:54:05.917" v="1207" actId="20577"/>
          <ac:spMkLst>
            <pc:docMk/>
            <pc:sldMk cId="1928597476" sldId="296"/>
            <ac:spMk id="6" creationId="{E4D17932-FDF6-28B2-2720-B8A52609FA16}"/>
          </ac:spMkLst>
        </pc:spChg>
        <pc:spChg chg="mod">
          <ac:chgData name="Dragan Javorac" userId="913c2858-fb97-4c6e-a42c-b1f1a16b225e" providerId="ADAL" clId="{764F2CD0-4B6D-4AFD-9047-446129134199}" dt="2023-06-06T13:01:35.052" v="1427" actId="20577"/>
          <ac:spMkLst>
            <pc:docMk/>
            <pc:sldMk cId="1928597476" sldId="296"/>
            <ac:spMk id="15" creationId="{80A7ECFE-16DA-EE07-264B-FFBBB346E9E7}"/>
          </ac:spMkLst>
        </pc:spChg>
        <pc:spChg chg="mod">
          <ac:chgData name="Dragan Javorac" userId="913c2858-fb97-4c6e-a42c-b1f1a16b225e" providerId="ADAL" clId="{764F2CD0-4B6D-4AFD-9047-446129134199}" dt="2023-06-06T12:54:44.288" v="1241" actId="1076"/>
          <ac:spMkLst>
            <pc:docMk/>
            <pc:sldMk cId="1928597476" sldId="296"/>
            <ac:spMk id="16" creationId="{9C575AF4-E944-5F24-7A50-5CF8F54692E5}"/>
          </ac:spMkLst>
        </pc:spChg>
        <pc:spChg chg="mod">
          <ac:chgData name="Dragan Javorac" userId="913c2858-fb97-4c6e-a42c-b1f1a16b225e" providerId="ADAL" clId="{764F2CD0-4B6D-4AFD-9047-446129134199}" dt="2023-06-06T12:54:03.593" v="1206" actId="20577"/>
          <ac:spMkLst>
            <pc:docMk/>
            <pc:sldMk cId="1928597476" sldId="296"/>
            <ac:spMk id="17" creationId="{FE7F5EB6-61CA-7CE9-C13E-FDEAE4E51204}"/>
          </ac:spMkLst>
        </pc:spChg>
        <pc:spChg chg="mod">
          <ac:chgData name="Dragan Javorac" userId="913c2858-fb97-4c6e-a42c-b1f1a16b225e" providerId="ADAL" clId="{764F2CD0-4B6D-4AFD-9047-446129134199}" dt="2023-06-06T12:55:28.128" v="1254" actId="1076"/>
          <ac:spMkLst>
            <pc:docMk/>
            <pc:sldMk cId="1928597476" sldId="296"/>
            <ac:spMk id="18" creationId="{A1716269-E049-AD69-91C8-3EA0BF6217C8}"/>
          </ac:spMkLst>
        </pc:spChg>
        <pc:spChg chg="mod">
          <ac:chgData name="Dragan Javorac" userId="913c2858-fb97-4c6e-a42c-b1f1a16b225e" providerId="ADAL" clId="{764F2CD0-4B6D-4AFD-9047-446129134199}" dt="2023-06-06T12:54:22.336" v="1229" actId="20577"/>
          <ac:spMkLst>
            <pc:docMk/>
            <pc:sldMk cId="1928597476" sldId="296"/>
            <ac:spMk id="19" creationId="{A90ECA2E-943F-7476-FC00-BF1070C56632}"/>
          </ac:spMkLst>
        </pc:spChg>
        <pc:spChg chg="mod">
          <ac:chgData name="Dragan Javorac" userId="913c2858-fb97-4c6e-a42c-b1f1a16b225e" providerId="ADAL" clId="{764F2CD0-4B6D-4AFD-9047-446129134199}" dt="2023-06-06T13:01:37.172" v="1430" actId="20577"/>
          <ac:spMkLst>
            <pc:docMk/>
            <pc:sldMk cId="1928597476" sldId="296"/>
            <ac:spMk id="20" creationId="{64A1977C-5E7A-AAD4-6178-79434F9C154A}"/>
          </ac:spMkLst>
        </pc:spChg>
        <pc:grpChg chg="add mod">
          <ac:chgData name="Dragan Javorac" userId="913c2858-fb97-4c6e-a42c-b1f1a16b225e" providerId="ADAL" clId="{764F2CD0-4B6D-4AFD-9047-446129134199}" dt="2023-06-06T12:55:59.485" v="1306" actId="1076"/>
          <ac:grpSpMkLst>
            <pc:docMk/>
            <pc:sldMk cId="1928597476" sldId="296"/>
            <ac:grpSpMk id="11" creationId="{FC54A777-5329-BC2B-9CFE-16AC57A51D39}"/>
          </ac:grpSpMkLst>
        </pc:grpChg>
        <pc:grpChg chg="add mod">
          <ac:chgData name="Dragan Javorac" userId="913c2858-fb97-4c6e-a42c-b1f1a16b225e" providerId="ADAL" clId="{764F2CD0-4B6D-4AFD-9047-446129134199}" dt="2023-06-06T12:55:59.485" v="1306" actId="1076"/>
          <ac:grpSpMkLst>
            <pc:docMk/>
            <pc:sldMk cId="1928597476" sldId="296"/>
            <ac:grpSpMk id="12" creationId="{D27EC7E4-0898-2F11-C286-7FBBCFF1AEF9}"/>
          </ac:grpSpMkLst>
        </pc:grpChg>
        <pc:grpChg chg="add mod">
          <ac:chgData name="Dragan Javorac" userId="913c2858-fb97-4c6e-a42c-b1f1a16b225e" providerId="ADAL" clId="{764F2CD0-4B6D-4AFD-9047-446129134199}" dt="2023-06-06T12:56:03.669" v="1307" actId="1076"/>
          <ac:grpSpMkLst>
            <pc:docMk/>
            <pc:sldMk cId="1928597476" sldId="296"/>
            <ac:grpSpMk id="13" creationId="{901ED2F9-6A32-878C-DF1C-EC0CC2E84D56}"/>
          </ac:grpSpMkLst>
        </pc:grpChg>
        <pc:grpChg chg="add mod">
          <ac:chgData name="Dragan Javorac" userId="913c2858-fb97-4c6e-a42c-b1f1a16b225e" providerId="ADAL" clId="{764F2CD0-4B6D-4AFD-9047-446129134199}" dt="2023-06-06T12:56:03.669" v="1307" actId="1076"/>
          <ac:grpSpMkLst>
            <pc:docMk/>
            <pc:sldMk cId="1928597476" sldId="296"/>
            <ac:grpSpMk id="14" creationId="{632B6B3E-0FDC-3E24-6790-41BDBC8FA09D}"/>
          </ac:grpSpMkLst>
        </pc:grpChg>
        <pc:picChg chg="del">
          <ac:chgData name="Dragan Javorac" userId="913c2858-fb97-4c6e-a42c-b1f1a16b225e" providerId="ADAL" clId="{764F2CD0-4B6D-4AFD-9047-446129134199}" dt="2023-06-06T12:53:25.534" v="1187" actId="478"/>
          <ac:picMkLst>
            <pc:docMk/>
            <pc:sldMk cId="1928597476" sldId="296"/>
            <ac:picMk id="5" creationId="{3399A2A5-88CE-7DB4-F1B0-8A5E66E32837}"/>
          </ac:picMkLst>
        </pc:picChg>
        <pc:picChg chg="add mod modCrop">
          <ac:chgData name="Dragan Javorac" userId="913c2858-fb97-4c6e-a42c-b1f1a16b225e" providerId="ADAL" clId="{764F2CD0-4B6D-4AFD-9047-446129134199}" dt="2023-06-06T12:56:16.591" v="1310" actId="732"/>
          <ac:picMkLst>
            <pc:docMk/>
            <pc:sldMk cId="1928597476" sldId="296"/>
            <ac:picMk id="10" creationId="{903E29D2-426F-78D9-EF80-4A3381210D4D}"/>
          </ac:picMkLst>
        </pc:picChg>
        <pc:picChg chg="add mod modCrop">
          <ac:chgData name="Dragan Javorac" userId="913c2858-fb97-4c6e-a42c-b1f1a16b225e" providerId="ADAL" clId="{764F2CD0-4B6D-4AFD-9047-446129134199}" dt="2023-06-06T12:56:25.490" v="1312" actId="1076"/>
          <ac:picMkLst>
            <pc:docMk/>
            <pc:sldMk cId="1928597476" sldId="296"/>
            <ac:picMk id="26" creationId="{F0D57F6D-CBD4-9635-7090-E0D3A20A1C9B}"/>
          </ac:picMkLst>
        </pc:picChg>
        <pc:cxnChg chg="mod">
          <ac:chgData name="Dragan Javorac" userId="913c2858-fb97-4c6e-a42c-b1f1a16b225e" providerId="ADAL" clId="{764F2CD0-4B6D-4AFD-9047-446129134199}" dt="2023-06-06T12:55:59.485" v="1306" actId="1076"/>
          <ac:cxnSpMkLst>
            <pc:docMk/>
            <pc:sldMk cId="1928597476" sldId="296"/>
            <ac:cxnSpMk id="8" creationId="{0EFD97F1-E55D-43F1-27D5-CB439F648497}"/>
          </ac:cxnSpMkLst>
        </pc:cxnChg>
        <pc:cxnChg chg="del mod">
          <ac:chgData name="Dragan Javorac" userId="913c2858-fb97-4c6e-a42c-b1f1a16b225e" providerId="ADAL" clId="{764F2CD0-4B6D-4AFD-9047-446129134199}" dt="2023-06-06T12:55:11.812" v="1251" actId="478"/>
          <ac:cxnSpMkLst>
            <pc:docMk/>
            <pc:sldMk cId="1928597476" sldId="296"/>
            <ac:cxnSpMk id="9" creationId="{4EC862D3-1FE4-5283-D2A2-2B3ABE8C3E3A}"/>
          </ac:cxnSpMkLst>
        </pc:cxnChg>
        <pc:cxnChg chg="add mod">
          <ac:chgData name="Dragan Javorac" userId="913c2858-fb97-4c6e-a42c-b1f1a16b225e" providerId="ADAL" clId="{764F2CD0-4B6D-4AFD-9047-446129134199}" dt="2023-06-06T12:56:03.669" v="1307" actId="1076"/>
          <ac:cxnSpMkLst>
            <pc:docMk/>
            <pc:sldMk cId="1928597476" sldId="296"/>
            <ac:cxnSpMk id="22" creationId="{0E5B6F8E-2C90-6108-5A78-AA1917DB9D55}"/>
          </ac:cxnSpMkLst>
        </pc:cxnChg>
      </pc:sldChg>
      <pc:sldChg chg="delSp modSp add mod">
        <pc:chgData name="Dragan Javorac" userId="913c2858-fb97-4c6e-a42c-b1f1a16b225e" providerId="ADAL" clId="{764F2CD0-4B6D-4AFD-9047-446129134199}" dt="2023-06-06T13:01:42.180" v="1436" actId="20577"/>
        <pc:sldMkLst>
          <pc:docMk/>
          <pc:sldMk cId="864077527" sldId="297"/>
        </pc:sldMkLst>
        <pc:spChg chg="mod">
          <ac:chgData name="Dragan Javorac" userId="913c2858-fb97-4c6e-a42c-b1f1a16b225e" providerId="ADAL" clId="{764F2CD0-4B6D-4AFD-9047-446129134199}" dt="2023-06-06T12:55:46.679" v="1302" actId="20577"/>
          <ac:spMkLst>
            <pc:docMk/>
            <pc:sldMk cId="864077527" sldId="297"/>
            <ac:spMk id="3" creationId="{9C1B0ED0-FD23-4DF4-8487-56E64A4517DA}"/>
          </ac:spMkLst>
        </pc:spChg>
        <pc:spChg chg="mod">
          <ac:chgData name="Dragan Javorac" userId="913c2858-fb97-4c6e-a42c-b1f1a16b225e" providerId="ADAL" clId="{764F2CD0-4B6D-4AFD-9047-446129134199}" dt="2023-06-06T13:01:39.910" v="1433" actId="20577"/>
          <ac:spMkLst>
            <pc:docMk/>
            <pc:sldMk cId="864077527" sldId="297"/>
            <ac:spMk id="15" creationId="{80A7ECFE-16DA-EE07-264B-FFBBB346E9E7}"/>
          </ac:spMkLst>
        </pc:spChg>
        <pc:spChg chg="mod">
          <ac:chgData name="Dragan Javorac" userId="913c2858-fb97-4c6e-a42c-b1f1a16b225e" providerId="ADAL" clId="{764F2CD0-4B6D-4AFD-9047-446129134199}" dt="2023-06-06T13:01:42.180" v="1436" actId="20577"/>
          <ac:spMkLst>
            <pc:docMk/>
            <pc:sldMk cId="864077527" sldId="297"/>
            <ac:spMk id="20" creationId="{64A1977C-5E7A-AAD4-6178-79434F9C154A}"/>
          </ac:spMkLst>
        </pc:spChg>
        <pc:cxnChg chg="del mod">
          <ac:chgData name="Dragan Javorac" userId="913c2858-fb97-4c6e-a42c-b1f1a16b225e" providerId="ADAL" clId="{764F2CD0-4B6D-4AFD-9047-446129134199}" dt="2023-06-06T12:55:31.566" v="1255" actId="478"/>
          <ac:cxnSpMkLst>
            <pc:docMk/>
            <pc:sldMk cId="864077527" sldId="297"/>
            <ac:cxnSpMk id="9" creationId="{4EC862D3-1FE4-5283-D2A2-2B3ABE8C3E3A}"/>
          </ac:cxnSpMkLst>
        </pc:cxnChg>
      </pc:sldChg>
      <pc:sldChg chg="addSp delSp modSp add mod">
        <pc:chgData name="Dragan Javorac" userId="913c2858-fb97-4c6e-a42c-b1f1a16b225e" providerId="ADAL" clId="{764F2CD0-4B6D-4AFD-9047-446129134199}" dt="2023-06-06T13:02:11.281" v="1466" actId="14100"/>
        <pc:sldMkLst>
          <pc:docMk/>
          <pc:sldMk cId="2588257906" sldId="298"/>
        </pc:sldMkLst>
        <pc:spChg chg="mod">
          <ac:chgData name="Dragan Javorac" userId="913c2858-fb97-4c6e-a42c-b1f1a16b225e" providerId="ADAL" clId="{764F2CD0-4B6D-4AFD-9047-446129134199}" dt="2023-06-06T12:59:30.357" v="1351" actId="20577"/>
          <ac:spMkLst>
            <pc:docMk/>
            <pc:sldMk cId="2588257906" sldId="298"/>
            <ac:spMk id="2" creationId="{F3046ACF-677C-4C47-B097-C82DB9EF99F7}"/>
          </ac:spMkLst>
        </pc:spChg>
        <pc:spChg chg="del mod">
          <ac:chgData name="Dragan Javorac" userId="913c2858-fb97-4c6e-a42c-b1f1a16b225e" providerId="ADAL" clId="{764F2CD0-4B6D-4AFD-9047-446129134199}" dt="2023-06-06T12:59:28.069" v="1343" actId="478"/>
          <ac:spMkLst>
            <pc:docMk/>
            <pc:sldMk cId="2588257906" sldId="298"/>
            <ac:spMk id="3" creationId="{9C1B0ED0-FD23-4DF4-8487-56E64A4517DA}"/>
          </ac:spMkLst>
        </pc:spChg>
        <pc:spChg chg="mod">
          <ac:chgData name="Dragan Javorac" userId="913c2858-fb97-4c6e-a42c-b1f1a16b225e" providerId="ADAL" clId="{764F2CD0-4B6D-4AFD-9047-446129134199}" dt="2023-06-06T12:59:36.229" v="1354" actId="164"/>
          <ac:spMkLst>
            <pc:docMk/>
            <pc:sldMk cId="2588257906" sldId="298"/>
            <ac:spMk id="4" creationId="{30CA0B79-15FD-29FB-28CF-A0A982FC3E0B}"/>
          </ac:spMkLst>
        </pc:spChg>
        <pc:spChg chg="mod ord">
          <ac:chgData name="Dragan Javorac" userId="913c2858-fb97-4c6e-a42c-b1f1a16b225e" providerId="ADAL" clId="{764F2CD0-4B6D-4AFD-9047-446129134199}" dt="2023-06-06T13:00:11.796" v="1377" actId="164"/>
          <ac:spMkLst>
            <pc:docMk/>
            <pc:sldMk cId="2588257906" sldId="298"/>
            <ac:spMk id="6" creationId="{E4D17932-FDF6-28B2-2720-B8A52609FA16}"/>
          </ac:spMkLst>
        </pc:spChg>
        <pc:spChg chg="mod">
          <ac:chgData name="Dragan Javorac" userId="913c2858-fb97-4c6e-a42c-b1f1a16b225e" providerId="ADAL" clId="{764F2CD0-4B6D-4AFD-9047-446129134199}" dt="2023-06-06T12:59:50.025" v="1360" actId="1076"/>
          <ac:spMkLst>
            <pc:docMk/>
            <pc:sldMk cId="2588257906" sldId="298"/>
            <ac:spMk id="7" creationId="{CF89C5F3-486A-3653-1863-54D798C7A953}"/>
          </ac:spMkLst>
        </pc:spChg>
        <pc:spChg chg="mod">
          <ac:chgData name="Dragan Javorac" userId="913c2858-fb97-4c6e-a42c-b1f1a16b225e" providerId="ADAL" clId="{764F2CD0-4B6D-4AFD-9047-446129134199}" dt="2023-06-06T12:59:17.980" v="1339"/>
          <ac:spMkLst>
            <pc:docMk/>
            <pc:sldMk cId="2588257906" sldId="298"/>
            <ac:spMk id="9" creationId="{73C4FBCA-0E9D-B6BB-52C7-1682FB29800C}"/>
          </ac:spMkLst>
        </pc:spChg>
        <pc:spChg chg="del">
          <ac:chgData name="Dragan Javorac" userId="913c2858-fb97-4c6e-a42c-b1f1a16b225e" providerId="ADAL" clId="{764F2CD0-4B6D-4AFD-9047-446129134199}" dt="2023-06-06T12:59:25.572" v="1341" actId="478"/>
          <ac:spMkLst>
            <pc:docMk/>
            <pc:sldMk cId="2588257906" sldId="298"/>
            <ac:spMk id="11" creationId="{51B68EC0-9807-6ADF-C622-08DF50CF66BA}"/>
          </ac:spMkLst>
        </pc:spChg>
        <pc:spChg chg="mod">
          <ac:chgData name="Dragan Javorac" userId="913c2858-fb97-4c6e-a42c-b1f1a16b225e" providerId="ADAL" clId="{764F2CD0-4B6D-4AFD-9047-446129134199}" dt="2023-06-06T12:59:17.980" v="1339"/>
          <ac:spMkLst>
            <pc:docMk/>
            <pc:sldMk cId="2588257906" sldId="298"/>
            <ac:spMk id="12" creationId="{AE387915-A077-B460-E5BC-402F48459FD1}"/>
          </ac:spMkLst>
        </pc:spChg>
        <pc:spChg chg="mod">
          <ac:chgData name="Dragan Javorac" userId="913c2858-fb97-4c6e-a42c-b1f1a16b225e" providerId="ADAL" clId="{764F2CD0-4B6D-4AFD-9047-446129134199}" dt="2023-06-06T12:59:17.980" v="1339"/>
          <ac:spMkLst>
            <pc:docMk/>
            <pc:sldMk cId="2588257906" sldId="298"/>
            <ac:spMk id="13" creationId="{7A7E0482-191A-FF8A-8643-07DFF79239EC}"/>
          </ac:spMkLst>
        </pc:spChg>
        <pc:spChg chg="mod">
          <ac:chgData name="Dragan Javorac" userId="913c2858-fb97-4c6e-a42c-b1f1a16b225e" providerId="ADAL" clId="{764F2CD0-4B6D-4AFD-9047-446129134199}" dt="2023-06-06T12:59:36.229" v="1354" actId="164"/>
          <ac:spMkLst>
            <pc:docMk/>
            <pc:sldMk cId="2588257906" sldId="298"/>
            <ac:spMk id="16" creationId="{9C575AF4-E944-5F24-7A50-5CF8F54692E5}"/>
          </ac:spMkLst>
        </pc:spChg>
        <pc:spChg chg="mod ord">
          <ac:chgData name="Dragan Javorac" userId="913c2858-fb97-4c6e-a42c-b1f1a16b225e" providerId="ADAL" clId="{764F2CD0-4B6D-4AFD-9047-446129134199}" dt="2023-06-06T13:01:16.386" v="1412" actId="20577"/>
          <ac:spMkLst>
            <pc:docMk/>
            <pc:sldMk cId="2588257906" sldId="298"/>
            <ac:spMk id="19" creationId="{B3D3673F-2F67-EB7A-936C-1B91376B008B}"/>
          </ac:spMkLst>
        </pc:spChg>
        <pc:spChg chg="mod">
          <ac:chgData name="Dragan Javorac" userId="913c2858-fb97-4c6e-a42c-b1f1a16b225e" providerId="ADAL" clId="{764F2CD0-4B6D-4AFD-9047-446129134199}" dt="2023-06-06T13:01:08.510" v="1402" actId="20577"/>
          <ac:spMkLst>
            <pc:docMk/>
            <pc:sldMk cId="2588257906" sldId="298"/>
            <ac:spMk id="25" creationId="{30A057E6-730C-5B23-AB36-BD8BD122C4F1}"/>
          </ac:spMkLst>
        </pc:spChg>
        <pc:spChg chg="mod">
          <ac:chgData name="Dragan Javorac" userId="913c2858-fb97-4c6e-a42c-b1f1a16b225e" providerId="ADAL" clId="{764F2CD0-4B6D-4AFD-9047-446129134199}" dt="2023-06-06T13:01:14.491" v="1409" actId="20577"/>
          <ac:spMkLst>
            <pc:docMk/>
            <pc:sldMk cId="2588257906" sldId="298"/>
            <ac:spMk id="26" creationId="{CAE4F353-8911-1E5F-3AC5-A1F20230C943}"/>
          </ac:spMkLst>
        </pc:spChg>
        <pc:spChg chg="mod">
          <ac:chgData name="Dragan Javorac" userId="913c2858-fb97-4c6e-a42c-b1f1a16b225e" providerId="ADAL" clId="{764F2CD0-4B6D-4AFD-9047-446129134199}" dt="2023-06-06T13:01:10.540" v="1403" actId="20577"/>
          <ac:spMkLst>
            <pc:docMk/>
            <pc:sldMk cId="2588257906" sldId="298"/>
            <ac:spMk id="28" creationId="{2D63F479-AEDE-2F91-0916-07EA4C2512F8}"/>
          </ac:spMkLst>
        </pc:spChg>
        <pc:spChg chg="mod">
          <ac:chgData name="Dragan Javorac" userId="913c2858-fb97-4c6e-a42c-b1f1a16b225e" providerId="ADAL" clId="{764F2CD0-4B6D-4AFD-9047-446129134199}" dt="2023-06-06T13:01:11.931" v="1406" actId="20577"/>
          <ac:spMkLst>
            <pc:docMk/>
            <pc:sldMk cId="2588257906" sldId="298"/>
            <ac:spMk id="29" creationId="{FD1288C8-3A6E-17CE-7164-A8D496C971FF}"/>
          </ac:spMkLst>
        </pc:spChg>
        <pc:grpChg chg="add mod">
          <ac:chgData name="Dragan Javorac" userId="913c2858-fb97-4c6e-a42c-b1f1a16b225e" providerId="ADAL" clId="{764F2CD0-4B6D-4AFD-9047-446129134199}" dt="2023-06-06T12:59:52.073" v="1361" actId="1076"/>
          <ac:grpSpMkLst>
            <pc:docMk/>
            <pc:sldMk cId="2588257906" sldId="298"/>
            <ac:grpSpMk id="5" creationId="{23DA5A59-2307-0513-BB9D-470B90A89C9A}"/>
          </ac:grpSpMkLst>
        </pc:grpChg>
        <pc:grpChg chg="add mod">
          <ac:chgData name="Dragan Javorac" userId="913c2858-fb97-4c6e-a42c-b1f1a16b225e" providerId="ADAL" clId="{764F2CD0-4B6D-4AFD-9047-446129134199}" dt="2023-06-06T13:00:15.713" v="1380" actId="1076"/>
          <ac:grpSpMkLst>
            <pc:docMk/>
            <pc:sldMk cId="2588257906" sldId="298"/>
            <ac:grpSpMk id="10" creationId="{E82DB568-F32E-AB97-DA9F-CBBC115CA94C}"/>
          </ac:grpSpMkLst>
        </pc:grpChg>
        <pc:grpChg chg="add mod">
          <ac:chgData name="Dragan Javorac" userId="913c2858-fb97-4c6e-a42c-b1f1a16b225e" providerId="ADAL" clId="{764F2CD0-4B6D-4AFD-9047-446129134199}" dt="2023-06-06T13:00:17.129" v="1381" actId="1076"/>
          <ac:grpSpMkLst>
            <pc:docMk/>
            <pc:sldMk cId="2588257906" sldId="298"/>
            <ac:grpSpMk id="17" creationId="{AE3A5FDB-BB46-B059-113F-3F3EAE4665EC}"/>
          </ac:grpSpMkLst>
        </pc:grpChg>
        <pc:grpChg chg="add mod">
          <ac:chgData name="Dragan Javorac" userId="913c2858-fb97-4c6e-a42c-b1f1a16b225e" providerId="ADAL" clId="{764F2CD0-4B6D-4AFD-9047-446129134199}" dt="2023-06-06T13:01:59.265" v="1460" actId="1036"/>
          <ac:grpSpMkLst>
            <pc:docMk/>
            <pc:sldMk cId="2588257906" sldId="298"/>
            <ac:grpSpMk id="23" creationId="{2110C0AE-4D90-CF9D-98CD-C94395B3788D}"/>
          </ac:grpSpMkLst>
        </pc:grpChg>
        <pc:grpChg chg="add mod">
          <ac:chgData name="Dragan Javorac" userId="913c2858-fb97-4c6e-a42c-b1f1a16b225e" providerId="ADAL" clId="{764F2CD0-4B6D-4AFD-9047-446129134199}" dt="2023-06-06T13:01:59.265" v="1460" actId="1036"/>
          <ac:grpSpMkLst>
            <pc:docMk/>
            <pc:sldMk cId="2588257906" sldId="298"/>
            <ac:grpSpMk id="24" creationId="{977692E6-085C-7132-08B5-712B86201FA2}"/>
          </ac:grpSpMkLst>
        </pc:grpChg>
        <pc:grpChg chg="add mod">
          <ac:chgData name="Dragan Javorac" userId="913c2858-fb97-4c6e-a42c-b1f1a16b225e" providerId="ADAL" clId="{764F2CD0-4B6D-4AFD-9047-446129134199}" dt="2023-06-06T13:01:59.265" v="1460" actId="1036"/>
          <ac:grpSpMkLst>
            <pc:docMk/>
            <pc:sldMk cId="2588257906" sldId="298"/>
            <ac:grpSpMk id="27" creationId="{91EF00B9-7728-E8EE-59D0-C200C7796A79}"/>
          </ac:grpSpMkLst>
        </pc:grpChg>
        <pc:picChg chg="add mod">
          <ac:chgData name="Dragan Javorac" userId="913c2858-fb97-4c6e-a42c-b1f1a16b225e" providerId="ADAL" clId="{764F2CD0-4B6D-4AFD-9047-446129134199}" dt="2023-06-06T13:02:07.061" v="1464" actId="14100"/>
          <ac:picMkLst>
            <pc:docMk/>
            <pc:sldMk cId="2588257906" sldId="298"/>
            <ac:picMk id="32" creationId="{AFF3434C-4B2D-EF50-9403-F736BA511B27}"/>
          </ac:picMkLst>
        </pc:picChg>
        <pc:cxnChg chg="mod">
          <ac:chgData name="Dragan Javorac" userId="913c2858-fb97-4c6e-a42c-b1f1a16b225e" providerId="ADAL" clId="{764F2CD0-4B6D-4AFD-9047-446129134199}" dt="2023-06-06T13:01:59.265" v="1460" actId="1036"/>
          <ac:cxnSpMkLst>
            <pc:docMk/>
            <pc:sldMk cId="2588257906" sldId="298"/>
            <ac:cxnSpMk id="8" creationId="{0EFD97F1-E55D-43F1-27D5-CB439F648497}"/>
          </ac:cxnSpMkLst>
        </pc:cxnChg>
        <pc:cxnChg chg="add mod">
          <ac:chgData name="Dragan Javorac" userId="913c2858-fb97-4c6e-a42c-b1f1a16b225e" providerId="ADAL" clId="{764F2CD0-4B6D-4AFD-9047-446129134199}" dt="2023-06-06T13:02:09.201" v="1465" actId="14100"/>
          <ac:cxnSpMkLst>
            <pc:docMk/>
            <pc:sldMk cId="2588257906" sldId="298"/>
            <ac:cxnSpMk id="30" creationId="{41501D61-8811-E233-1579-8976C3DF761B}"/>
          </ac:cxnSpMkLst>
        </pc:cxnChg>
        <pc:cxnChg chg="add mod">
          <ac:chgData name="Dragan Javorac" userId="913c2858-fb97-4c6e-a42c-b1f1a16b225e" providerId="ADAL" clId="{764F2CD0-4B6D-4AFD-9047-446129134199}" dt="2023-06-06T13:02:11.281" v="1466" actId="14100"/>
          <ac:cxnSpMkLst>
            <pc:docMk/>
            <pc:sldMk cId="2588257906" sldId="298"/>
            <ac:cxnSpMk id="31" creationId="{48895A30-CC5F-EECA-A680-163E4E7FC95B}"/>
          </ac:cxnSpMkLst>
        </pc:cxnChg>
      </pc:sldChg>
      <pc:sldChg chg="add del">
        <pc:chgData name="Dragan Javorac" userId="913c2858-fb97-4c6e-a42c-b1f1a16b225e" providerId="ADAL" clId="{764F2CD0-4B6D-4AFD-9047-446129134199}" dt="2023-06-06T13:10:00.353" v="1503" actId="47"/>
        <pc:sldMkLst>
          <pc:docMk/>
          <pc:sldMk cId="434741094" sldId="299"/>
        </pc:sldMkLst>
      </pc:sldChg>
    </pc:docChg>
  </pc:docChgLst>
  <pc:docChgLst>
    <pc:chgData name="Dragan Javorac" userId="913c2858-fb97-4c6e-a42c-b1f1a16b225e" providerId="ADAL" clId="{60FD26E7-5DE1-4B4A-A830-D724793D68AC}"/>
    <pc:docChg chg="undo custSel addSld delSld modSld sldOrd">
      <pc:chgData name="Dragan Javorac" userId="913c2858-fb97-4c6e-a42c-b1f1a16b225e" providerId="ADAL" clId="{60FD26E7-5DE1-4B4A-A830-D724793D68AC}" dt="2022-05-17T09:32:56.924" v="2011" actId="313"/>
      <pc:docMkLst>
        <pc:docMk/>
      </pc:docMkLst>
      <pc:sldChg chg="modSp mod">
        <pc:chgData name="Dragan Javorac" userId="913c2858-fb97-4c6e-a42c-b1f1a16b225e" providerId="ADAL" clId="{60FD26E7-5DE1-4B4A-A830-D724793D68AC}" dt="2022-05-17T09:32:25.158" v="2010" actId="20577"/>
        <pc:sldMkLst>
          <pc:docMk/>
          <pc:sldMk cId="267494202" sldId="260"/>
        </pc:sldMkLst>
        <pc:spChg chg="mod">
          <ac:chgData name="Dragan Javorac" userId="913c2858-fb97-4c6e-a42c-b1f1a16b225e" providerId="ADAL" clId="{60FD26E7-5DE1-4B4A-A830-D724793D68AC}" dt="2022-05-15T06:51:15.991" v="832" actId="6549"/>
          <ac:spMkLst>
            <pc:docMk/>
            <pc:sldMk cId="267494202" sldId="260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7T09:32:25.158" v="2010" actId="20577"/>
          <ac:spMkLst>
            <pc:docMk/>
            <pc:sldMk cId="267494202" sldId="260"/>
            <ac:spMk id="3" creationId="{9C1B0ED0-FD23-4DF4-8487-56E64A4517DA}"/>
          </ac:spMkLst>
        </pc:spChg>
      </pc:sldChg>
      <pc:sldChg chg="addSp delSp modSp mod">
        <pc:chgData name="Dragan Javorac" userId="913c2858-fb97-4c6e-a42c-b1f1a16b225e" providerId="ADAL" clId="{60FD26E7-5DE1-4B4A-A830-D724793D68AC}" dt="2022-05-12T11:48:26.912" v="391" actId="478"/>
        <pc:sldMkLst>
          <pc:docMk/>
          <pc:sldMk cId="678353431" sldId="265"/>
        </pc:sldMkLst>
        <pc:spChg chg="mod">
          <ac:chgData name="Dragan Javorac" userId="913c2858-fb97-4c6e-a42c-b1f1a16b225e" providerId="ADAL" clId="{60FD26E7-5DE1-4B4A-A830-D724793D68AC}" dt="2022-05-12T11:44:39.802" v="0" actId="20577"/>
          <ac:spMkLst>
            <pc:docMk/>
            <pc:sldMk cId="678353431" sldId="26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2T11:45:07.439" v="119" actId="20577"/>
          <ac:spMkLst>
            <pc:docMk/>
            <pc:sldMk cId="678353431" sldId="265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2T11:45:18.022" v="132" actId="478"/>
          <ac:picMkLst>
            <pc:docMk/>
            <pc:sldMk cId="678353431" sldId="265"/>
            <ac:picMk id="5" creationId="{9217EF02-164C-6A9C-1FA4-A03B40835D25}"/>
          </ac:picMkLst>
        </pc:picChg>
        <pc:picChg chg="add del mod">
          <ac:chgData name="Dragan Javorac" userId="913c2858-fb97-4c6e-a42c-b1f1a16b225e" providerId="ADAL" clId="{60FD26E7-5DE1-4B4A-A830-D724793D68AC}" dt="2022-05-12T11:48:26.912" v="391" actId="478"/>
          <ac:picMkLst>
            <pc:docMk/>
            <pc:sldMk cId="678353431" sldId="265"/>
            <ac:picMk id="6" creationId="{45E1EE70-173C-5B1A-4729-C6743FA89DFB}"/>
          </ac:picMkLst>
        </pc:picChg>
        <pc:picChg chg="add mod">
          <ac:chgData name="Dragan Javorac" userId="913c2858-fb97-4c6e-a42c-b1f1a16b225e" providerId="ADAL" clId="{60FD26E7-5DE1-4B4A-A830-D724793D68AC}" dt="2022-05-12T11:48:24.270" v="389" actId="1076"/>
          <ac:picMkLst>
            <pc:docMk/>
            <pc:sldMk cId="678353431" sldId="265"/>
            <ac:picMk id="7" creationId="{E7BC6891-AFE5-919B-0CB7-18AA2C0EB3CC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2010496712" sldId="267"/>
        </pc:sldMkLst>
      </pc:sldChg>
      <pc:sldChg chg="addSp delSp modSp mod">
        <pc:chgData name="Dragan Javorac" userId="913c2858-fb97-4c6e-a42c-b1f1a16b225e" providerId="ADAL" clId="{60FD26E7-5DE1-4B4A-A830-D724793D68AC}" dt="2022-05-12T11:48:40.387" v="394" actId="1076"/>
        <pc:sldMkLst>
          <pc:docMk/>
          <pc:sldMk cId="384059242" sldId="270"/>
        </pc:sldMkLst>
        <pc:spChg chg="mod">
          <ac:chgData name="Dragan Javorac" userId="913c2858-fb97-4c6e-a42c-b1f1a16b225e" providerId="ADAL" clId="{60FD26E7-5DE1-4B4A-A830-D724793D68AC}" dt="2022-05-12T11:46:32.020" v="385" actId="20577"/>
          <ac:spMkLst>
            <pc:docMk/>
            <pc:sldMk cId="384059242" sldId="270"/>
            <ac:spMk id="3" creationId="{9C1B0ED0-FD23-4DF4-8487-56E64A4517DA}"/>
          </ac:spMkLst>
        </pc:spChg>
        <pc:picChg chg="add del mod">
          <ac:chgData name="Dragan Javorac" userId="913c2858-fb97-4c6e-a42c-b1f1a16b225e" providerId="ADAL" clId="{60FD26E7-5DE1-4B4A-A830-D724793D68AC}" dt="2022-05-12T11:48:29.330" v="392" actId="478"/>
          <ac:picMkLst>
            <pc:docMk/>
            <pc:sldMk cId="384059242" sldId="270"/>
            <ac:picMk id="4" creationId="{428C9801-02B4-E358-996D-A8BEF06AC656}"/>
          </ac:picMkLst>
        </pc:picChg>
        <pc:picChg chg="del">
          <ac:chgData name="Dragan Javorac" userId="913c2858-fb97-4c6e-a42c-b1f1a16b225e" providerId="ADAL" clId="{60FD26E7-5DE1-4B4A-A830-D724793D68AC}" dt="2022-05-12T11:45:16.559" v="131" actId="478"/>
          <ac:picMkLst>
            <pc:docMk/>
            <pc:sldMk cId="384059242" sldId="270"/>
            <ac:picMk id="5" creationId="{E42EB782-AD05-4A92-8CBB-B918CC17AFB0}"/>
          </ac:picMkLst>
        </pc:picChg>
        <pc:picChg chg="add mod">
          <ac:chgData name="Dragan Javorac" userId="913c2858-fb97-4c6e-a42c-b1f1a16b225e" providerId="ADAL" clId="{60FD26E7-5DE1-4B4A-A830-D724793D68AC}" dt="2022-05-12T11:48:40.387" v="394" actId="1076"/>
          <ac:picMkLst>
            <pc:docMk/>
            <pc:sldMk cId="384059242" sldId="270"/>
            <ac:picMk id="6" creationId="{6C4D5AB1-4014-F469-CF47-C1FDA859F46E}"/>
          </ac:picMkLst>
        </pc:picChg>
      </pc:sldChg>
      <pc:sldChg chg="del">
        <pc:chgData name="Dragan Javorac" userId="913c2858-fb97-4c6e-a42c-b1f1a16b225e" providerId="ADAL" clId="{60FD26E7-5DE1-4B4A-A830-D724793D68AC}" dt="2022-05-12T11:50:17.365" v="418" actId="47"/>
        <pc:sldMkLst>
          <pc:docMk/>
          <pc:sldMk cId="4082708953" sldId="271"/>
        </pc:sldMkLst>
      </pc:sldChg>
      <pc:sldChg chg="del">
        <pc:chgData name="Dragan Javorac" userId="913c2858-fb97-4c6e-a42c-b1f1a16b225e" providerId="ADAL" clId="{60FD26E7-5DE1-4B4A-A830-D724793D68AC}" dt="2022-05-12T11:50:21.617" v="419" actId="47"/>
        <pc:sldMkLst>
          <pc:docMk/>
          <pc:sldMk cId="1681488424" sldId="272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586748730" sldId="273"/>
        </pc:sldMkLst>
      </pc:sldChg>
      <pc:sldChg chg="del">
        <pc:chgData name="Dragan Javorac" userId="913c2858-fb97-4c6e-a42c-b1f1a16b225e" providerId="ADAL" clId="{60FD26E7-5DE1-4B4A-A830-D724793D68AC}" dt="2022-05-12T11:50:25.498" v="420" actId="47"/>
        <pc:sldMkLst>
          <pc:docMk/>
          <pc:sldMk cId="3802576021" sldId="274"/>
        </pc:sldMkLst>
      </pc:sldChg>
      <pc:sldChg chg="del">
        <pc:chgData name="Dragan Javorac" userId="913c2858-fb97-4c6e-a42c-b1f1a16b225e" providerId="ADAL" clId="{60FD26E7-5DE1-4B4A-A830-D724793D68AC}" dt="2022-05-12T11:50:27.365" v="421" actId="47"/>
        <pc:sldMkLst>
          <pc:docMk/>
          <pc:sldMk cId="1125492090" sldId="275"/>
        </pc:sldMkLst>
      </pc:sldChg>
      <pc:sldChg chg="addSp delSp modSp add mod">
        <pc:chgData name="Dragan Javorac" userId="913c2858-fb97-4c6e-a42c-b1f1a16b225e" providerId="ADAL" clId="{60FD26E7-5DE1-4B4A-A830-D724793D68AC}" dt="2022-05-12T11:50:07.722" v="417" actId="1076"/>
        <pc:sldMkLst>
          <pc:docMk/>
          <pc:sldMk cId="2739902276" sldId="276"/>
        </pc:sldMkLst>
        <pc:spChg chg="mod">
          <ac:chgData name="Dragan Javorac" userId="913c2858-fb97-4c6e-a42c-b1f1a16b225e" providerId="ADAL" clId="{60FD26E7-5DE1-4B4A-A830-D724793D68AC}" dt="2022-05-12T11:49:03.056" v="414" actId="20577"/>
          <ac:spMkLst>
            <pc:docMk/>
            <pc:sldMk cId="2739902276" sldId="276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2T11:50:07.722" v="417" actId="1076"/>
          <ac:picMkLst>
            <pc:docMk/>
            <pc:sldMk cId="2739902276" sldId="276"/>
            <ac:picMk id="4" creationId="{7BB687DC-B596-5542-76DE-1C65AF01879D}"/>
          </ac:picMkLst>
        </pc:picChg>
        <pc:picChg chg="del">
          <ac:chgData name="Dragan Javorac" userId="913c2858-fb97-4c6e-a42c-b1f1a16b225e" providerId="ADAL" clId="{60FD26E7-5DE1-4B4A-A830-D724793D68AC}" dt="2022-05-12T11:50:06.044" v="416" actId="478"/>
          <ac:picMkLst>
            <pc:docMk/>
            <pc:sldMk cId="2739902276" sldId="276"/>
            <ac:picMk id="6" creationId="{6C4D5AB1-4014-F469-CF47-C1FDA859F46E}"/>
          </ac:picMkLst>
        </pc:picChg>
      </pc:sldChg>
      <pc:sldChg chg="addSp delSp modSp add mod ord">
        <pc:chgData name="Dragan Javorac" userId="913c2858-fb97-4c6e-a42c-b1f1a16b225e" providerId="ADAL" clId="{60FD26E7-5DE1-4B4A-A830-D724793D68AC}" dt="2022-05-15T13:38:46.821" v="1449" actId="27636"/>
        <pc:sldMkLst>
          <pc:docMk/>
          <pc:sldMk cId="1690484953" sldId="277"/>
        </pc:sldMkLst>
        <pc:spChg chg="mod">
          <ac:chgData name="Dragan Javorac" userId="913c2858-fb97-4c6e-a42c-b1f1a16b225e" providerId="ADAL" clId="{60FD26E7-5DE1-4B4A-A830-D724793D68AC}" dt="2022-05-13T08:28:09.599" v="625"/>
          <ac:spMkLst>
            <pc:docMk/>
            <pc:sldMk cId="1690484953" sldId="277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38:46.821" v="1449" actId="27636"/>
          <ac:spMkLst>
            <pc:docMk/>
            <pc:sldMk cId="1690484953" sldId="277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5T13:31:45.757" v="1269" actId="1076"/>
          <ac:picMkLst>
            <pc:docMk/>
            <pc:sldMk cId="1690484953" sldId="277"/>
            <ac:picMk id="5" creationId="{28423A5E-8689-B84C-FAB4-35D82ECE1C0A}"/>
          </ac:picMkLst>
        </pc:picChg>
        <pc:picChg chg="add del mod">
          <ac:chgData name="Dragan Javorac" userId="913c2858-fb97-4c6e-a42c-b1f1a16b225e" providerId="ADAL" clId="{60FD26E7-5DE1-4B4A-A830-D724793D68AC}" dt="2022-05-15T13:31:03.670" v="1264" actId="478"/>
          <ac:picMkLst>
            <pc:docMk/>
            <pc:sldMk cId="1690484953" sldId="277"/>
            <ac:picMk id="6" creationId="{35F90EF2-EF10-81AA-4032-99CF81FFACF7}"/>
          </ac:picMkLst>
        </pc:picChg>
        <pc:picChg chg="del">
          <ac:chgData name="Dragan Javorac" userId="913c2858-fb97-4c6e-a42c-b1f1a16b225e" providerId="ADAL" clId="{60FD26E7-5DE1-4B4A-A830-D724793D68AC}" dt="2022-05-13T08:23:58.396" v="593" actId="478"/>
          <ac:picMkLst>
            <pc:docMk/>
            <pc:sldMk cId="1690484953" sldId="277"/>
            <ac:picMk id="7" creationId="{E7BC6891-AFE5-919B-0CB7-18AA2C0EB3CC}"/>
          </ac:picMkLst>
        </pc:picChg>
        <pc:picChg chg="add mod">
          <ac:chgData name="Dragan Javorac" userId="913c2858-fb97-4c6e-a42c-b1f1a16b225e" providerId="ADAL" clId="{60FD26E7-5DE1-4B4A-A830-D724793D68AC}" dt="2022-05-15T13:31:35.944" v="1267" actId="27614"/>
          <ac:picMkLst>
            <pc:docMk/>
            <pc:sldMk cId="1690484953" sldId="277"/>
            <ac:picMk id="8" creationId="{E46F01A6-D72C-B10D-9555-631A2DAE849B}"/>
          </ac:picMkLst>
        </pc:picChg>
      </pc:sldChg>
      <pc:sldChg chg="modSp add mod">
        <pc:chgData name="Dragan Javorac" userId="913c2858-fb97-4c6e-a42c-b1f1a16b225e" providerId="ADAL" clId="{60FD26E7-5DE1-4B4A-A830-D724793D68AC}" dt="2022-05-17T08:41:43.730" v="1818" actId="27636"/>
        <pc:sldMkLst>
          <pc:docMk/>
          <pc:sldMk cId="2546539525" sldId="278"/>
        </pc:sldMkLst>
        <pc:spChg chg="mod">
          <ac:chgData name="Dragan Javorac" userId="913c2858-fb97-4c6e-a42c-b1f1a16b225e" providerId="ADAL" clId="{60FD26E7-5DE1-4B4A-A830-D724793D68AC}" dt="2022-05-17T08:41:43.730" v="1818" actId="27636"/>
          <ac:spMkLst>
            <pc:docMk/>
            <pc:sldMk cId="2546539525" sldId="278"/>
            <ac:spMk id="3" creationId="{9C1B0ED0-FD23-4DF4-8487-56E64A4517DA}"/>
          </ac:spMkLst>
        </pc:spChg>
      </pc:sldChg>
      <pc:sldChg chg="addSp delSp modSp add mod">
        <pc:chgData name="Dragan Javorac" userId="913c2858-fb97-4c6e-a42c-b1f1a16b225e" providerId="ADAL" clId="{60FD26E7-5DE1-4B4A-A830-D724793D68AC}" dt="2022-05-15T06:52:34.614" v="865" actId="1076"/>
        <pc:sldMkLst>
          <pc:docMk/>
          <pc:sldMk cId="1696777183" sldId="279"/>
        </pc:sldMkLst>
        <pc:spChg chg="mod">
          <ac:chgData name="Dragan Javorac" userId="913c2858-fb97-4c6e-a42c-b1f1a16b225e" providerId="ADAL" clId="{60FD26E7-5DE1-4B4A-A830-D724793D68AC}" dt="2022-05-15T06:52:31.936" v="864"/>
          <ac:spMkLst>
            <pc:docMk/>
            <pc:sldMk cId="1696777183" sldId="279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06:52:30.681" v="863" actId="21"/>
          <ac:spMkLst>
            <pc:docMk/>
            <pc:sldMk cId="1696777183" sldId="279"/>
            <ac:spMk id="3" creationId="{9C1B0ED0-FD23-4DF4-8487-56E64A4517DA}"/>
          </ac:spMkLst>
        </pc:spChg>
        <pc:picChg chg="del">
          <ac:chgData name="Dragan Javorac" userId="913c2858-fb97-4c6e-a42c-b1f1a16b225e" providerId="ADAL" clId="{60FD26E7-5DE1-4B4A-A830-D724793D68AC}" dt="2022-05-15T06:52:27.706" v="862" actId="478"/>
          <ac:picMkLst>
            <pc:docMk/>
            <pc:sldMk cId="1696777183" sldId="279"/>
            <ac:picMk id="5" creationId="{28423A5E-8689-B84C-FAB4-35D82ECE1C0A}"/>
          </ac:picMkLst>
        </pc:picChg>
        <pc:picChg chg="add mod">
          <ac:chgData name="Dragan Javorac" userId="913c2858-fb97-4c6e-a42c-b1f1a16b225e" providerId="ADAL" clId="{60FD26E7-5DE1-4B4A-A830-D724793D68AC}" dt="2022-05-15T06:52:34.614" v="865" actId="1076"/>
          <ac:picMkLst>
            <pc:docMk/>
            <pc:sldMk cId="1696777183" sldId="279"/>
            <ac:picMk id="6" creationId="{7A4AC1AD-C972-4CE7-0737-1438753469B6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17T09:32:56.924" v="2011" actId="313"/>
        <pc:sldMkLst>
          <pc:docMk/>
          <pc:sldMk cId="4018253664" sldId="280"/>
        </pc:sldMkLst>
        <pc:spChg chg="del">
          <ac:chgData name="Dragan Javorac" userId="913c2858-fb97-4c6e-a42c-b1f1a16b225e" providerId="ADAL" clId="{60FD26E7-5DE1-4B4A-A830-D724793D68AC}" dt="2022-05-15T06:53:06.531" v="868"/>
          <ac:spMkLst>
            <pc:docMk/>
            <pc:sldMk cId="4018253664" sldId="280"/>
            <ac:spMk id="3" creationId="{9C1B0ED0-FD23-4DF4-8487-56E64A4517DA}"/>
          </ac:spMkLst>
        </pc:spChg>
        <pc:spChg chg="add mod">
          <ac:chgData name="Dragan Javorac" userId="913c2858-fb97-4c6e-a42c-b1f1a16b225e" providerId="ADAL" clId="{60FD26E7-5DE1-4B4A-A830-D724793D68AC}" dt="2022-05-17T09:32:56.924" v="2011" actId="313"/>
          <ac:spMkLst>
            <pc:docMk/>
            <pc:sldMk cId="4018253664" sldId="280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06:57:28.679" v="871" actId="478"/>
          <ac:picMkLst>
            <pc:docMk/>
            <pc:sldMk cId="4018253664" sldId="280"/>
            <ac:picMk id="5" creationId="{B4B376CF-4A2C-FCF0-5644-EDBDD6A26494}"/>
          </ac:picMkLst>
        </pc:picChg>
        <pc:picChg chg="del">
          <ac:chgData name="Dragan Javorac" userId="913c2858-fb97-4c6e-a42c-b1f1a16b225e" providerId="ADAL" clId="{60FD26E7-5DE1-4B4A-A830-D724793D68AC}" dt="2022-05-15T06:53:06.129" v="867" actId="478"/>
          <ac:picMkLst>
            <pc:docMk/>
            <pc:sldMk cId="4018253664" sldId="280"/>
            <ac:picMk id="6" creationId="{7A4AC1AD-C972-4CE7-0737-1438753469B6}"/>
          </ac:picMkLst>
        </pc:picChg>
        <pc:picChg chg="add mod">
          <ac:chgData name="Dragan Javorac" userId="913c2858-fb97-4c6e-a42c-b1f1a16b225e" providerId="ADAL" clId="{60FD26E7-5DE1-4B4A-A830-D724793D68AC}" dt="2022-05-15T07:01:10.145" v="1182" actId="1076"/>
          <ac:picMkLst>
            <pc:docMk/>
            <pc:sldMk cId="4018253664" sldId="280"/>
            <ac:picMk id="8" creationId="{1241EFE7-38B9-734F-D694-10EE483D3B4A}"/>
          </ac:picMkLst>
        </pc:picChg>
        <pc:picChg chg="add mod">
          <ac:chgData name="Dragan Javorac" userId="913c2858-fb97-4c6e-a42c-b1f1a16b225e" providerId="ADAL" clId="{60FD26E7-5DE1-4B4A-A830-D724793D68AC}" dt="2022-05-15T07:00:37.834" v="1110" actId="1076"/>
          <ac:picMkLst>
            <pc:docMk/>
            <pc:sldMk cId="4018253664" sldId="280"/>
            <ac:picMk id="12" creationId="{94B4A273-5CAF-A6AA-7BED-25BFE99EFE39}"/>
          </ac:picMkLst>
        </pc:picChg>
        <pc:picChg chg="add del mod">
          <ac:chgData name="Dragan Javorac" userId="913c2858-fb97-4c6e-a42c-b1f1a16b225e" providerId="ADAL" clId="{60FD26E7-5DE1-4B4A-A830-D724793D68AC}" dt="2022-05-15T07:00:19.129" v="1104" actId="478"/>
          <ac:picMkLst>
            <pc:docMk/>
            <pc:sldMk cId="4018253664" sldId="280"/>
            <ac:picMk id="14" creationId="{57FCB5AD-CA68-6778-447C-64825D555C3B}"/>
          </ac:picMkLst>
        </pc:picChg>
      </pc:sldChg>
      <pc:sldChg chg="add del">
        <pc:chgData name="Dragan Javorac" userId="913c2858-fb97-4c6e-a42c-b1f1a16b225e" providerId="ADAL" clId="{60FD26E7-5DE1-4B4A-A830-D724793D68AC}" dt="2022-05-15T07:00:25.353" v="1106" actId="2696"/>
        <pc:sldMkLst>
          <pc:docMk/>
          <pc:sldMk cId="2861790622" sldId="281"/>
        </pc:sldMkLst>
      </pc:sldChg>
      <pc:sldChg chg="addSp delSp modSp add mod">
        <pc:chgData name="Dragan Javorac" userId="913c2858-fb97-4c6e-a42c-b1f1a16b225e" providerId="ADAL" clId="{60FD26E7-5DE1-4B4A-A830-D724793D68AC}" dt="2022-05-15T13:39:30.690" v="1452" actId="1076"/>
        <pc:sldMkLst>
          <pc:docMk/>
          <pc:sldMk cId="1200983595" sldId="282"/>
        </pc:sldMkLst>
        <pc:spChg chg="mod">
          <ac:chgData name="Dragan Javorac" userId="913c2858-fb97-4c6e-a42c-b1f1a16b225e" providerId="ADAL" clId="{60FD26E7-5DE1-4B4A-A830-D724793D68AC}" dt="2022-05-15T07:00:12.255" v="1102" actId="20577"/>
          <ac:spMkLst>
            <pc:docMk/>
            <pc:sldMk cId="1200983595" sldId="282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15T13:39:30.690" v="1452" actId="1076"/>
          <ac:picMkLst>
            <pc:docMk/>
            <pc:sldMk cId="1200983595" sldId="282"/>
            <ac:picMk id="4" creationId="{31C5B373-4DD2-FB98-93D2-3CB9A25F5DD9}"/>
          </ac:picMkLst>
        </pc:picChg>
        <pc:picChg chg="del">
          <ac:chgData name="Dragan Javorac" userId="913c2858-fb97-4c6e-a42c-b1f1a16b225e" providerId="ADAL" clId="{60FD26E7-5DE1-4B4A-A830-D724793D68AC}" dt="2022-05-15T06:59:16.606" v="879" actId="478"/>
          <ac:picMkLst>
            <pc:docMk/>
            <pc:sldMk cId="1200983595" sldId="282"/>
            <ac:picMk id="8" creationId="{1241EFE7-38B9-734F-D694-10EE483D3B4A}"/>
          </ac:picMkLst>
        </pc:picChg>
        <pc:picChg chg="del">
          <ac:chgData name="Dragan Javorac" userId="913c2858-fb97-4c6e-a42c-b1f1a16b225e" providerId="ADAL" clId="{60FD26E7-5DE1-4B4A-A830-D724793D68AC}" dt="2022-05-15T06:59:17.539" v="880" actId="478"/>
          <ac:picMkLst>
            <pc:docMk/>
            <pc:sldMk cId="1200983595" sldId="282"/>
            <ac:picMk id="12" creationId="{94B4A273-5CAF-A6AA-7BED-25BFE99EFE39}"/>
          </ac:picMkLst>
        </pc:picChg>
        <pc:picChg chg="del mod">
          <ac:chgData name="Dragan Javorac" userId="913c2858-fb97-4c6e-a42c-b1f1a16b225e" providerId="ADAL" clId="{60FD26E7-5DE1-4B4A-A830-D724793D68AC}" dt="2022-05-15T13:39:28.796" v="1450" actId="478"/>
          <ac:picMkLst>
            <pc:docMk/>
            <pc:sldMk cId="1200983595" sldId="282"/>
            <ac:picMk id="14" creationId="{57FCB5AD-CA68-6778-447C-64825D555C3B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15T13:38:13.403" v="1425" actId="478"/>
        <pc:sldMkLst>
          <pc:docMk/>
          <pc:sldMk cId="2385799803" sldId="283"/>
        </pc:sldMkLst>
        <pc:spChg chg="mod">
          <ac:chgData name="Dragan Javorac" userId="913c2858-fb97-4c6e-a42c-b1f1a16b225e" providerId="ADAL" clId="{60FD26E7-5DE1-4B4A-A830-D724793D68AC}" dt="2022-05-15T13:32:10.176" v="1284" actId="20577"/>
          <ac:spMkLst>
            <pc:docMk/>
            <pc:sldMk cId="2385799803" sldId="283"/>
            <ac:spMk id="2" creationId="{F3046ACF-677C-4C47-B097-C82DB9EF99F7}"/>
          </ac:spMkLst>
        </pc:spChg>
        <pc:spChg chg="add del mod">
          <ac:chgData name="Dragan Javorac" userId="913c2858-fb97-4c6e-a42c-b1f1a16b225e" providerId="ADAL" clId="{60FD26E7-5DE1-4B4A-A830-D724793D68AC}" dt="2022-05-15T13:38:13.403" v="1425" actId="478"/>
          <ac:spMkLst>
            <pc:docMk/>
            <pc:sldMk cId="2385799803" sldId="283"/>
            <ac:spMk id="7" creationId="{760F4800-AF3D-D639-D3F5-F16D31905C0F}"/>
          </ac:spMkLst>
        </pc:spChg>
        <pc:spChg chg="mod">
          <ac:chgData name="Dragan Javorac" userId="913c2858-fb97-4c6e-a42c-b1f1a16b225e" providerId="ADAL" clId="{60FD26E7-5DE1-4B4A-A830-D724793D68AC}" dt="2022-05-15T13:37:48.870" v="1394" actId="14100"/>
          <ac:spMkLst>
            <pc:docMk/>
            <pc:sldMk cId="2385799803" sldId="283"/>
            <ac:spMk id="10" creationId="{FB5033DF-5706-B77A-AC84-571C0415A371}"/>
          </ac:spMkLst>
        </pc:spChg>
        <pc:picChg chg="add mod">
          <ac:chgData name="Dragan Javorac" userId="913c2858-fb97-4c6e-a42c-b1f1a16b225e" providerId="ADAL" clId="{60FD26E7-5DE1-4B4A-A830-D724793D68AC}" dt="2022-05-15T13:36:07.024" v="1330" actId="1076"/>
          <ac:picMkLst>
            <pc:docMk/>
            <pc:sldMk cId="2385799803" sldId="283"/>
            <ac:picMk id="4" creationId="{6A9F01C7-D336-FC20-4664-EC851CB8FDC9}"/>
          </ac:picMkLst>
        </pc:picChg>
        <pc:picChg chg="del">
          <ac:chgData name="Dragan Javorac" userId="913c2858-fb97-4c6e-a42c-b1f1a16b225e" providerId="ADAL" clId="{60FD26E7-5DE1-4B4A-A830-D724793D68AC}" dt="2022-05-15T13:35:29.702" v="1295" actId="478"/>
          <ac:picMkLst>
            <pc:docMk/>
            <pc:sldMk cId="2385799803" sldId="283"/>
            <ac:picMk id="14" creationId="{57FCB5AD-CA68-6778-447C-64825D555C3B}"/>
          </ac:picMkLst>
        </pc:picChg>
      </pc:sldChg>
      <pc:sldChg chg="addSp delSp modSp add mod">
        <pc:chgData name="Dragan Javorac" userId="913c2858-fb97-4c6e-a42c-b1f1a16b225e" providerId="ADAL" clId="{60FD26E7-5DE1-4B4A-A830-D724793D68AC}" dt="2022-05-15T13:36:55.786" v="1358" actId="20577"/>
        <pc:sldMkLst>
          <pc:docMk/>
          <pc:sldMk cId="3652451323" sldId="284"/>
        </pc:sldMkLst>
        <pc:spChg chg="mod">
          <ac:chgData name="Dragan Javorac" userId="913c2858-fb97-4c6e-a42c-b1f1a16b225e" providerId="ADAL" clId="{60FD26E7-5DE1-4B4A-A830-D724793D68AC}" dt="2022-05-15T13:36:55.786" v="1358" actId="20577"/>
          <ac:spMkLst>
            <pc:docMk/>
            <pc:sldMk cId="3652451323" sldId="284"/>
            <ac:spMk id="10" creationId="{FB5033DF-5706-B77A-AC84-571C0415A371}"/>
          </ac:spMkLst>
        </pc:spChg>
        <pc:picChg chg="add del mod">
          <ac:chgData name="Dragan Javorac" userId="913c2858-fb97-4c6e-a42c-b1f1a16b225e" providerId="ADAL" clId="{60FD26E7-5DE1-4B4A-A830-D724793D68AC}" dt="2022-05-15T13:36:45.427" v="1335" actId="478"/>
          <ac:picMkLst>
            <pc:docMk/>
            <pc:sldMk cId="3652451323" sldId="284"/>
            <ac:picMk id="4" creationId="{F897346D-2A05-C5AC-1109-0AC378D3241C}"/>
          </ac:picMkLst>
        </pc:picChg>
        <pc:picChg chg="add mod">
          <ac:chgData name="Dragan Javorac" userId="913c2858-fb97-4c6e-a42c-b1f1a16b225e" providerId="ADAL" clId="{60FD26E7-5DE1-4B4A-A830-D724793D68AC}" dt="2022-05-15T13:36:47.152" v="1336" actId="1076"/>
          <ac:picMkLst>
            <pc:docMk/>
            <pc:sldMk cId="3652451323" sldId="284"/>
            <ac:picMk id="6" creationId="{613BEB38-63F9-DFB3-9A8E-D671594FD49F}"/>
          </ac:picMkLst>
        </pc:picChg>
        <pc:picChg chg="del">
          <ac:chgData name="Dragan Javorac" userId="913c2858-fb97-4c6e-a42c-b1f1a16b225e" providerId="ADAL" clId="{60FD26E7-5DE1-4B4A-A830-D724793D68AC}" dt="2022-05-15T13:36:23.411" v="1331" actId="478"/>
          <ac:picMkLst>
            <pc:docMk/>
            <pc:sldMk cId="3652451323" sldId="284"/>
            <ac:picMk id="14" creationId="{57FCB5AD-CA68-6778-447C-64825D555C3B}"/>
          </ac:picMkLst>
        </pc:picChg>
      </pc:sldChg>
      <pc:sldChg chg="addSp modSp add mod">
        <pc:chgData name="Dragan Javorac" userId="913c2858-fb97-4c6e-a42c-b1f1a16b225e" providerId="ADAL" clId="{60FD26E7-5DE1-4B4A-A830-D724793D68AC}" dt="2022-05-17T09:29:17.844" v="1821" actId="14100"/>
        <pc:sldMkLst>
          <pc:docMk/>
          <pc:sldMk cId="3591907075" sldId="285"/>
        </pc:sldMkLst>
        <pc:spChg chg="mod">
          <ac:chgData name="Dragan Javorac" userId="913c2858-fb97-4c6e-a42c-b1f1a16b225e" providerId="ADAL" clId="{60FD26E7-5DE1-4B4A-A830-D724793D68AC}" dt="2022-05-15T13:40:02.618" v="1479" actId="20577"/>
          <ac:spMkLst>
            <pc:docMk/>
            <pc:sldMk cId="3591907075" sldId="285"/>
            <ac:spMk id="2" creationId="{F3046ACF-677C-4C47-B097-C82DB9EF99F7}"/>
          </ac:spMkLst>
        </pc:spChg>
        <pc:spChg chg="mod">
          <ac:chgData name="Dragan Javorac" userId="913c2858-fb97-4c6e-a42c-b1f1a16b225e" providerId="ADAL" clId="{60FD26E7-5DE1-4B4A-A830-D724793D68AC}" dt="2022-05-15T13:40:10.593" v="1482" actId="27636"/>
          <ac:spMkLst>
            <pc:docMk/>
            <pc:sldMk cId="3591907075" sldId="285"/>
            <ac:spMk id="3" creationId="{9C1B0ED0-FD23-4DF4-8487-56E64A4517DA}"/>
          </ac:spMkLst>
        </pc:spChg>
        <pc:picChg chg="add mod">
          <ac:chgData name="Dragan Javorac" userId="913c2858-fb97-4c6e-a42c-b1f1a16b225e" providerId="ADAL" clId="{60FD26E7-5DE1-4B4A-A830-D724793D68AC}" dt="2022-05-17T09:29:17.844" v="1821" actId="14100"/>
          <ac:picMkLst>
            <pc:docMk/>
            <pc:sldMk cId="3591907075" sldId="285"/>
            <ac:picMk id="4" creationId="{AD12C19C-2DBB-85DC-4846-5F7BD9234F7C}"/>
          </ac:picMkLst>
        </pc:picChg>
      </pc:sldChg>
      <pc:sldChg chg="add">
        <pc:chgData name="Dragan Javorac" userId="913c2858-fb97-4c6e-a42c-b1f1a16b225e" providerId="ADAL" clId="{60FD26E7-5DE1-4B4A-A830-D724793D68AC}" dt="2022-05-15T13:55:47.257" v="1484" actId="2890"/>
        <pc:sldMkLst>
          <pc:docMk/>
          <pc:sldMk cId="3529042682" sldId="28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75983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41130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285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4087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1724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3819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1206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456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3093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87944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096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4">
                <a:lumMod val="75000"/>
              </a:schemeClr>
            </a:gs>
            <a:gs pos="0">
              <a:schemeClr val="accent3">
                <a:lumMod val="50000"/>
              </a:schemeClr>
            </a:gs>
            <a:gs pos="100000">
              <a:schemeClr val="accent5">
                <a:lumMod val="60000"/>
                <a:lumOff val="4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rgbClr val="A5B7D3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18F83-F2D4-46BF-9E5D-FF9439C20B20}" type="datetimeFigureOut">
              <a:rPr lang="nl-NL" smtClean="0"/>
              <a:t>13-6-2024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72C22-2C6B-46D3-8834-2B7C7F55AC27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6648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27A49-3921-4604-B6B2-61568970C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C# Deel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99728-9CFD-4345-B7B5-5B803A05E8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729763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Leerdoel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1174"/>
            <a:ext cx="10942468" cy="4557078"/>
          </a:xfrm>
        </p:spPr>
        <p:txBody>
          <a:bodyPr>
            <a:normAutofit/>
          </a:bodyPr>
          <a:lstStyle/>
          <a:p>
            <a:r>
              <a:rPr lang="nl-NL" noProof="0" dirty="0"/>
              <a:t>Jullie kunnen beredeneren wat er gebeurt als je een reference type aan een </a:t>
            </a:r>
            <a:r>
              <a:rPr lang="nl-NL" noProof="0" dirty="0" err="1"/>
              <a:t>variable</a:t>
            </a:r>
            <a:r>
              <a:rPr lang="nl-NL" noProof="0" dirty="0"/>
              <a:t> met = </a:t>
            </a:r>
            <a:r>
              <a:rPr lang="nl-NL" noProof="0" dirty="0" err="1"/>
              <a:t>assigned</a:t>
            </a:r>
            <a:endParaRPr lang="nl-NL" noProof="0" dirty="0"/>
          </a:p>
          <a:p>
            <a:endParaRPr lang="nl-NL" dirty="0"/>
          </a:p>
          <a:p>
            <a:r>
              <a:rPr lang="nl-NL" dirty="0"/>
              <a:t>Jullie kunnen een beeld vormen en dat op papier zetten van hoe de reference type en de variabel er uitzien in </a:t>
            </a:r>
            <a:r>
              <a:rPr lang="nl-NL"/>
              <a:t>het geheugen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3396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Instance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942468" cy="5286652"/>
          </a:xfrm>
        </p:spPr>
        <p:txBody>
          <a:bodyPr>
            <a:normAutofit/>
          </a:bodyPr>
          <a:lstStyle/>
          <a:p>
            <a:endParaRPr lang="nl-NL" noProof="0" dirty="0"/>
          </a:p>
          <a:p>
            <a:endParaRPr lang="nl-NL" noProof="0" dirty="0"/>
          </a:p>
          <a:p>
            <a:r>
              <a:rPr lang="nl-NL" noProof="0" dirty="0"/>
              <a:t>Wat was een instance ook alweer:</a:t>
            </a:r>
          </a:p>
          <a:p>
            <a:pPr lvl="1"/>
            <a:r>
              <a:rPr lang="nl-NL" dirty="0"/>
              <a:t>1 kopie volgens een blueprint van een class</a:t>
            </a:r>
            <a:endParaRPr lang="nl-NL" noProof="0" dirty="0"/>
          </a:p>
          <a:p>
            <a:pPr lvl="1"/>
            <a:endParaRPr lang="nl-NL" noProof="0" dirty="0"/>
          </a:p>
          <a:p>
            <a:endParaRPr lang="nl-NL" noProof="0" dirty="0"/>
          </a:p>
          <a:p>
            <a:pPr marL="0" indent="0">
              <a:buNone/>
            </a:pP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1287D1-D4AB-9E36-3B9B-2A2FED617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586" y="5051422"/>
            <a:ext cx="4326082" cy="16068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2C5C01-94FA-06DB-2A44-20B6207B3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413658">
            <a:off x="6115536" y="4096098"/>
            <a:ext cx="1765474" cy="9506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FF23AB-53DA-2CEA-AB36-2FDDC04B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2366">
            <a:off x="8427818" y="4092233"/>
            <a:ext cx="1549521" cy="8343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85E673-8850-022E-57E8-B13C18141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44785">
            <a:off x="10425365" y="4119745"/>
            <a:ext cx="1549521" cy="83435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F414A2-A7CC-D29C-870D-73B9CB801B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934" y="4717256"/>
            <a:ext cx="4981575" cy="12001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3142C50-B8D2-1CA0-98BD-FB84464F0F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3618" y="1602155"/>
            <a:ext cx="306705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203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Instance bewaren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942468" cy="4967564"/>
          </a:xfrm>
        </p:spPr>
        <p:txBody>
          <a:bodyPr>
            <a:normAutofit/>
          </a:bodyPr>
          <a:lstStyle/>
          <a:p>
            <a:r>
              <a:rPr lang="nl-NL" noProof="0" dirty="0"/>
              <a:t>In een variabel, van het juiste Type</a:t>
            </a: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2F414A2-A7CC-D29C-870D-73B9CB801B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9715472" cy="234063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C7E0022-9C97-4FDC-5E3D-49ADADE31268}"/>
              </a:ext>
            </a:extLst>
          </p:cNvPr>
          <p:cNvSpPr/>
          <p:nvPr/>
        </p:nvSpPr>
        <p:spPr>
          <a:xfrm>
            <a:off x="2588967" y="2598897"/>
            <a:ext cx="1981200" cy="5826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variablen</a:t>
            </a:r>
            <a:endParaRPr lang="nl-NL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0781806-A695-561A-C2A3-47FD502F884C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3579567" y="3181510"/>
            <a:ext cx="194765" cy="558383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9CBFCD3-4E32-9BE2-2846-D5B71B2C7F50}"/>
              </a:ext>
            </a:extLst>
          </p:cNvPr>
          <p:cNvSpPr/>
          <p:nvPr/>
        </p:nvSpPr>
        <p:spPr>
          <a:xfrm>
            <a:off x="4629266" y="2249071"/>
            <a:ext cx="1981200" cy="58261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Bewaar (</a:t>
            </a:r>
            <a:r>
              <a:rPr lang="nl-NL" dirty="0" err="1"/>
              <a:t>assign</a:t>
            </a:r>
            <a:r>
              <a:rPr lang="nl-NL" dirty="0"/>
              <a:t>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8DB0C8D-D993-B673-6619-72494D9B826B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501668" y="2831684"/>
            <a:ext cx="118198" cy="839548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02912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Wat bewaren we eigenlijk?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2"/>
            <a:ext cx="10942468" cy="4673809"/>
          </a:xfrm>
        </p:spPr>
        <p:txBody>
          <a:bodyPr>
            <a:normAutofit/>
          </a:bodyPr>
          <a:lstStyle/>
          <a:p>
            <a:r>
              <a:rPr lang="nl-NL" noProof="0" dirty="0"/>
              <a:t>Een adres in het geheugen</a:t>
            </a:r>
          </a:p>
          <a:p>
            <a:pPr lvl="1"/>
            <a:r>
              <a:rPr lang="nl-NL" dirty="0">
                <a:solidFill>
                  <a:srgbClr val="FFC000"/>
                </a:solidFill>
              </a:rPr>
              <a:t>Reference C#</a:t>
            </a:r>
          </a:p>
          <a:p>
            <a:pPr lvl="1"/>
            <a:r>
              <a:rPr lang="nl-NL" noProof="0" dirty="0">
                <a:solidFill>
                  <a:srgbClr val="FFC000"/>
                </a:solidFill>
              </a:rPr>
              <a:t>Pointer c++</a:t>
            </a:r>
            <a:endParaRPr lang="nl-NL" dirty="0">
              <a:solidFill>
                <a:srgbClr val="FFC000"/>
              </a:solidFill>
            </a:endParaRPr>
          </a:p>
          <a:p>
            <a:r>
              <a:rPr lang="nl-NL" dirty="0"/>
              <a:t>Reference type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0CA0B79-15FD-29FB-28CF-A0A982FC3E0B}"/>
              </a:ext>
            </a:extLst>
          </p:cNvPr>
          <p:cNvSpPr/>
          <p:nvPr/>
        </p:nvSpPr>
        <p:spPr>
          <a:xfrm>
            <a:off x="734911" y="4114802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ToyMario</a:t>
            </a:r>
            <a:r>
              <a:rPr lang="nl-NL" dirty="0"/>
              <a:t> </a:t>
            </a:r>
          </a:p>
          <a:p>
            <a:pPr algn="ctr"/>
            <a:r>
              <a:rPr lang="nl-NL" dirty="0"/>
              <a:t>Instance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X bytes groot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4D17932-FDF6-28B2-2720-B8A52609FA16}"/>
              </a:ext>
            </a:extLst>
          </p:cNvPr>
          <p:cNvSpPr/>
          <p:nvPr/>
        </p:nvSpPr>
        <p:spPr>
          <a:xfrm>
            <a:off x="9627140" y="4114800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Mario </a:t>
            </a:r>
            <a:r>
              <a:rPr lang="nl-NL" dirty="0" err="1"/>
              <a:t>variable</a:t>
            </a:r>
            <a:endParaRPr lang="nl-NL" dirty="0"/>
          </a:p>
          <a:p>
            <a:pPr algn="ctr"/>
            <a:r>
              <a:rPr lang="nl-NL" dirty="0"/>
              <a:t>Type </a:t>
            </a:r>
            <a:r>
              <a:rPr lang="nl-NL" dirty="0" err="1"/>
              <a:t>ToyMario</a:t>
            </a:r>
            <a:endParaRPr lang="nl-NL" dirty="0"/>
          </a:p>
          <a:p>
            <a:pPr algn="ctr"/>
            <a:r>
              <a:rPr lang="nl-NL" dirty="0"/>
              <a:t>Long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D97F1-E55D-43F1-27D5-CB439F64849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flipH="1">
            <a:off x="2991728" y="4956243"/>
            <a:ext cx="6635412" cy="2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51B68EC0-9807-6ADF-C622-08DF50CF66BA}"/>
              </a:ext>
            </a:extLst>
          </p:cNvPr>
          <p:cNvSpPr/>
          <p:nvPr/>
        </p:nvSpPr>
        <p:spPr>
          <a:xfrm>
            <a:off x="4860587" y="5085945"/>
            <a:ext cx="3369012" cy="1423481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In de long zit een adres.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Deze wijst naar waar onze </a:t>
            </a:r>
            <a:r>
              <a:rPr lang="nl-NL" dirty="0" err="1"/>
              <a:t>ToyMario</a:t>
            </a:r>
            <a:r>
              <a:rPr lang="nl-NL" dirty="0"/>
              <a:t> bytes in het geheugen staan</a:t>
            </a:r>
          </a:p>
        </p:txBody>
      </p:sp>
      <p:sp>
        <p:nvSpPr>
          <p:cNvPr id="16" name="Rectangle: Single Corner Snipped 15">
            <a:extLst>
              <a:ext uri="{FF2B5EF4-FFF2-40B4-BE49-F238E27FC236}">
                <a16:creationId xmlns:a16="http://schemas.microsoft.com/office/drawing/2014/main" id="{9C575AF4-E944-5F24-7A50-5CF8F54692E5}"/>
              </a:ext>
            </a:extLst>
          </p:cNvPr>
          <p:cNvSpPr/>
          <p:nvPr/>
        </p:nvSpPr>
        <p:spPr>
          <a:xfrm>
            <a:off x="963038" y="3881338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1023758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B3D3673F-2F67-EB7A-936C-1B91376B008B}"/>
              </a:ext>
            </a:extLst>
          </p:cNvPr>
          <p:cNvSpPr/>
          <p:nvPr/>
        </p:nvSpPr>
        <p:spPr>
          <a:xfrm>
            <a:off x="9877052" y="3881338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159742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3 </a:t>
            </a:r>
            <a:r>
              <a:rPr lang="nl-NL" noProof="0" dirty="0" err="1"/>
              <a:t>marios</a:t>
            </a:r>
            <a:endParaRPr lang="nl-NL" noProof="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D97F1-E55D-43F1-27D5-CB439F648497}"/>
              </a:ext>
            </a:extLst>
          </p:cNvPr>
          <p:cNvCxnSpPr>
            <a:cxnSpLocks/>
            <a:stCxn id="6" idx="2"/>
            <a:endCxn id="16" idx="3"/>
          </p:cNvCxnSpPr>
          <p:nvPr/>
        </p:nvCxnSpPr>
        <p:spPr>
          <a:xfrm flipH="1">
            <a:off x="1487158" y="3887180"/>
            <a:ext cx="165371" cy="746749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E3A5FDB-BB46-B059-113F-3F3EAE4665EC}"/>
              </a:ext>
            </a:extLst>
          </p:cNvPr>
          <p:cNvGrpSpPr/>
          <p:nvPr/>
        </p:nvGrpSpPr>
        <p:grpSpPr>
          <a:xfrm>
            <a:off x="656129" y="4633929"/>
            <a:ext cx="2256817" cy="1884885"/>
            <a:chOff x="4368649" y="4619677"/>
            <a:chExt cx="2256817" cy="1884885"/>
          </a:xfrm>
        </p:grpSpPr>
        <p:sp>
          <p:nvSpPr>
            <p:cNvPr id="4" name="Flowchart: Alternate Process 3">
              <a:extLst>
                <a:ext uri="{FF2B5EF4-FFF2-40B4-BE49-F238E27FC236}">
                  <a16:creationId xmlns:a16="http://schemas.microsoft.com/office/drawing/2014/main" id="{30CA0B79-15FD-29FB-28CF-A0A982FC3E0B}"/>
                </a:ext>
              </a:extLst>
            </p:cNvPr>
            <p:cNvSpPr/>
            <p:nvPr/>
          </p:nvSpPr>
          <p:spPr>
            <a:xfrm>
              <a:off x="4368649" y="4821677"/>
              <a:ext cx="2256817" cy="16828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ToyMario</a:t>
              </a:r>
              <a:r>
                <a:rPr lang="nl-NL" dirty="0"/>
                <a:t> </a:t>
              </a:r>
            </a:p>
            <a:p>
              <a:pPr algn="ctr"/>
              <a:r>
                <a:rPr lang="nl-NL" dirty="0"/>
                <a:t>Instance</a:t>
              </a:r>
            </a:p>
            <a:p>
              <a:pPr algn="ctr"/>
              <a:endParaRPr lang="nl-NL" dirty="0"/>
            </a:p>
            <a:p>
              <a:pPr algn="ctr"/>
              <a:r>
                <a:rPr lang="nl-NL" dirty="0"/>
                <a:t>X bytes groot</a:t>
              </a:r>
            </a:p>
          </p:txBody>
        </p:sp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9C575AF4-E944-5F24-7A50-5CF8F54692E5}"/>
                </a:ext>
              </a:extLst>
            </p:cNvPr>
            <p:cNvSpPr/>
            <p:nvPr/>
          </p:nvSpPr>
          <p:spPr>
            <a:xfrm>
              <a:off x="4547924" y="4619677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1023758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110C0AE-4D90-CF9D-98CD-C94395B3788D}"/>
              </a:ext>
            </a:extLst>
          </p:cNvPr>
          <p:cNvGrpSpPr/>
          <p:nvPr/>
        </p:nvGrpSpPr>
        <p:grpSpPr>
          <a:xfrm>
            <a:off x="835870" y="2979925"/>
            <a:ext cx="1633317" cy="907255"/>
            <a:chOff x="4368649" y="1544115"/>
            <a:chExt cx="1633317" cy="907255"/>
          </a:xfrm>
        </p:grpSpPr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E4D17932-FDF6-28B2-2720-B8A52609FA16}"/>
                </a:ext>
              </a:extLst>
            </p:cNvPr>
            <p:cNvSpPr/>
            <p:nvPr/>
          </p:nvSpPr>
          <p:spPr>
            <a:xfrm>
              <a:off x="4368649" y="1746115"/>
              <a:ext cx="1633317" cy="70525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Mario 1</a:t>
              </a:r>
            </a:p>
          </p:txBody>
        </p:sp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B3D3673F-2F67-EB7A-936C-1B91376B008B}"/>
                </a:ext>
              </a:extLst>
            </p:cNvPr>
            <p:cNvSpPr/>
            <p:nvPr/>
          </p:nvSpPr>
          <p:spPr>
            <a:xfrm>
              <a:off x="4547923" y="1544115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100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3DA5A59-2307-0513-BB9D-470B90A89C9A}"/>
              </a:ext>
            </a:extLst>
          </p:cNvPr>
          <p:cNvGrpSpPr/>
          <p:nvPr/>
        </p:nvGrpSpPr>
        <p:grpSpPr>
          <a:xfrm>
            <a:off x="7969257" y="4704945"/>
            <a:ext cx="2256817" cy="1916347"/>
            <a:chOff x="7639392" y="5147751"/>
            <a:chExt cx="2256817" cy="1916347"/>
          </a:xfrm>
        </p:grpSpPr>
        <p:sp>
          <p:nvSpPr>
            <p:cNvPr id="7" name="Flowchart: Alternate Process 6">
              <a:extLst>
                <a:ext uri="{FF2B5EF4-FFF2-40B4-BE49-F238E27FC236}">
                  <a16:creationId xmlns:a16="http://schemas.microsoft.com/office/drawing/2014/main" id="{CF89C5F3-486A-3653-1863-54D798C7A953}"/>
                </a:ext>
              </a:extLst>
            </p:cNvPr>
            <p:cNvSpPr/>
            <p:nvPr/>
          </p:nvSpPr>
          <p:spPr>
            <a:xfrm>
              <a:off x="7639392" y="5381213"/>
              <a:ext cx="2256817" cy="16828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ToyMario</a:t>
              </a:r>
              <a:r>
                <a:rPr lang="nl-NL" dirty="0"/>
                <a:t> </a:t>
              </a:r>
            </a:p>
            <a:p>
              <a:pPr algn="ctr"/>
              <a:r>
                <a:rPr lang="nl-NL" dirty="0"/>
                <a:t>Instance</a:t>
              </a:r>
            </a:p>
            <a:p>
              <a:pPr algn="ctr"/>
              <a:endParaRPr lang="nl-NL" dirty="0"/>
            </a:p>
            <a:p>
              <a:pPr algn="ctr"/>
              <a:r>
                <a:rPr lang="nl-NL" dirty="0"/>
                <a:t>X bytes groot</a:t>
              </a:r>
            </a:p>
          </p:txBody>
        </p:sp>
        <p:sp>
          <p:nvSpPr>
            <p:cNvPr id="9" name="Rectangle: Single Corner Snipped 8">
              <a:extLst>
                <a:ext uri="{FF2B5EF4-FFF2-40B4-BE49-F238E27FC236}">
                  <a16:creationId xmlns:a16="http://schemas.microsoft.com/office/drawing/2014/main" id="{73C4FBCA-0E9D-B6BB-52C7-1682FB29800C}"/>
                </a:ext>
              </a:extLst>
            </p:cNvPr>
            <p:cNvSpPr/>
            <p:nvPr/>
          </p:nvSpPr>
          <p:spPr>
            <a:xfrm>
              <a:off x="7904448" y="5147751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8999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2DB568-F32E-AB97-DA9F-CBBC115CA94C}"/>
              </a:ext>
            </a:extLst>
          </p:cNvPr>
          <p:cNvGrpSpPr/>
          <p:nvPr/>
        </p:nvGrpSpPr>
        <p:grpSpPr>
          <a:xfrm>
            <a:off x="4222744" y="4821675"/>
            <a:ext cx="2256817" cy="1916347"/>
            <a:chOff x="3278813" y="4741245"/>
            <a:chExt cx="2256817" cy="1916347"/>
          </a:xfrm>
        </p:grpSpPr>
        <p:sp>
          <p:nvSpPr>
            <p:cNvPr id="12" name="Flowchart: Alternate Process 11">
              <a:extLst>
                <a:ext uri="{FF2B5EF4-FFF2-40B4-BE49-F238E27FC236}">
                  <a16:creationId xmlns:a16="http://schemas.microsoft.com/office/drawing/2014/main" id="{AE387915-A077-B460-E5BC-402F48459FD1}"/>
                </a:ext>
              </a:extLst>
            </p:cNvPr>
            <p:cNvSpPr/>
            <p:nvPr/>
          </p:nvSpPr>
          <p:spPr>
            <a:xfrm>
              <a:off x="3278813" y="4974707"/>
              <a:ext cx="2256817" cy="16828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ToyMario</a:t>
              </a:r>
              <a:r>
                <a:rPr lang="nl-NL" dirty="0"/>
                <a:t> </a:t>
              </a:r>
            </a:p>
            <a:p>
              <a:pPr algn="ctr"/>
              <a:r>
                <a:rPr lang="nl-NL" dirty="0"/>
                <a:t>Instance</a:t>
              </a:r>
            </a:p>
            <a:p>
              <a:pPr algn="ctr"/>
              <a:endParaRPr lang="nl-NL" dirty="0"/>
            </a:p>
            <a:p>
              <a:pPr algn="ctr"/>
              <a:r>
                <a:rPr lang="nl-NL" dirty="0"/>
                <a:t>X bytes groot</a:t>
              </a:r>
            </a:p>
          </p:txBody>
        </p:sp>
        <p:sp>
          <p:nvSpPr>
            <p:cNvPr id="13" name="Rectangle: Single Corner Snipped 12">
              <a:extLst>
                <a:ext uri="{FF2B5EF4-FFF2-40B4-BE49-F238E27FC236}">
                  <a16:creationId xmlns:a16="http://schemas.microsoft.com/office/drawing/2014/main" id="{7A7E0482-191A-FF8A-8643-07DFF79239EC}"/>
                </a:ext>
              </a:extLst>
            </p:cNvPr>
            <p:cNvSpPr/>
            <p:nvPr/>
          </p:nvSpPr>
          <p:spPr>
            <a:xfrm>
              <a:off x="3548669" y="4741245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5000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77692E6-085C-7132-08B5-712B86201FA2}"/>
              </a:ext>
            </a:extLst>
          </p:cNvPr>
          <p:cNvGrpSpPr/>
          <p:nvPr/>
        </p:nvGrpSpPr>
        <p:grpSpPr>
          <a:xfrm>
            <a:off x="4410379" y="3005383"/>
            <a:ext cx="1633317" cy="895506"/>
            <a:chOff x="4316345" y="1544115"/>
            <a:chExt cx="1633317" cy="895506"/>
          </a:xfrm>
        </p:grpSpPr>
        <p:sp>
          <p:nvSpPr>
            <p:cNvPr id="25" name="Flowchart: Alternate Process 24">
              <a:extLst>
                <a:ext uri="{FF2B5EF4-FFF2-40B4-BE49-F238E27FC236}">
                  <a16:creationId xmlns:a16="http://schemas.microsoft.com/office/drawing/2014/main" id="{30A057E6-730C-5B23-AB36-BD8BD122C4F1}"/>
                </a:ext>
              </a:extLst>
            </p:cNvPr>
            <p:cNvSpPr/>
            <p:nvPr/>
          </p:nvSpPr>
          <p:spPr>
            <a:xfrm>
              <a:off x="4316345" y="1734366"/>
              <a:ext cx="1633317" cy="70525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Mario 2</a:t>
              </a:r>
            </a:p>
          </p:txBody>
        </p:sp>
        <p:sp>
          <p:nvSpPr>
            <p:cNvPr id="26" name="Rectangle: Single Corner Snipped 25">
              <a:extLst>
                <a:ext uri="{FF2B5EF4-FFF2-40B4-BE49-F238E27FC236}">
                  <a16:creationId xmlns:a16="http://schemas.microsoft.com/office/drawing/2014/main" id="{CAE4F353-8911-1E5F-3AC5-A1F20230C943}"/>
                </a:ext>
              </a:extLst>
            </p:cNvPr>
            <p:cNvSpPr/>
            <p:nvPr/>
          </p:nvSpPr>
          <p:spPr>
            <a:xfrm>
              <a:off x="4547923" y="1544115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200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1EF00B9-7728-E8EE-59D0-C200C7796A79}"/>
              </a:ext>
            </a:extLst>
          </p:cNvPr>
          <p:cNvGrpSpPr/>
          <p:nvPr/>
        </p:nvGrpSpPr>
        <p:grpSpPr>
          <a:xfrm>
            <a:off x="8234313" y="3047042"/>
            <a:ext cx="1633317" cy="938717"/>
            <a:chOff x="8234313" y="2142368"/>
            <a:chExt cx="1633317" cy="938717"/>
          </a:xfrm>
        </p:grpSpPr>
        <p:sp>
          <p:nvSpPr>
            <p:cNvPr id="28" name="Flowchart: Alternate Process 27">
              <a:extLst>
                <a:ext uri="{FF2B5EF4-FFF2-40B4-BE49-F238E27FC236}">
                  <a16:creationId xmlns:a16="http://schemas.microsoft.com/office/drawing/2014/main" id="{2D63F479-AEDE-2F91-0916-07EA4C2512F8}"/>
                </a:ext>
              </a:extLst>
            </p:cNvPr>
            <p:cNvSpPr/>
            <p:nvPr/>
          </p:nvSpPr>
          <p:spPr>
            <a:xfrm>
              <a:off x="8234313" y="2375830"/>
              <a:ext cx="1633317" cy="70525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Mario 3</a:t>
              </a:r>
            </a:p>
          </p:txBody>
        </p:sp>
        <p:sp>
          <p:nvSpPr>
            <p:cNvPr id="29" name="Rectangle: Single Corner Snipped 28">
              <a:extLst>
                <a:ext uri="{FF2B5EF4-FFF2-40B4-BE49-F238E27FC236}">
                  <a16:creationId xmlns:a16="http://schemas.microsoft.com/office/drawing/2014/main" id="{FD1288C8-3A6E-17CE-7164-A8D496C971FF}"/>
                </a:ext>
              </a:extLst>
            </p:cNvPr>
            <p:cNvSpPr/>
            <p:nvPr/>
          </p:nvSpPr>
          <p:spPr>
            <a:xfrm>
              <a:off x="8268770" y="2142368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300</a:t>
              </a:r>
            </a:p>
          </p:txBody>
        </p:sp>
      </p:grp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1501D61-8811-E233-1579-8976C3DF761B}"/>
              </a:ext>
            </a:extLst>
          </p:cNvPr>
          <p:cNvCxnSpPr>
            <a:cxnSpLocks/>
            <a:stCxn id="25" idx="2"/>
          </p:cNvCxnSpPr>
          <p:nvPr/>
        </p:nvCxnSpPr>
        <p:spPr>
          <a:xfrm flipH="1">
            <a:off x="5144353" y="3900889"/>
            <a:ext cx="82685" cy="845550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8895A30-CC5F-EECA-A680-163E4E7FC95B}"/>
              </a:ext>
            </a:extLst>
          </p:cNvPr>
          <p:cNvCxnSpPr>
            <a:cxnSpLocks/>
            <a:stCxn id="28" idx="2"/>
          </p:cNvCxnSpPr>
          <p:nvPr/>
        </p:nvCxnSpPr>
        <p:spPr>
          <a:xfrm flipH="1">
            <a:off x="9014979" y="3985759"/>
            <a:ext cx="35993" cy="794727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AFF3434C-4B2D-EF50-9403-F736BA511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849" y="117336"/>
            <a:ext cx="6985308" cy="168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257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Maar niet met int, </a:t>
            </a:r>
            <a:r>
              <a:rPr lang="nl-NL" noProof="0" dirty="0" err="1"/>
              <a:t>float</a:t>
            </a:r>
            <a:r>
              <a:rPr lang="nl-NL" noProof="0" dirty="0"/>
              <a:t> </a:t>
            </a:r>
            <a:r>
              <a:rPr lang="nl-NL" noProof="0" dirty="0" err="1"/>
              <a:t>etc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2"/>
            <a:ext cx="10942468" cy="4673809"/>
          </a:xfrm>
        </p:spPr>
        <p:txBody>
          <a:bodyPr>
            <a:normAutofit/>
          </a:bodyPr>
          <a:lstStyle/>
          <a:p>
            <a:r>
              <a:rPr lang="nl-NL" noProof="0" dirty="0"/>
              <a:t>Deze heeft de waarde, dus dat veranderd! </a:t>
            </a:r>
          </a:p>
          <a:p>
            <a:r>
              <a:rPr lang="nl-NL" dirty="0"/>
              <a:t>Value type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4D17932-FDF6-28B2-2720-B8A52609FA16}"/>
              </a:ext>
            </a:extLst>
          </p:cNvPr>
          <p:cNvSpPr/>
          <p:nvPr/>
        </p:nvSpPr>
        <p:spPr>
          <a:xfrm>
            <a:off x="6491827" y="3306438"/>
            <a:ext cx="1322962" cy="73930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Int x</a:t>
            </a:r>
          </a:p>
          <a:p>
            <a:pPr algn="ctr"/>
            <a:r>
              <a:rPr lang="nl-NL" dirty="0"/>
              <a:t>9</a:t>
            </a:r>
          </a:p>
        </p:txBody>
      </p:sp>
      <p:sp>
        <p:nvSpPr>
          <p:cNvPr id="16" name="Rectangle: Single Corner Snipped 15">
            <a:extLst>
              <a:ext uri="{FF2B5EF4-FFF2-40B4-BE49-F238E27FC236}">
                <a16:creationId xmlns:a16="http://schemas.microsoft.com/office/drawing/2014/main" id="{9C575AF4-E944-5F24-7A50-5CF8F54692E5}"/>
              </a:ext>
            </a:extLst>
          </p:cNvPr>
          <p:cNvSpPr/>
          <p:nvPr/>
        </p:nvSpPr>
        <p:spPr>
          <a:xfrm>
            <a:off x="6618287" y="3072976"/>
            <a:ext cx="1073050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748932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53AD4F-E5D8-47C2-C3B3-E39A0400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1898" y="3261753"/>
            <a:ext cx="1895475" cy="828675"/>
          </a:xfrm>
          <a:prstGeom prst="rect">
            <a:avLst/>
          </a:prstGeom>
        </p:spPr>
      </p:pic>
      <p:sp>
        <p:nvSpPr>
          <p:cNvPr id="9" name="Flowchart: Alternate Process 8">
            <a:extLst>
              <a:ext uri="{FF2B5EF4-FFF2-40B4-BE49-F238E27FC236}">
                <a16:creationId xmlns:a16="http://schemas.microsoft.com/office/drawing/2014/main" id="{43484DD1-824A-7CF0-40DD-FDE5BB5CF456}"/>
              </a:ext>
            </a:extLst>
          </p:cNvPr>
          <p:cNvSpPr/>
          <p:nvPr/>
        </p:nvSpPr>
        <p:spPr>
          <a:xfrm>
            <a:off x="6491827" y="4865613"/>
            <a:ext cx="1322962" cy="73930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Int x</a:t>
            </a:r>
          </a:p>
          <a:p>
            <a:pPr algn="ctr"/>
            <a:r>
              <a:rPr lang="nl-NL" dirty="0"/>
              <a:t>10</a:t>
            </a:r>
          </a:p>
        </p:txBody>
      </p:sp>
      <p:sp>
        <p:nvSpPr>
          <p:cNvPr id="10" name="Rectangle: Single Corner Snipped 9">
            <a:extLst>
              <a:ext uri="{FF2B5EF4-FFF2-40B4-BE49-F238E27FC236}">
                <a16:creationId xmlns:a16="http://schemas.microsoft.com/office/drawing/2014/main" id="{D224D9EA-CDF8-6FD3-4327-5090B21B55D4}"/>
              </a:ext>
            </a:extLst>
          </p:cNvPr>
          <p:cNvSpPr/>
          <p:nvPr/>
        </p:nvSpPr>
        <p:spPr>
          <a:xfrm>
            <a:off x="6618287" y="4632151"/>
            <a:ext cx="1073050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748932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34D45A8-EBF5-6C6C-6A5D-92CAAE6BD7E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2859932" y="3589721"/>
            <a:ext cx="3631895" cy="86369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4C0A01C-47E9-8FE2-E9A2-852BEDA1709C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2493288" y="4017953"/>
            <a:ext cx="3998539" cy="1217312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2513008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Waarom maakt dat 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2"/>
            <a:ext cx="10942468" cy="4673809"/>
          </a:xfrm>
        </p:spPr>
        <p:txBody>
          <a:bodyPr>
            <a:normAutofit/>
          </a:bodyPr>
          <a:lstStyle/>
          <a:p>
            <a:r>
              <a:rPr lang="nl-NL" noProof="0" dirty="0"/>
              <a:t>Als je de </a:t>
            </a:r>
            <a:r>
              <a:rPr lang="nl-NL" noProof="0" dirty="0" err="1"/>
              <a:t>variable</a:t>
            </a:r>
            <a:r>
              <a:rPr lang="nl-NL" noProof="0" dirty="0"/>
              <a:t> gebruikt pas je het geheugen aan</a:t>
            </a:r>
          </a:p>
          <a:p>
            <a:endParaRPr lang="nl-NL" dirty="0">
              <a:solidFill>
                <a:srgbClr val="FFC000"/>
              </a:solidFill>
            </a:endParaRPr>
          </a:p>
          <a:p>
            <a:endParaRPr lang="nl-NL" noProof="0" dirty="0">
              <a:solidFill>
                <a:srgbClr val="FFC000"/>
              </a:solidFill>
            </a:endParaRPr>
          </a:p>
          <a:p>
            <a:r>
              <a:rPr lang="nl-NL" dirty="0"/>
              <a:t>Als je de </a:t>
            </a:r>
            <a:r>
              <a:rPr lang="nl-NL" dirty="0" err="1"/>
              <a:t>variable</a:t>
            </a:r>
            <a:r>
              <a:rPr lang="nl-NL" dirty="0"/>
              <a:t> aanpast pas je het adres aan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0CA0B79-15FD-29FB-28CF-A0A982FC3E0B}"/>
              </a:ext>
            </a:extLst>
          </p:cNvPr>
          <p:cNvSpPr/>
          <p:nvPr/>
        </p:nvSpPr>
        <p:spPr>
          <a:xfrm>
            <a:off x="9500848" y="4975366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ToyMario</a:t>
            </a:r>
            <a:r>
              <a:rPr lang="nl-NL" dirty="0"/>
              <a:t> </a:t>
            </a:r>
          </a:p>
          <a:p>
            <a:pPr algn="ctr"/>
            <a:r>
              <a:rPr lang="nl-NL" dirty="0"/>
              <a:t>Instance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X bytes groot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4D17932-FDF6-28B2-2720-B8A52609FA16}"/>
              </a:ext>
            </a:extLst>
          </p:cNvPr>
          <p:cNvSpPr/>
          <p:nvPr/>
        </p:nvSpPr>
        <p:spPr>
          <a:xfrm>
            <a:off x="8077131" y="3397854"/>
            <a:ext cx="2977136" cy="114455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Mario </a:t>
            </a:r>
            <a:r>
              <a:rPr lang="nl-NL" dirty="0" err="1"/>
              <a:t>variable</a:t>
            </a:r>
            <a:endParaRPr lang="nl-NL" dirty="0"/>
          </a:p>
          <a:p>
            <a:pPr algn="ctr"/>
            <a:r>
              <a:rPr lang="nl-NL" dirty="0"/>
              <a:t>Type </a:t>
            </a:r>
            <a:r>
              <a:rPr lang="nl-NL" dirty="0" err="1"/>
              <a:t>ToyMario</a:t>
            </a:r>
            <a:endParaRPr lang="nl-NL" dirty="0"/>
          </a:p>
          <a:p>
            <a:pPr algn="ctr"/>
            <a:r>
              <a:rPr lang="nl-NL" dirty="0"/>
              <a:t>Long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D97F1-E55D-43F1-27D5-CB439F64849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625967" y="4542410"/>
            <a:ext cx="939732" cy="712357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angle: Single Corner Snipped 15">
            <a:extLst>
              <a:ext uri="{FF2B5EF4-FFF2-40B4-BE49-F238E27FC236}">
                <a16:creationId xmlns:a16="http://schemas.microsoft.com/office/drawing/2014/main" id="{9C575AF4-E944-5F24-7A50-5CF8F54692E5}"/>
              </a:ext>
            </a:extLst>
          </p:cNvPr>
          <p:cNvSpPr/>
          <p:nvPr/>
        </p:nvSpPr>
        <p:spPr>
          <a:xfrm>
            <a:off x="9750760" y="4741904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1023758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976901-7658-B602-E5EE-D2E3CE0E2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358" y="365125"/>
            <a:ext cx="3067050" cy="1314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8FBE3A-EAF8-0923-B701-77B5D9796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535" y="2495272"/>
            <a:ext cx="2457450" cy="9144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29860A-6B05-5B8C-22B2-008E33C7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061" y="4080016"/>
            <a:ext cx="3400425" cy="895350"/>
          </a:xfrm>
          <a:prstGeom prst="rect">
            <a:avLst/>
          </a:prstGeom>
        </p:spPr>
      </p:pic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A1716269-E049-AD69-91C8-3EA0BF6217C8}"/>
              </a:ext>
            </a:extLst>
          </p:cNvPr>
          <p:cNvSpPr/>
          <p:nvPr/>
        </p:nvSpPr>
        <p:spPr>
          <a:xfrm>
            <a:off x="6392153" y="4976025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ToyMario</a:t>
            </a:r>
            <a:r>
              <a:rPr lang="nl-NL" dirty="0"/>
              <a:t> </a:t>
            </a:r>
          </a:p>
          <a:p>
            <a:pPr algn="ctr"/>
            <a:r>
              <a:rPr lang="nl-NL" dirty="0"/>
              <a:t>Instance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X bytes groot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A90ECA2E-943F-7476-FC00-BF1070C56632}"/>
              </a:ext>
            </a:extLst>
          </p:cNvPr>
          <p:cNvSpPr/>
          <p:nvPr/>
        </p:nvSpPr>
        <p:spPr>
          <a:xfrm>
            <a:off x="6642065" y="4742563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6437</a:t>
            </a:r>
          </a:p>
        </p:txBody>
      </p:sp>
      <p:sp>
        <p:nvSpPr>
          <p:cNvPr id="23" name="Rectangle: Single Corner Snipped 22">
            <a:extLst>
              <a:ext uri="{FF2B5EF4-FFF2-40B4-BE49-F238E27FC236}">
                <a16:creationId xmlns:a16="http://schemas.microsoft.com/office/drawing/2014/main" id="{C90D8770-6325-C689-248B-FA43F799951E}"/>
              </a:ext>
            </a:extLst>
          </p:cNvPr>
          <p:cNvSpPr/>
          <p:nvPr/>
        </p:nvSpPr>
        <p:spPr>
          <a:xfrm>
            <a:off x="8262192" y="3163733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43482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Waarom maakt dat 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2"/>
            <a:ext cx="10942468" cy="4673809"/>
          </a:xfrm>
        </p:spPr>
        <p:txBody>
          <a:bodyPr>
            <a:normAutofit/>
          </a:bodyPr>
          <a:lstStyle/>
          <a:p>
            <a:r>
              <a:rPr lang="nl-NL" noProof="0" dirty="0"/>
              <a:t>Je verlegt de </a:t>
            </a:r>
            <a:r>
              <a:rPr lang="nl-NL" dirty="0"/>
              <a:t>pijl! Dan praat je tegen een ander object</a:t>
            </a:r>
          </a:p>
          <a:p>
            <a:endParaRPr lang="nl-NL" dirty="0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0CA0B79-15FD-29FB-28CF-A0A982FC3E0B}"/>
              </a:ext>
            </a:extLst>
          </p:cNvPr>
          <p:cNvSpPr/>
          <p:nvPr/>
        </p:nvSpPr>
        <p:spPr>
          <a:xfrm>
            <a:off x="7789388" y="4974707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ToyMario</a:t>
            </a:r>
            <a:r>
              <a:rPr lang="nl-NL" dirty="0"/>
              <a:t> </a:t>
            </a:r>
          </a:p>
          <a:p>
            <a:pPr algn="ctr"/>
            <a:r>
              <a:rPr lang="nl-NL" dirty="0"/>
              <a:t>Instance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X bytes groot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4D17932-FDF6-28B2-2720-B8A52609FA16}"/>
              </a:ext>
            </a:extLst>
          </p:cNvPr>
          <p:cNvSpPr/>
          <p:nvPr/>
        </p:nvSpPr>
        <p:spPr>
          <a:xfrm>
            <a:off x="4983735" y="3396536"/>
            <a:ext cx="2977136" cy="114455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Mario </a:t>
            </a:r>
            <a:r>
              <a:rPr lang="nl-NL" dirty="0" err="1"/>
              <a:t>variable</a:t>
            </a:r>
            <a:endParaRPr lang="nl-NL" dirty="0"/>
          </a:p>
          <a:p>
            <a:pPr algn="ctr"/>
            <a:r>
              <a:rPr lang="nl-NL" dirty="0"/>
              <a:t>Type </a:t>
            </a:r>
            <a:r>
              <a:rPr lang="nl-NL" dirty="0" err="1"/>
              <a:t>ToyMario</a:t>
            </a:r>
            <a:endParaRPr lang="nl-NL" dirty="0"/>
          </a:p>
          <a:p>
            <a:pPr algn="ctr"/>
            <a:r>
              <a:rPr lang="nl-NL" dirty="0"/>
              <a:t>Long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D97F1-E55D-43F1-27D5-CB439F64849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532571" y="4541092"/>
            <a:ext cx="939732" cy="712357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angle: Single Corner Snipped 15">
            <a:extLst>
              <a:ext uri="{FF2B5EF4-FFF2-40B4-BE49-F238E27FC236}">
                <a16:creationId xmlns:a16="http://schemas.microsoft.com/office/drawing/2014/main" id="{9C575AF4-E944-5F24-7A50-5CF8F54692E5}"/>
              </a:ext>
            </a:extLst>
          </p:cNvPr>
          <p:cNvSpPr/>
          <p:nvPr/>
        </p:nvSpPr>
        <p:spPr>
          <a:xfrm>
            <a:off x="8039300" y="4741245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1023758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A1716269-E049-AD69-91C8-3EA0BF6217C8}"/>
              </a:ext>
            </a:extLst>
          </p:cNvPr>
          <p:cNvSpPr/>
          <p:nvPr/>
        </p:nvSpPr>
        <p:spPr>
          <a:xfrm>
            <a:off x="3298757" y="4975366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ToyMario</a:t>
            </a:r>
            <a:r>
              <a:rPr lang="nl-NL" dirty="0"/>
              <a:t> </a:t>
            </a:r>
          </a:p>
          <a:p>
            <a:pPr algn="ctr"/>
            <a:r>
              <a:rPr lang="nl-NL" dirty="0"/>
              <a:t>Instance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X bytes groot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A90ECA2E-943F-7476-FC00-BF1070C56632}"/>
              </a:ext>
            </a:extLst>
          </p:cNvPr>
          <p:cNvSpPr/>
          <p:nvPr/>
        </p:nvSpPr>
        <p:spPr>
          <a:xfrm>
            <a:off x="3548669" y="4741245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6437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9A2A5-88CE-7DB4-F1B0-8A5E66E32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40" y="2679233"/>
            <a:ext cx="3400425" cy="8953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C862D3-1FE4-5283-D2A2-2B3ABE8C3E3A}"/>
              </a:ext>
            </a:extLst>
          </p:cNvPr>
          <p:cNvCxnSpPr>
            <a:cxnSpLocks/>
          </p:cNvCxnSpPr>
          <p:nvPr/>
        </p:nvCxnSpPr>
        <p:spPr>
          <a:xfrm>
            <a:off x="7023370" y="4541092"/>
            <a:ext cx="895534" cy="527019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80A7ECFE-16DA-EE07-264B-FFBBB346E9E7}"/>
              </a:ext>
            </a:extLst>
          </p:cNvPr>
          <p:cNvSpPr/>
          <p:nvPr/>
        </p:nvSpPr>
        <p:spPr>
          <a:xfrm>
            <a:off x="5169876" y="3151092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478353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Waarom maakt dat 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2"/>
            <a:ext cx="10942468" cy="4673809"/>
          </a:xfrm>
        </p:spPr>
        <p:txBody>
          <a:bodyPr>
            <a:normAutofit/>
          </a:bodyPr>
          <a:lstStyle/>
          <a:p>
            <a:r>
              <a:rPr lang="nl-NL" noProof="0" dirty="0"/>
              <a:t>Je verlegt de </a:t>
            </a:r>
            <a:r>
              <a:rPr lang="nl-NL" dirty="0"/>
              <a:t>pijl! Dan praat je tegen een ander object</a:t>
            </a:r>
          </a:p>
          <a:p>
            <a:r>
              <a:rPr lang="nl-NL" dirty="0"/>
              <a:t>Kan je nog bij de oude?</a:t>
            </a:r>
          </a:p>
          <a:p>
            <a:endParaRPr lang="nl-NL" dirty="0"/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30CA0B79-15FD-29FB-28CF-A0A982FC3E0B}"/>
              </a:ext>
            </a:extLst>
          </p:cNvPr>
          <p:cNvSpPr/>
          <p:nvPr/>
        </p:nvSpPr>
        <p:spPr>
          <a:xfrm>
            <a:off x="7789388" y="4974707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ToyMario</a:t>
            </a:r>
            <a:r>
              <a:rPr lang="nl-NL" dirty="0"/>
              <a:t> </a:t>
            </a:r>
          </a:p>
          <a:p>
            <a:pPr algn="ctr"/>
            <a:r>
              <a:rPr lang="nl-NL" dirty="0"/>
              <a:t>Instance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X bytes groot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4D17932-FDF6-28B2-2720-B8A52609FA16}"/>
              </a:ext>
            </a:extLst>
          </p:cNvPr>
          <p:cNvSpPr/>
          <p:nvPr/>
        </p:nvSpPr>
        <p:spPr>
          <a:xfrm>
            <a:off x="4983735" y="3396536"/>
            <a:ext cx="2977136" cy="114455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Mario </a:t>
            </a:r>
            <a:r>
              <a:rPr lang="nl-NL" dirty="0" err="1"/>
              <a:t>variable</a:t>
            </a:r>
            <a:endParaRPr lang="nl-NL" dirty="0"/>
          </a:p>
          <a:p>
            <a:pPr algn="ctr"/>
            <a:r>
              <a:rPr lang="nl-NL" dirty="0"/>
              <a:t>Type </a:t>
            </a:r>
            <a:r>
              <a:rPr lang="nl-NL" dirty="0" err="1"/>
              <a:t>ToyMario</a:t>
            </a:r>
            <a:endParaRPr lang="nl-NL" dirty="0"/>
          </a:p>
          <a:p>
            <a:pPr algn="ctr"/>
            <a:r>
              <a:rPr lang="nl-NL" dirty="0"/>
              <a:t>Long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D97F1-E55D-43F1-27D5-CB439F648497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5532571" y="4541092"/>
            <a:ext cx="939732" cy="712357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Rectangle: Single Corner Snipped 15">
            <a:extLst>
              <a:ext uri="{FF2B5EF4-FFF2-40B4-BE49-F238E27FC236}">
                <a16:creationId xmlns:a16="http://schemas.microsoft.com/office/drawing/2014/main" id="{9C575AF4-E944-5F24-7A50-5CF8F54692E5}"/>
              </a:ext>
            </a:extLst>
          </p:cNvPr>
          <p:cNvSpPr/>
          <p:nvPr/>
        </p:nvSpPr>
        <p:spPr>
          <a:xfrm>
            <a:off x="8039300" y="4741245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1023758</a:t>
            </a:r>
          </a:p>
        </p:txBody>
      </p:sp>
      <p:sp>
        <p:nvSpPr>
          <p:cNvPr id="18" name="Flowchart: Alternate Process 17">
            <a:extLst>
              <a:ext uri="{FF2B5EF4-FFF2-40B4-BE49-F238E27FC236}">
                <a16:creationId xmlns:a16="http://schemas.microsoft.com/office/drawing/2014/main" id="{A1716269-E049-AD69-91C8-3EA0BF6217C8}"/>
              </a:ext>
            </a:extLst>
          </p:cNvPr>
          <p:cNvSpPr/>
          <p:nvPr/>
        </p:nvSpPr>
        <p:spPr>
          <a:xfrm>
            <a:off x="3298757" y="4975366"/>
            <a:ext cx="2256817" cy="168288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/>
              <a:t>ToyMario</a:t>
            </a:r>
            <a:r>
              <a:rPr lang="nl-NL" dirty="0"/>
              <a:t> </a:t>
            </a:r>
          </a:p>
          <a:p>
            <a:pPr algn="ctr"/>
            <a:r>
              <a:rPr lang="nl-NL" dirty="0"/>
              <a:t>Instance</a:t>
            </a:r>
          </a:p>
          <a:p>
            <a:pPr algn="ctr"/>
            <a:endParaRPr lang="nl-NL" dirty="0"/>
          </a:p>
          <a:p>
            <a:pPr algn="ctr"/>
            <a:r>
              <a:rPr lang="nl-NL" dirty="0"/>
              <a:t>X bytes groot</a:t>
            </a:r>
          </a:p>
        </p:txBody>
      </p:sp>
      <p:sp>
        <p:nvSpPr>
          <p:cNvPr id="19" name="Rectangle: Single Corner Snipped 18">
            <a:extLst>
              <a:ext uri="{FF2B5EF4-FFF2-40B4-BE49-F238E27FC236}">
                <a16:creationId xmlns:a16="http://schemas.microsoft.com/office/drawing/2014/main" id="{A90ECA2E-943F-7476-FC00-BF1070C56632}"/>
              </a:ext>
            </a:extLst>
          </p:cNvPr>
          <p:cNvSpPr/>
          <p:nvPr/>
        </p:nvSpPr>
        <p:spPr>
          <a:xfrm>
            <a:off x="3548669" y="4741245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6437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99A2A5-88CE-7DB4-F1B0-8A5E66E32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997" y="3485464"/>
            <a:ext cx="3400425" cy="89535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C862D3-1FE4-5283-D2A2-2B3ABE8C3E3A}"/>
              </a:ext>
            </a:extLst>
          </p:cNvPr>
          <p:cNvCxnSpPr>
            <a:cxnSpLocks/>
          </p:cNvCxnSpPr>
          <p:nvPr/>
        </p:nvCxnSpPr>
        <p:spPr>
          <a:xfrm>
            <a:off x="7023370" y="4541092"/>
            <a:ext cx="895534" cy="527019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Rectangle: Single Corner Snipped 14">
            <a:extLst>
              <a:ext uri="{FF2B5EF4-FFF2-40B4-BE49-F238E27FC236}">
                <a16:creationId xmlns:a16="http://schemas.microsoft.com/office/drawing/2014/main" id="{80A7ECFE-16DA-EE07-264B-FFBBB346E9E7}"/>
              </a:ext>
            </a:extLst>
          </p:cNvPr>
          <p:cNvSpPr/>
          <p:nvPr/>
        </p:nvSpPr>
        <p:spPr>
          <a:xfrm>
            <a:off x="5169876" y="3151092"/>
            <a:ext cx="1303507" cy="233462"/>
          </a:xfrm>
          <a:prstGeom prst="snip1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1216220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Waarom maakt dat uit?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D97F1-E55D-43F1-27D5-CB439F648497}"/>
              </a:ext>
            </a:extLst>
          </p:cNvPr>
          <p:cNvCxnSpPr>
            <a:cxnSpLocks/>
          </p:cNvCxnSpPr>
          <p:nvPr/>
        </p:nvCxnSpPr>
        <p:spPr>
          <a:xfrm>
            <a:off x="1630770" y="4072916"/>
            <a:ext cx="44545" cy="618341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1ED2F9-6A32-878C-DF1C-EC0CC2E84D56}"/>
              </a:ext>
            </a:extLst>
          </p:cNvPr>
          <p:cNvGrpSpPr/>
          <p:nvPr/>
        </p:nvGrpSpPr>
        <p:grpSpPr>
          <a:xfrm>
            <a:off x="9565833" y="4691257"/>
            <a:ext cx="2256817" cy="1916347"/>
            <a:chOff x="7654536" y="5147751"/>
            <a:chExt cx="2256817" cy="1916347"/>
          </a:xfrm>
        </p:grpSpPr>
        <p:sp>
          <p:nvSpPr>
            <p:cNvPr id="4" name="Flowchart: Alternate Process 3">
              <a:extLst>
                <a:ext uri="{FF2B5EF4-FFF2-40B4-BE49-F238E27FC236}">
                  <a16:creationId xmlns:a16="http://schemas.microsoft.com/office/drawing/2014/main" id="{30CA0B79-15FD-29FB-28CF-A0A982FC3E0B}"/>
                </a:ext>
              </a:extLst>
            </p:cNvPr>
            <p:cNvSpPr/>
            <p:nvPr/>
          </p:nvSpPr>
          <p:spPr>
            <a:xfrm>
              <a:off x="7654536" y="5381213"/>
              <a:ext cx="2256817" cy="16828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ToyMario</a:t>
              </a:r>
              <a:r>
                <a:rPr lang="nl-NL" dirty="0"/>
                <a:t> </a:t>
              </a:r>
            </a:p>
            <a:p>
              <a:pPr algn="ctr"/>
              <a:r>
                <a:rPr lang="nl-NL" dirty="0"/>
                <a:t>Instance</a:t>
              </a:r>
            </a:p>
            <a:p>
              <a:pPr algn="ctr"/>
              <a:endParaRPr lang="nl-NL" dirty="0"/>
            </a:p>
            <a:p>
              <a:pPr algn="ctr"/>
              <a:r>
                <a:rPr lang="nl-NL" dirty="0"/>
                <a:t>X bytes groot</a:t>
              </a:r>
            </a:p>
          </p:txBody>
        </p:sp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9C575AF4-E944-5F24-7A50-5CF8F54692E5}"/>
                </a:ext>
              </a:extLst>
            </p:cNvPr>
            <p:cNvSpPr/>
            <p:nvPr/>
          </p:nvSpPr>
          <p:spPr>
            <a:xfrm>
              <a:off x="7904448" y="5147751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8999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7EC7E4-0898-2F11-C286-7FBBCFF1AEF9}"/>
              </a:ext>
            </a:extLst>
          </p:cNvPr>
          <p:cNvGrpSpPr/>
          <p:nvPr/>
        </p:nvGrpSpPr>
        <p:grpSpPr>
          <a:xfrm>
            <a:off x="502361" y="4691257"/>
            <a:ext cx="2256817" cy="1916347"/>
            <a:chOff x="3278813" y="4741245"/>
            <a:chExt cx="2256817" cy="1916347"/>
          </a:xfrm>
        </p:grpSpPr>
        <p:sp>
          <p:nvSpPr>
            <p:cNvPr id="18" name="Flowchart: Alternate Process 17">
              <a:extLst>
                <a:ext uri="{FF2B5EF4-FFF2-40B4-BE49-F238E27FC236}">
                  <a16:creationId xmlns:a16="http://schemas.microsoft.com/office/drawing/2014/main" id="{A1716269-E049-AD69-91C8-3EA0BF6217C8}"/>
                </a:ext>
              </a:extLst>
            </p:cNvPr>
            <p:cNvSpPr/>
            <p:nvPr/>
          </p:nvSpPr>
          <p:spPr>
            <a:xfrm>
              <a:off x="3278813" y="4974707"/>
              <a:ext cx="2256817" cy="16828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ToyMario</a:t>
              </a:r>
              <a:r>
                <a:rPr lang="nl-NL" dirty="0"/>
                <a:t> </a:t>
              </a:r>
            </a:p>
            <a:p>
              <a:pPr algn="ctr"/>
              <a:r>
                <a:rPr lang="nl-NL" dirty="0"/>
                <a:t>Instance</a:t>
              </a:r>
            </a:p>
            <a:p>
              <a:pPr algn="ctr"/>
              <a:endParaRPr lang="nl-NL" dirty="0"/>
            </a:p>
            <a:p>
              <a:pPr algn="ctr"/>
              <a:r>
                <a:rPr lang="nl-NL" dirty="0"/>
                <a:t>X bytes groot</a:t>
              </a:r>
            </a:p>
          </p:txBody>
        </p:sp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A90ECA2E-943F-7476-FC00-BF1070C56632}"/>
                </a:ext>
              </a:extLst>
            </p:cNvPr>
            <p:cNvSpPr/>
            <p:nvPr/>
          </p:nvSpPr>
          <p:spPr>
            <a:xfrm>
              <a:off x="3548669" y="4741245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5000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54A777-5329-BC2B-9CFE-16AC57A51D39}"/>
              </a:ext>
            </a:extLst>
          </p:cNvPr>
          <p:cNvGrpSpPr/>
          <p:nvPr/>
        </p:nvGrpSpPr>
        <p:grpSpPr>
          <a:xfrm>
            <a:off x="186747" y="2689343"/>
            <a:ext cx="2977136" cy="1378677"/>
            <a:chOff x="3312336" y="2871269"/>
            <a:chExt cx="2977136" cy="1378677"/>
          </a:xfrm>
        </p:grpSpPr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E4D17932-FDF6-28B2-2720-B8A52609FA16}"/>
                </a:ext>
              </a:extLst>
            </p:cNvPr>
            <p:cNvSpPr/>
            <p:nvPr/>
          </p:nvSpPr>
          <p:spPr>
            <a:xfrm>
              <a:off x="3312336" y="3105390"/>
              <a:ext cx="2977136" cy="1144556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mario1</a:t>
              </a:r>
            </a:p>
          </p:txBody>
        </p:sp>
        <p:sp>
          <p:nvSpPr>
            <p:cNvPr id="15" name="Rectangle: Single Corner Snipped 14">
              <a:extLst>
                <a:ext uri="{FF2B5EF4-FFF2-40B4-BE49-F238E27FC236}">
                  <a16:creationId xmlns:a16="http://schemas.microsoft.com/office/drawing/2014/main" id="{80A7ECFE-16DA-EE07-264B-FFBBB346E9E7}"/>
                </a:ext>
              </a:extLst>
            </p:cNvPr>
            <p:cNvSpPr/>
            <p:nvPr/>
          </p:nvSpPr>
          <p:spPr>
            <a:xfrm>
              <a:off x="3550475" y="2871269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100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03E29D2-426F-78D9-EF80-4A3381210D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694"/>
          <a:stretch/>
        </p:blipFill>
        <p:spPr>
          <a:xfrm>
            <a:off x="3431420" y="1765552"/>
            <a:ext cx="5076825" cy="1157254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32B6B3E-0FDC-3E24-6790-41BDBC8FA09D}"/>
              </a:ext>
            </a:extLst>
          </p:cNvPr>
          <p:cNvGrpSpPr/>
          <p:nvPr/>
        </p:nvGrpSpPr>
        <p:grpSpPr>
          <a:xfrm>
            <a:off x="8775782" y="2729044"/>
            <a:ext cx="2977136" cy="1378677"/>
            <a:chOff x="3312336" y="2871269"/>
            <a:chExt cx="2977136" cy="1378677"/>
          </a:xfrm>
        </p:grpSpPr>
        <p:sp>
          <p:nvSpPr>
            <p:cNvPr id="17" name="Flowchart: Alternate Process 16">
              <a:extLst>
                <a:ext uri="{FF2B5EF4-FFF2-40B4-BE49-F238E27FC236}">
                  <a16:creationId xmlns:a16="http://schemas.microsoft.com/office/drawing/2014/main" id="{FE7F5EB6-61CA-7CE9-C13E-FDEAE4E51204}"/>
                </a:ext>
              </a:extLst>
            </p:cNvPr>
            <p:cNvSpPr/>
            <p:nvPr/>
          </p:nvSpPr>
          <p:spPr>
            <a:xfrm>
              <a:off x="3312336" y="3105390"/>
              <a:ext cx="2977136" cy="1144556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mario2</a:t>
              </a:r>
            </a:p>
          </p:txBody>
        </p:sp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64A1977C-5E7A-AAD4-6178-79434F9C154A}"/>
                </a:ext>
              </a:extLst>
            </p:cNvPr>
            <p:cNvSpPr/>
            <p:nvPr/>
          </p:nvSpPr>
          <p:spPr>
            <a:xfrm>
              <a:off x="3550475" y="2871269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200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5B6F8E-2C90-6108-5A78-AA1917DB9D55}"/>
              </a:ext>
            </a:extLst>
          </p:cNvPr>
          <p:cNvCxnSpPr>
            <a:cxnSpLocks/>
          </p:cNvCxnSpPr>
          <p:nvPr/>
        </p:nvCxnSpPr>
        <p:spPr>
          <a:xfrm flipH="1">
            <a:off x="10192239" y="4052196"/>
            <a:ext cx="38066" cy="638281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F0D57F6D-CBD4-9635-7090-E0D3A20A1C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0143"/>
          <a:stretch/>
        </p:blipFill>
        <p:spPr>
          <a:xfrm>
            <a:off x="3431420" y="5184843"/>
            <a:ext cx="5076825" cy="74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974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Waarom maakt dat uit?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4442"/>
            <a:ext cx="10942468" cy="4673809"/>
          </a:xfrm>
        </p:spPr>
        <p:txBody>
          <a:bodyPr>
            <a:normAutofit/>
          </a:bodyPr>
          <a:lstStyle/>
          <a:p>
            <a:r>
              <a:rPr lang="nl-NL" noProof="0" dirty="0"/>
              <a:t>Je praat nu tegen </a:t>
            </a:r>
            <a:r>
              <a:rPr lang="nl-NL" noProof="0" dirty="0" err="1"/>
              <a:t>mario</a:t>
            </a:r>
            <a:r>
              <a:rPr lang="nl-NL" dirty="0"/>
              <a:t>2 met mario1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EFD97F1-E55D-43F1-27D5-CB439F648497}"/>
              </a:ext>
            </a:extLst>
          </p:cNvPr>
          <p:cNvCxnSpPr>
            <a:cxnSpLocks/>
            <a:endCxn id="4" idx="1"/>
          </p:cNvCxnSpPr>
          <p:nvPr/>
        </p:nvCxnSpPr>
        <p:spPr>
          <a:xfrm>
            <a:off x="4180048" y="4092951"/>
            <a:ext cx="3844139" cy="1638406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1ED2F9-6A32-878C-DF1C-EC0CC2E84D56}"/>
              </a:ext>
            </a:extLst>
          </p:cNvPr>
          <p:cNvGrpSpPr/>
          <p:nvPr/>
        </p:nvGrpSpPr>
        <p:grpSpPr>
          <a:xfrm>
            <a:off x="8024187" y="4656452"/>
            <a:ext cx="2256817" cy="1916347"/>
            <a:chOff x="7654536" y="5147751"/>
            <a:chExt cx="2256817" cy="1916347"/>
          </a:xfrm>
        </p:grpSpPr>
        <p:sp>
          <p:nvSpPr>
            <p:cNvPr id="4" name="Flowchart: Alternate Process 3">
              <a:extLst>
                <a:ext uri="{FF2B5EF4-FFF2-40B4-BE49-F238E27FC236}">
                  <a16:creationId xmlns:a16="http://schemas.microsoft.com/office/drawing/2014/main" id="{30CA0B79-15FD-29FB-28CF-A0A982FC3E0B}"/>
                </a:ext>
              </a:extLst>
            </p:cNvPr>
            <p:cNvSpPr/>
            <p:nvPr/>
          </p:nvSpPr>
          <p:spPr>
            <a:xfrm>
              <a:off x="7654536" y="5381213"/>
              <a:ext cx="2256817" cy="16828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ToyMario</a:t>
              </a:r>
              <a:r>
                <a:rPr lang="nl-NL" dirty="0"/>
                <a:t> </a:t>
              </a:r>
            </a:p>
            <a:p>
              <a:pPr algn="ctr"/>
              <a:r>
                <a:rPr lang="nl-NL" dirty="0"/>
                <a:t>Instance</a:t>
              </a:r>
            </a:p>
            <a:p>
              <a:pPr algn="ctr"/>
              <a:endParaRPr lang="nl-NL" dirty="0"/>
            </a:p>
            <a:p>
              <a:pPr algn="ctr"/>
              <a:r>
                <a:rPr lang="nl-NL" dirty="0"/>
                <a:t>X bytes groot</a:t>
              </a:r>
            </a:p>
          </p:txBody>
        </p:sp>
        <p:sp>
          <p:nvSpPr>
            <p:cNvPr id="16" name="Rectangle: Single Corner Snipped 15">
              <a:extLst>
                <a:ext uri="{FF2B5EF4-FFF2-40B4-BE49-F238E27FC236}">
                  <a16:creationId xmlns:a16="http://schemas.microsoft.com/office/drawing/2014/main" id="{9C575AF4-E944-5F24-7A50-5CF8F54692E5}"/>
                </a:ext>
              </a:extLst>
            </p:cNvPr>
            <p:cNvSpPr/>
            <p:nvPr/>
          </p:nvSpPr>
          <p:spPr>
            <a:xfrm>
              <a:off x="7904448" y="5147751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8999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27EC7E4-0898-2F11-C286-7FBBCFF1AEF9}"/>
              </a:ext>
            </a:extLst>
          </p:cNvPr>
          <p:cNvGrpSpPr/>
          <p:nvPr/>
        </p:nvGrpSpPr>
        <p:grpSpPr>
          <a:xfrm>
            <a:off x="1587673" y="4741575"/>
            <a:ext cx="2256817" cy="1917006"/>
            <a:chOff x="3298757" y="4741245"/>
            <a:chExt cx="2256817" cy="1917006"/>
          </a:xfrm>
        </p:grpSpPr>
        <p:sp>
          <p:nvSpPr>
            <p:cNvPr id="18" name="Flowchart: Alternate Process 17">
              <a:extLst>
                <a:ext uri="{FF2B5EF4-FFF2-40B4-BE49-F238E27FC236}">
                  <a16:creationId xmlns:a16="http://schemas.microsoft.com/office/drawing/2014/main" id="{A1716269-E049-AD69-91C8-3EA0BF6217C8}"/>
                </a:ext>
              </a:extLst>
            </p:cNvPr>
            <p:cNvSpPr/>
            <p:nvPr/>
          </p:nvSpPr>
          <p:spPr>
            <a:xfrm>
              <a:off x="3298757" y="4975366"/>
              <a:ext cx="2256817" cy="1682885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ToyMario</a:t>
              </a:r>
              <a:r>
                <a:rPr lang="nl-NL" dirty="0"/>
                <a:t> </a:t>
              </a:r>
            </a:p>
            <a:p>
              <a:pPr algn="ctr"/>
              <a:r>
                <a:rPr lang="nl-NL" dirty="0"/>
                <a:t>Instance</a:t>
              </a:r>
            </a:p>
            <a:p>
              <a:pPr algn="ctr"/>
              <a:endParaRPr lang="nl-NL" dirty="0"/>
            </a:p>
            <a:p>
              <a:pPr algn="ctr"/>
              <a:r>
                <a:rPr lang="nl-NL" dirty="0"/>
                <a:t>X bytes groot</a:t>
              </a:r>
            </a:p>
          </p:txBody>
        </p:sp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A90ECA2E-943F-7476-FC00-BF1070C56632}"/>
                </a:ext>
              </a:extLst>
            </p:cNvPr>
            <p:cNvSpPr/>
            <p:nvPr/>
          </p:nvSpPr>
          <p:spPr>
            <a:xfrm>
              <a:off x="3548669" y="4741245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5000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C54A777-5329-BC2B-9CFE-16AC57A51D39}"/>
              </a:ext>
            </a:extLst>
          </p:cNvPr>
          <p:cNvGrpSpPr/>
          <p:nvPr/>
        </p:nvGrpSpPr>
        <p:grpSpPr>
          <a:xfrm>
            <a:off x="1252115" y="2739661"/>
            <a:ext cx="2977136" cy="1378677"/>
            <a:chOff x="3312336" y="2871269"/>
            <a:chExt cx="2977136" cy="1378677"/>
          </a:xfrm>
        </p:grpSpPr>
        <p:sp>
          <p:nvSpPr>
            <p:cNvPr id="6" name="Flowchart: Alternate Process 5">
              <a:extLst>
                <a:ext uri="{FF2B5EF4-FFF2-40B4-BE49-F238E27FC236}">
                  <a16:creationId xmlns:a16="http://schemas.microsoft.com/office/drawing/2014/main" id="{E4D17932-FDF6-28B2-2720-B8A52609FA16}"/>
                </a:ext>
              </a:extLst>
            </p:cNvPr>
            <p:cNvSpPr/>
            <p:nvPr/>
          </p:nvSpPr>
          <p:spPr>
            <a:xfrm>
              <a:off x="3312336" y="3105390"/>
              <a:ext cx="2977136" cy="1144556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mario1</a:t>
              </a:r>
            </a:p>
          </p:txBody>
        </p:sp>
        <p:sp>
          <p:nvSpPr>
            <p:cNvPr id="15" name="Rectangle: Single Corner Snipped 14">
              <a:extLst>
                <a:ext uri="{FF2B5EF4-FFF2-40B4-BE49-F238E27FC236}">
                  <a16:creationId xmlns:a16="http://schemas.microsoft.com/office/drawing/2014/main" id="{80A7ECFE-16DA-EE07-264B-FFBBB346E9E7}"/>
                </a:ext>
              </a:extLst>
            </p:cNvPr>
            <p:cNvSpPr/>
            <p:nvPr/>
          </p:nvSpPr>
          <p:spPr>
            <a:xfrm>
              <a:off x="3550475" y="2871269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100</a:t>
              </a: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903E29D2-426F-78D9-EF80-4A3381210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172" y="569645"/>
            <a:ext cx="5076825" cy="1857375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632B6B3E-0FDC-3E24-6790-41BDBC8FA09D}"/>
              </a:ext>
            </a:extLst>
          </p:cNvPr>
          <p:cNvGrpSpPr/>
          <p:nvPr/>
        </p:nvGrpSpPr>
        <p:grpSpPr>
          <a:xfrm>
            <a:off x="7234136" y="2694239"/>
            <a:ext cx="2977136" cy="1378677"/>
            <a:chOff x="3312336" y="2871269"/>
            <a:chExt cx="2977136" cy="1378677"/>
          </a:xfrm>
        </p:grpSpPr>
        <p:sp>
          <p:nvSpPr>
            <p:cNvPr id="17" name="Flowchart: Alternate Process 16">
              <a:extLst>
                <a:ext uri="{FF2B5EF4-FFF2-40B4-BE49-F238E27FC236}">
                  <a16:creationId xmlns:a16="http://schemas.microsoft.com/office/drawing/2014/main" id="{FE7F5EB6-61CA-7CE9-C13E-FDEAE4E51204}"/>
                </a:ext>
              </a:extLst>
            </p:cNvPr>
            <p:cNvSpPr/>
            <p:nvPr/>
          </p:nvSpPr>
          <p:spPr>
            <a:xfrm>
              <a:off x="3312336" y="3105390"/>
              <a:ext cx="2977136" cy="1144556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mario2</a:t>
              </a:r>
            </a:p>
          </p:txBody>
        </p:sp>
        <p:sp>
          <p:nvSpPr>
            <p:cNvPr id="20" name="Rectangle: Single Corner Snipped 19">
              <a:extLst>
                <a:ext uri="{FF2B5EF4-FFF2-40B4-BE49-F238E27FC236}">
                  <a16:creationId xmlns:a16="http://schemas.microsoft.com/office/drawing/2014/main" id="{64A1977C-5E7A-AAD4-6178-79434F9C154A}"/>
                </a:ext>
              </a:extLst>
            </p:cNvPr>
            <p:cNvSpPr/>
            <p:nvPr/>
          </p:nvSpPr>
          <p:spPr>
            <a:xfrm>
              <a:off x="3550475" y="2871269"/>
              <a:ext cx="1303507" cy="233462"/>
            </a:xfrm>
            <a:prstGeom prst="snip1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200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E5B6F8E-2C90-6108-5A78-AA1917DB9D55}"/>
              </a:ext>
            </a:extLst>
          </p:cNvPr>
          <p:cNvCxnSpPr>
            <a:cxnSpLocks/>
          </p:cNvCxnSpPr>
          <p:nvPr/>
        </p:nvCxnSpPr>
        <p:spPr>
          <a:xfrm flipH="1">
            <a:off x="8650593" y="4017391"/>
            <a:ext cx="38066" cy="638281"/>
          </a:xfrm>
          <a:prstGeom prst="straightConnector1">
            <a:avLst/>
          </a:prstGeom>
          <a:ln w="76200"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864077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46ACF-677C-4C47-B097-C82DB9EF9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B0ED0-FD23-4DF4-8487-56E64A451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7438"/>
            <a:ext cx="10942468" cy="4780814"/>
          </a:xfrm>
        </p:spPr>
        <p:txBody>
          <a:bodyPr>
            <a:normAutofit/>
          </a:bodyPr>
          <a:lstStyle/>
          <a:p>
            <a:r>
              <a:rPr lang="nl-NL" noProof="0" dirty="0"/>
              <a:t>De volgende opgaven:</a:t>
            </a:r>
            <a:endParaRPr lang="nl-NL" noProof="0" dirty="0">
              <a:solidFill>
                <a:srgbClr val="FFC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713A50-6C8F-8C9F-8453-11F32DDC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137" y="3429000"/>
            <a:ext cx="4995863" cy="110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5080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779</TotalTime>
  <Words>355</Words>
  <Application>Microsoft Office PowerPoint</Application>
  <PresentationFormat>Widescreen</PresentationFormat>
  <Paragraphs>149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C# Deel 2</vt:lpstr>
      <vt:lpstr>Leerdoel</vt:lpstr>
      <vt:lpstr>Instance</vt:lpstr>
      <vt:lpstr>Instance bewaren</vt:lpstr>
      <vt:lpstr>Wat bewaren we eigenlijk?</vt:lpstr>
      <vt:lpstr>3 marios</vt:lpstr>
      <vt:lpstr>Maar niet met int, float etc</vt:lpstr>
      <vt:lpstr>Waarom maakt dat uit?</vt:lpstr>
      <vt:lpstr>Waarom maakt dat uit?</vt:lpstr>
      <vt:lpstr>Waarom maakt dat uit?</vt:lpstr>
      <vt:lpstr>Waarom maakt dat uit?</vt:lpstr>
      <vt:lpstr>Waarom maakt dat uit?</vt:lpstr>
      <vt:lpstr>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Deel 2</dc:title>
  <dc:creator>Dragan Javorac</dc:creator>
  <cp:lastModifiedBy>Dragan Javorac</cp:lastModifiedBy>
  <cp:revision>2</cp:revision>
  <cp:lastPrinted>2022-05-09T06:23:06Z</cp:lastPrinted>
  <dcterms:created xsi:type="dcterms:W3CDTF">2022-04-26T11:06:09Z</dcterms:created>
  <dcterms:modified xsi:type="dcterms:W3CDTF">2024-06-13T12:21:49Z</dcterms:modified>
</cp:coreProperties>
</file>