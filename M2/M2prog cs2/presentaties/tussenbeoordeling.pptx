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5A0-D343-C60F-8501-D0EC618C3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0A080-EA96-E1F8-9079-8F5D059F4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99210-08F5-28CC-81F8-3A79A454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14F86-DDFF-5BCC-34FE-611453EB2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47F51-72A5-7CF5-254C-61718375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67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C0B5-2764-3B20-624C-2E22C6B2A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54660-E0D2-8DF4-EAC2-33F16EA09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86E6-A3EC-1C9F-1493-A3DBCDF7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5F757-C0B2-D290-5223-FC9D58E6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ECA75-C404-6A97-CF07-02E3322E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8892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EA90-D3E2-218B-C2E8-29F32D48F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ED938-C6F2-E142-AA78-2DFF7D927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12283-3B83-E17A-2DAC-92C458046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7FC56-B4BD-BEFC-2CD2-67C2DCB1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68E84-DF07-6D24-58DA-2AD4240AE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2744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8ED9-6BD9-CE68-F2DF-AF75B03A6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29CC4-8899-75EA-959D-E1C2D19A4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FBE18-BA76-4469-3126-A7DADAAE5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74653-87F7-0BA8-ABBF-53DB3748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24660-EE60-35C1-E297-A43D6982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5335E-9F9C-9AD3-BA24-63F6E950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147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60505-ED4F-413B-074F-6EA690EB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265FE-617B-825C-D1C2-8AF02D580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204FA-D9FE-3367-B052-49A7EA103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637C1-2066-C2D3-60C8-95E484AC7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0DF33-AFE0-CD09-75FC-68DA40F01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6A3CD-C670-C648-B7E2-FE8EC8B32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F519E-B963-AB24-1F5B-19A0D4F9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03F4A-91E7-D9CA-1356-A3797DB4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5984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E100-7FB4-C62A-80A9-A950C09A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AA631-C8EF-7346-843D-57A4DCFA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C87ED4-28F9-4A54-CA91-949A0C4B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242F3-9F8F-0680-3322-399E49E9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423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9F1526-DFCE-7695-359D-61E03EC40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F7FC7-73F5-FFB2-C358-E4B2BD00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AFB4B-AE1B-9600-B4C4-3A7F8134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177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FCB7-0F4E-56C5-1D37-AA731ABE1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D1197-5DE2-5C08-F0C3-8A8441796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E55D2-23AD-5D36-82AE-B33885404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91A1-1163-2D90-FF0F-8C9A2C09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E2B70-369B-E71E-947D-0626EE558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3522D-2A0E-9F1E-8918-396AF97B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4997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18E5-FDC5-9905-7ADB-9BF846D9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EC6A4E-DF2C-7EF4-AF0B-73A2D062C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2A6C3-9C52-7A16-9E68-56C8582C6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45819-1725-79AA-42BE-1D693480E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65947-5445-F629-63ED-63A600FC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03657-97CF-2D0A-9763-75E8983E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4843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D7BB8-B6DC-8A63-5D55-12659408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3F938-EBDE-76B1-466D-976B65907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3DB9E-2FE7-3840-4B83-08190C4D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2EB69-6EFE-AB9D-4641-90DF1690B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33AB7-3B30-C3DD-92FE-48AE25D1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768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A8905-3812-D285-3B06-8680984F0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3BCE0-94EC-47E9-186A-91313F46E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195DE-345F-4937-3B3F-11DC98AF2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F9067-013D-9BA4-EAB5-0F0DA78A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E92A6-2403-1894-6F86-019C1F0E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352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6A876-A86B-8AE0-413E-88DBB87DA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8BD91-FDB3-47C6-96F6-123322CF2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02B16-E834-D26B-0FB6-D30F0441F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083BA-B9ED-4517-B93D-D304C598F82F}" type="datetimeFigureOut">
              <a:rPr lang="nl-NL" smtClean="0"/>
              <a:t>13-12-2024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E526F-1435-1FE7-6471-8EE2A9D6B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794CC-C926-A128-F4F3-5F7F89FAD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05B74-3821-4E83-94FF-AFD58A32ADA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916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8703-011E-B216-9330-19EE83F39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58ED5-9D6B-0739-FEE9-5DF1C57B84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0434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B8A9-C1B0-EEE7-AE67-6EEC7F46F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Tussen beoordeling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0BE000-AE61-94E4-1DFC-3D50DFDF2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0400" y="1825625"/>
            <a:ext cx="6906247" cy="34036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A35514-C075-12EE-2F57-71C71D25C0E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150259" cy="41858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Lees de opdracht</a:t>
            </a:r>
          </a:p>
          <a:p>
            <a:endParaRPr lang="nl-NL" dirty="0"/>
          </a:p>
          <a:p>
            <a:r>
              <a:rPr lang="nl-NL" dirty="0"/>
              <a:t>Ik verwacht:</a:t>
            </a:r>
          </a:p>
          <a:p>
            <a:pPr lvl="1"/>
            <a:r>
              <a:rPr lang="nl-NL" dirty="0"/>
              <a:t>dat je alle vragen kort beantwoord</a:t>
            </a:r>
          </a:p>
          <a:p>
            <a:endParaRPr lang="nl-NL" dirty="0"/>
          </a:p>
          <a:p>
            <a:r>
              <a:rPr lang="nl-NL" dirty="0"/>
              <a:t>En dus:</a:t>
            </a:r>
          </a:p>
          <a:p>
            <a:pPr lvl="1"/>
            <a:r>
              <a:rPr lang="nl-NL"/>
              <a:t>Stilstaat </a:t>
            </a:r>
            <a:r>
              <a:rPr lang="nl-NL" dirty="0"/>
              <a:t>bij HOE jij het tot nu toe gedaan hebt</a:t>
            </a:r>
          </a:p>
          <a:p>
            <a:pPr lvl="1"/>
            <a:r>
              <a:rPr lang="nl-NL" dirty="0"/>
              <a:t>En hoe je het straks gaat doen</a:t>
            </a:r>
          </a:p>
        </p:txBody>
      </p:sp>
    </p:spTree>
    <p:extLst>
      <p:ext uri="{BB962C8B-B14F-4D97-AF65-F5344CB8AC3E}">
        <p14:creationId xmlns:p14="http://schemas.microsoft.com/office/powerpoint/2010/main" val="2326257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A1B8-DF13-6790-A8B2-9CB4357D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82937-A195-7D74-14B2-CF63BF512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dsds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2163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Tussen beoordeling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1</cp:revision>
  <dcterms:created xsi:type="dcterms:W3CDTF">2024-12-13T07:46:18Z</dcterms:created>
  <dcterms:modified xsi:type="dcterms:W3CDTF">2024-12-13T07:48:19Z</dcterms:modified>
</cp:coreProperties>
</file>