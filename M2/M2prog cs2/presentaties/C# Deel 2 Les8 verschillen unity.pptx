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99" r:id="rId3"/>
    <p:sldId id="298" r:id="rId4"/>
    <p:sldId id="290" r:id="rId5"/>
    <p:sldId id="293" r:id="rId6"/>
    <p:sldId id="294" r:id="rId7"/>
    <p:sldId id="295" r:id="rId8"/>
    <p:sldId id="297" r:id="rId9"/>
    <p:sldId id="291" r:id="rId10"/>
    <p:sldId id="28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A5B7D3"/>
    <a:srgbClr val="213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4D154D-4BDF-49DF-9487-7ACC1B160D9D}" v="2" dt="2026-01-15T07:28:23.2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3" autoAdjust="0"/>
    <p:restoredTop sz="86449" autoAdjust="0"/>
  </p:normalViewPr>
  <p:slideViewPr>
    <p:cSldViewPr snapToGrid="0">
      <p:cViewPr varScale="1">
        <p:scale>
          <a:sx n="49" d="100"/>
          <a:sy n="49" d="100"/>
        </p:scale>
        <p:origin x="60" y="3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custSel delSld modSld">
      <pc:chgData name="Dragan Javorac" userId="913c2858-fb97-4c6e-a42c-b1f1a16b225e" providerId="ADAL" clId="{BC00D9DF-F858-4149-8B7B-F211D448CEDA}" dt="2026-01-15T07:28:41.834" v="10" actId="47"/>
      <pc:docMkLst>
        <pc:docMk/>
      </pc:docMkLst>
      <pc:sldChg chg="del">
        <pc:chgData name="Dragan Javorac" userId="913c2858-fb97-4c6e-a42c-b1f1a16b225e" providerId="ADAL" clId="{BC00D9DF-F858-4149-8B7B-F211D448CEDA}" dt="2026-01-15T07:27:15.401" v="0" actId="47"/>
        <pc:sldMkLst>
          <pc:docMk/>
          <pc:sldMk cId="3271203707" sldId="288"/>
        </pc:sldMkLst>
      </pc:sldChg>
      <pc:sldChg chg="addSp delSp modSp mod">
        <pc:chgData name="Dragan Javorac" userId="913c2858-fb97-4c6e-a42c-b1f1a16b225e" providerId="ADAL" clId="{BC00D9DF-F858-4149-8B7B-F211D448CEDA}" dt="2026-01-15T07:28:37.154" v="9" actId="1076"/>
        <pc:sldMkLst>
          <pc:docMk/>
          <pc:sldMk cId="2062508089" sldId="289"/>
        </pc:sldMkLst>
        <pc:spChg chg="mod">
          <ac:chgData name="Dragan Javorac" userId="913c2858-fb97-4c6e-a42c-b1f1a16b225e" providerId="ADAL" clId="{BC00D9DF-F858-4149-8B7B-F211D448CEDA}" dt="2026-01-15T07:28:23.222" v="5" actId="20577"/>
          <ac:spMkLst>
            <pc:docMk/>
            <pc:sldMk cId="2062508089" sldId="289"/>
            <ac:spMk id="3" creationId="{9C1B0ED0-FD23-4DF4-8487-56E64A4517DA}"/>
          </ac:spMkLst>
        </pc:spChg>
        <pc:picChg chg="del">
          <ac:chgData name="Dragan Javorac" userId="913c2858-fb97-4c6e-a42c-b1f1a16b225e" providerId="ADAL" clId="{BC00D9DF-F858-4149-8B7B-F211D448CEDA}" dt="2026-01-15T07:28:19.258" v="1" actId="478"/>
          <ac:picMkLst>
            <pc:docMk/>
            <pc:sldMk cId="2062508089" sldId="289"/>
            <ac:picMk id="5" creationId="{4FF2507A-AB73-60BA-71E0-B5569065389E}"/>
          </ac:picMkLst>
        </pc:picChg>
        <pc:picChg chg="add mod">
          <ac:chgData name="Dragan Javorac" userId="913c2858-fb97-4c6e-a42c-b1f1a16b225e" providerId="ADAL" clId="{BC00D9DF-F858-4149-8B7B-F211D448CEDA}" dt="2026-01-15T07:28:37.154" v="9" actId="1076"/>
          <ac:picMkLst>
            <pc:docMk/>
            <pc:sldMk cId="2062508089" sldId="289"/>
            <ac:picMk id="6" creationId="{2D6AEEAE-8324-20A2-02C6-DF7BDFA380CB}"/>
          </ac:picMkLst>
        </pc:picChg>
      </pc:sldChg>
      <pc:sldChg chg="del">
        <pc:chgData name="Dragan Javorac" userId="913c2858-fb97-4c6e-a42c-b1f1a16b225e" providerId="ADAL" clId="{BC00D9DF-F858-4149-8B7B-F211D448CEDA}" dt="2026-01-15T07:28:41.834" v="10" actId="47"/>
        <pc:sldMkLst>
          <pc:docMk/>
          <pc:sldMk cId="3645341825" sldId="292"/>
        </pc:sldMkLst>
      </pc:sldChg>
      <pc:sldChg chg="del">
        <pc:chgData name="Dragan Javorac" userId="913c2858-fb97-4c6e-a42c-b1f1a16b225e" providerId="ADAL" clId="{BC00D9DF-F858-4149-8B7B-F211D448CEDA}" dt="2026-01-15T07:27:15.401" v="0" actId="47"/>
        <pc:sldMkLst>
          <pc:docMk/>
          <pc:sldMk cId="708242790" sldId="300"/>
        </pc:sldMkLst>
      </pc:sldChg>
      <pc:sldChg chg="del">
        <pc:chgData name="Dragan Javorac" userId="913c2858-fb97-4c6e-a42c-b1f1a16b225e" providerId="ADAL" clId="{BC00D9DF-F858-4149-8B7B-F211D448CEDA}" dt="2026-01-15T07:27:15.401" v="0" actId="47"/>
        <pc:sldMkLst>
          <pc:docMk/>
          <pc:sldMk cId="3199020901" sldId="301"/>
        </pc:sldMkLst>
      </pc:sldChg>
      <pc:sldChg chg="del">
        <pc:chgData name="Dragan Javorac" userId="913c2858-fb97-4c6e-a42c-b1f1a16b225e" providerId="ADAL" clId="{BC00D9DF-F858-4149-8B7B-F211D448CEDA}" dt="2026-01-15T07:27:15.401" v="0" actId="47"/>
        <pc:sldMkLst>
          <pc:docMk/>
          <pc:sldMk cId="995057723" sldId="30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598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113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8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408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724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19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206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945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309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794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96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4">
                <a:lumMod val="75000"/>
              </a:schemeClr>
            </a:gs>
            <a:gs pos="0">
              <a:schemeClr val="accent3">
                <a:lumMod val="50000"/>
              </a:schemeClr>
            </a:gs>
            <a:gs pos="100000">
              <a:schemeClr val="accent5">
                <a:lumMod val="60000"/>
                <a:lumOff val="4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rgbClr val="A5B7D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18F83-F2D4-46BF-9E5D-FF9439C20B20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6648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progsen/M2Prog_Cs2_24/blob/main/eindbeoordeling/02%20opgave.m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7A49-3921-4604-B6B2-61568970C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C# Deel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99728-9CFD-4345-B7B5-5B803A05E8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noProof="0" dirty="0" err="1"/>
              <a:t>Unity</a:t>
            </a:r>
            <a:r>
              <a:rPr lang="nl-NL" noProof="0" dirty="0"/>
              <a:t> </a:t>
            </a:r>
            <a:r>
              <a:rPr lang="nl-NL" noProof="0" dirty="0" err="1"/>
              <a:t>Vs</a:t>
            </a:r>
            <a:r>
              <a:rPr lang="nl-NL" noProof="0" dirty="0"/>
              <a:t> console</a:t>
            </a:r>
          </a:p>
        </p:txBody>
      </p:sp>
    </p:spTree>
    <p:extLst>
      <p:ext uri="{BB962C8B-B14F-4D97-AF65-F5344CB8AC3E}">
        <p14:creationId xmlns:p14="http://schemas.microsoft.com/office/powerpoint/2010/main" val="729763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Leerdoel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5532"/>
            <a:ext cx="10942468" cy="4712720"/>
          </a:xfrm>
        </p:spPr>
        <p:txBody>
          <a:bodyPr>
            <a:normAutofit/>
          </a:bodyPr>
          <a:lstStyle/>
          <a:p>
            <a:r>
              <a:rPr lang="nl-NL" dirty="0"/>
              <a:t>Jullie kunnen 3 verschillen tussen .net &amp; </a:t>
            </a:r>
            <a:r>
              <a:rPr lang="nl-NL" dirty="0" err="1"/>
              <a:t>Unity</a:t>
            </a:r>
            <a:r>
              <a:rPr lang="nl-NL" dirty="0"/>
              <a:t> noemen waar je rekening mee </a:t>
            </a:r>
            <a:r>
              <a:rPr lang="nl-NL"/>
              <a:t>moet houden.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33168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/>
              <a:t>Unity</a:t>
            </a:r>
            <a:r>
              <a:rPr lang="nl-NL" noProof="0" dirty="0"/>
              <a:t> </a:t>
            </a:r>
            <a:r>
              <a:rPr lang="nl-NL" noProof="0" dirty="0" err="1"/>
              <a:t>vs</a:t>
            </a:r>
            <a:r>
              <a:rPr lang="nl-NL" noProof="0" dirty="0"/>
              <a:t> Console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5532"/>
            <a:ext cx="10942468" cy="4712720"/>
          </a:xfrm>
        </p:spPr>
        <p:txBody>
          <a:bodyPr>
            <a:normAutofit/>
          </a:bodyPr>
          <a:lstStyle/>
          <a:p>
            <a:r>
              <a:rPr lang="nl-NL" noProof="0" dirty="0"/>
              <a:t>Tot nu toe werken wij in .Net 6 of 7</a:t>
            </a:r>
          </a:p>
          <a:p>
            <a:endParaRPr lang="nl-NL" dirty="0"/>
          </a:p>
          <a:p>
            <a:r>
              <a:rPr lang="nl-NL" dirty="0"/>
              <a:t>Dat is niet dezelfde .net als </a:t>
            </a:r>
            <a:r>
              <a:rPr lang="nl-NL" dirty="0" err="1"/>
              <a:t>unity</a:t>
            </a:r>
            <a:r>
              <a:rPr lang="nl-NL" dirty="0"/>
              <a:t> gebruikt</a:t>
            </a:r>
          </a:p>
          <a:p>
            <a:endParaRPr lang="nl-NL" dirty="0"/>
          </a:p>
          <a:p>
            <a:r>
              <a:rPr lang="nl-NL" dirty="0" err="1"/>
              <a:t>Unity</a:t>
            </a:r>
            <a:r>
              <a:rPr lang="nl-NL" dirty="0"/>
              <a:t> gebruikt het .Net Framework (4.x)</a:t>
            </a:r>
          </a:p>
          <a:p>
            <a:endParaRPr lang="nl-NL" dirty="0"/>
          </a:p>
          <a:p>
            <a:r>
              <a:rPr lang="nl-NL" dirty="0"/>
              <a:t>Er zijn verschillen</a:t>
            </a:r>
          </a:p>
        </p:txBody>
      </p:sp>
    </p:spTree>
    <p:extLst>
      <p:ext uri="{BB962C8B-B14F-4D97-AF65-F5344CB8AC3E}">
        <p14:creationId xmlns:p14="http://schemas.microsoft.com/office/powerpoint/2010/main" val="3057477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Verschillen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3898"/>
            <a:ext cx="10942468" cy="4654354"/>
          </a:xfrm>
        </p:spPr>
        <p:txBody>
          <a:bodyPr>
            <a:normAutofit/>
          </a:bodyPr>
          <a:lstStyle/>
          <a:p>
            <a:r>
              <a:rPr lang="nl-NL" dirty="0"/>
              <a:t>.Net 6 &amp; 7 zijn moderner</a:t>
            </a:r>
          </a:p>
          <a:p>
            <a:r>
              <a:rPr lang="nl-NL" dirty="0"/>
              <a:t>Hebben dus ook meer</a:t>
            </a:r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Voorbeelden</a:t>
            </a:r>
          </a:p>
          <a:p>
            <a:pPr lvl="1"/>
            <a:r>
              <a:rPr lang="nl-NL" dirty="0"/>
              <a:t>de </a:t>
            </a:r>
            <a:r>
              <a:rPr lang="nl-NL" dirty="0" err="1"/>
              <a:t>JsonSerializer</a:t>
            </a:r>
            <a:endParaRPr lang="nl-NL" dirty="0"/>
          </a:p>
          <a:p>
            <a:pPr lvl="1"/>
            <a:r>
              <a:rPr lang="nl-NL" dirty="0" err="1"/>
              <a:t>Usings</a:t>
            </a:r>
            <a:endParaRPr lang="nl-NL" dirty="0"/>
          </a:p>
          <a:p>
            <a:pPr lvl="1"/>
            <a:r>
              <a:rPr lang="nl-NL" dirty="0" err="1"/>
              <a:t>FileIO</a:t>
            </a:r>
            <a:r>
              <a:rPr lang="nl-NL" dirty="0"/>
              <a:t> &amp; copy </a:t>
            </a:r>
            <a:r>
              <a:rPr lang="nl-NL" dirty="0" err="1"/>
              <a:t>always</a:t>
            </a:r>
            <a:r>
              <a:rPr lang="nl-NL" dirty="0"/>
              <a:t>/</a:t>
            </a:r>
            <a:r>
              <a:rPr lang="nl-NL" dirty="0" err="1"/>
              <a:t>newer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090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Implicit</a:t>
            </a:r>
            <a:r>
              <a:rPr lang="nl-NL" dirty="0"/>
              <a:t> </a:t>
            </a:r>
            <a:r>
              <a:rPr lang="nl-NL" dirty="0" err="1"/>
              <a:t>usings</a:t>
            </a:r>
            <a:endParaRPr lang="nl-NL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3898"/>
            <a:ext cx="10942468" cy="4654354"/>
          </a:xfrm>
        </p:spPr>
        <p:txBody>
          <a:bodyPr>
            <a:normAutofit/>
          </a:bodyPr>
          <a:lstStyle/>
          <a:p>
            <a:r>
              <a:rPr lang="nl-NL" dirty="0"/>
              <a:t>In </a:t>
            </a:r>
            <a:r>
              <a:rPr lang="nl-NL" dirty="0" err="1"/>
              <a:t>Unity</a:t>
            </a:r>
            <a:r>
              <a:rPr lang="nl-NL" dirty="0"/>
              <a:t> moet je je </a:t>
            </a:r>
            <a:r>
              <a:rPr lang="nl-NL" dirty="0" err="1"/>
              <a:t>usings</a:t>
            </a:r>
            <a:r>
              <a:rPr lang="nl-NL" dirty="0"/>
              <a:t> kennen denk aan: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In .net 5+  niet</a:t>
            </a:r>
          </a:p>
          <a:p>
            <a:pPr lvl="1"/>
            <a:r>
              <a:rPr lang="nl-NL" dirty="0"/>
              <a:t>Daar begrijpt de compiler/</a:t>
            </a:r>
            <a:r>
              <a:rPr lang="nl-NL" dirty="0" err="1"/>
              <a:t>intellisence</a:t>
            </a:r>
            <a:r>
              <a:rPr lang="nl-NL" dirty="0"/>
              <a:t> waar de Class zit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C296EE-C397-6ED4-5512-A0FF52043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159" y="2493929"/>
            <a:ext cx="36385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30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JsonUtility</a:t>
            </a:r>
            <a:endParaRPr lang="nl-NL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3898"/>
            <a:ext cx="10942468" cy="4654354"/>
          </a:xfrm>
        </p:spPr>
        <p:txBody>
          <a:bodyPr>
            <a:normAutofit/>
          </a:bodyPr>
          <a:lstStyle/>
          <a:p>
            <a:r>
              <a:rPr lang="nl-NL" dirty="0"/>
              <a:t>De </a:t>
            </a:r>
            <a:r>
              <a:rPr lang="nl-NL" dirty="0" err="1"/>
              <a:t>JsonUtility</a:t>
            </a:r>
            <a:r>
              <a:rPr lang="nl-NL" dirty="0"/>
              <a:t> werkt net iets anders:</a:t>
            </a:r>
          </a:p>
          <a:p>
            <a:pPr lvl="1"/>
            <a:r>
              <a:rPr lang="nl-NL" dirty="0"/>
              <a:t>[] een array mag niet als eerste</a:t>
            </a:r>
          </a:p>
          <a:p>
            <a:pPr lvl="1"/>
            <a:r>
              <a:rPr lang="nl-NL" dirty="0"/>
              <a:t>Je moet een </a:t>
            </a:r>
            <a:r>
              <a:rPr lang="nl-NL" dirty="0" err="1"/>
              <a:t>wrapper</a:t>
            </a:r>
            <a:r>
              <a:rPr lang="nl-NL" dirty="0"/>
              <a:t> hebben</a:t>
            </a:r>
          </a:p>
          <a:p>
            <a:pPr lvl="1"/>
            <a:r>
              <a:rPr lang="nl-NL" dirty="0" err="1"/>
              <a:t>Properties</a:t>
            </a:r>
            <a:r>
              <a:rPr lang="nl-NL" dirty="0"/>
              <a:t> snapt deze niet</a:t>
            </a:r>
          </a:p>
          <a:p>
            <a:pPr lvl="1"/>
            <a:r>
              <a:rPr lang="nl-NL" dirty="0"/>
              <a:t>Je moet [</a:t>
            </a:r>
            <a:r>
              <a:rPr lang="nl-NL" dirty="0" err="1"/>
              <a:t>Serializable</a:t>
            </a:r>
            <a:r>
              <a:rPr lang="nl-NL" dirty="0"/>
              <a:t>] zijn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9F9728-2BB5-9CFE-B4FD-C6B09E319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030" y="1533525"/>
            <a:ext cx="4410075" cy="1895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F2D2A0-8F47-909F-8E06-A85677D4D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680" y="3527897"/>
            <a:ext cx="5305425" cy="428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D8616A-2B0A-8EE5-884A-ADEEB865E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480" y="4331075"/>
            <a:ext cx="576262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32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File IO</a:t>
            </a:r>
            <a:endParaRPr lang="nl-NL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3898"/>
            <a:ext cx="10942468" cy="4654354"/>
          </a:xfrm>
        </p:spPr>
        <p:txBody>
          <a:bodyPr>
            <a:normAutofit/>
          </a:bodyPr>
          <a:lstStyle/>
          <a:p>
            <a:r>
              <a:rPr lang="nl-NL" dirty="0"/>
              <a:t>In .net kan je overal bij (mits je rechten hebt)</a:t>
            </a:r>
          </a:p>
          <a:p>
            <a:endParaRPr lang="nl-NL" dirty="0"/>
          </a:p>
          <a:p>
            <a:r>
              <a:rPr lang="nl-NL" dirty="0"/>
              <a:t>Maar </a:t>
            </a:r>
            <a:r>
              <a:rPr lang="nl-NL" dirty="0" err="1"/>
              <a:t>Unity</a:t>
            </a:r>
            <a:r>
              <a:rPr lang="nl-NL" dirty="0"/>
              <a:t> levert bv .</a:t>
            </a:r>
            <a:r>
              <a:rPr lang="nl-NL" dirty="0" err="1"/>
              <a:t>txt</a:t>
            </a:r>
            <a:r>
              <a:rPr lang="nl-NL" dirty="0"/>
              <a:t> &amp; .</a:t>
            </a:r>
            <a:r>
              <a:rPr lang="nl-NL" dirty="0" err="1"/>
              <a:t>json</a:t>
            </a:r>
            <a:r>
              <a:rPr lang="nl-NL" dirty="0"/>
              <a:t> files niet mee als je BUILD</a:t>
            </a:r>
          </a:p>
          <a:p>
            <a:pPr lvl="1"/>
            <a:r>
              <a:rPr lang="nl-NL" dirty="0"/>
              <a:t>Je Copy </a:t>
            </a:r>
            <a:r>
              <a:rPr lang="nl-NL" dirty="0" err="1"/>
              <a:t>newer</a:t>
            </a:r>
            <a:r>
              <a:rPr lang="nl-NL" dirty="0"/>
              <a:t>/</a:t>
            </a:r>
            <a:r>
              <a:rPr lang="nl-NL" dirty="0" err="1"/>
              <a:t>always</a:t>
            </a:r>
            <a:r>
              <a:rPr lang="nl-NL" dirty="0"/>
              <a:t> werken dan niet</a:t>
            </a:r>
          </a:p>
          <a:p>
            <a:pPr lvl="1"/>
            <a:endParaRPr lang="nl-NL" dirty="0"/>
          </a:p>
          <a:p>
            <a:r>
              <a:rPr lang="nl-NL" dirty="0"/>
              <a:t>Resources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C28883-6899-E9DA-110D-D9C2C57DB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761" y="3628923"/>
            <a:ext cx="2790825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541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Resources</a:t>
            </a:r>
            <a:endParaRPr lang="nl-NL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3898"/>
            <a:ext cx="10942468" cy="4654354"/>
          </a:xfrm>
        </p:spPr>
        <p:txBody>
          <a:bodyPr>
            <a:normAutofit/>
          </a:bodyPr>
          <a:lstStyle/>
          <a:p>
            <a:r>
              <a:rPr lang="nl-NL" dirty="0"/>
              <a:t>Groepeer in directories</a:t>
            </a:r>
          </a:p>
          <a:p>
            <a:endParaRPr lang="nl-NL" dirty="0"/>
          </a:p>
          <a:p>
            <a:r>
              <a:rPr lang="nl-NL" dirty="0"/>
              <a:t>Gebruik </a:t>
            </a:r>
            <a:r>
              <a:rPr lang="nl-NL" dirty="0" err="1"/>
              <a:t>Unity’s</a:t>
            </a:r>
            <a:r>
              <a:rPr lang="nl-NL" dirty="0"/>
              <a:t> Resources class</a:t>
            </a:r>
          </a:p>
          <a:p>
            <a:endParaRPr lang="nl-NL" dirty="0"/>
          </a:p>
          <a:p>
            <a:r>
              <a:rPr lang="nl-NL" dirty="0"/>
              <a:t>Geen File nodig (wel voor bv savegames!)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648915-1DF9-461B-58E0-92999465F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018" y="1159079"/>
            <a:ext cx="2914650" cy="1409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BA9DED-AC4D-7A46-706C-6BF0588386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694" b="32631"/>
          <a:stretch/>
        </p:blipFill>
        <p:spPr>
          <a:xfrm>
            <a:off x="7242108" y="2568779"/>
            <a:ext cx="4538560" cy="1283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B8ECB4-A7A3-F522-7277-F190729FE39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3675"/>
          <a:stretch/>
        </p:blipFill>
        <p:spPr>
          <a:xfrm>
            <a:off x="738187" y="5357951"/>
            <a:ext cx="10715625" cy="93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41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/>
              <a:t>Unity</a:t>
            </a:r>
            <a:r>
              <a:rPr lang="nl-NL" noProof="0" dirty="0"/>
              <a:t> </a:t>
            </a:r>
            <a:r>
              <a:rPr lang="nl-NL" noProof="0" dirty="0" err="1"/>
              <a:t>MonoBehaviour</a:t>
            </a:r>
            <a:endParaRPr lang="nl-NL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4986"/>
            <a:ext cx="10942468" cy="4693265"/>
          </a:xfrm>
        </p:spPr>
        <p:txBody>
          <a:bodyPr>
            <a:normAutofit/>
          </a:bodyPr>
          <a:lstStyle/>
          <a:p>
            <a:r>
              <a:rPr lang="nl-NL" dirty="0"/>
              <a:t>Alles wat een :</a:t>
            </a:r>
            <a:r>
              <a:rPr lang="nl-NL" dirty="0" err="1"/>
              <a:t>MonoBehaviour</a:t>
            </a:r>
            <a:r>
              <a:rPr lang="nl-NL" dirty="0"/>
              <a:t> is krijgt </a:t>
            </a:r>
            <a:r>
              <a:rPr lang="nl-NL" dirty="0" err="1"/>
              <a:t>unity</a:t>
            </a:r>
            <a:r>
              <a:rPr lang="nl-NL" dirty="0"/>
              <a:t> tools cadeau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Een standaard class niet.</a:t>
            </a:r>
          </a:p>
          <a:p>
            <a:pPr lvl="1"/>
            <a:r>
              <a:rPr lang="nl-NL" dirty="0"/>
              <a:t>Wat als je </a:t>
            </a:r>
            <a:r>
              <a:rPr lang="nl-NL" dirty="0" err="1"/>
              <a:t>unity</a:t>
            </a:r>
            <a:r>
              <a:rPr lang="nl-NL" dirty="0"/>
              <a:t> tools nodig hebt (bv </a:t>
            </a:r>
            <a:r>
              <a:rPr lang="nl-NL" dirty="0" err="1"/>
              <a:t>Instantiate</a:t>
            </a:r>
            <a:r>
              <a:rPr lang="nl-NL" dirty="0"/>
              <a:t>)</a:t>
            </a:r>
          </a:p>
          <a:p>
            <a:pPr lvl="1"/>
            <a:r>
              <a:rPr lang="nl-NL" dirty="0"/>
              <a:t>Ook een </a:t>
            </a:r>
            <a:r>
              <a:rPr lang="nl-NL" dirty="0" err="1"/>
              <a:t>MonoBehaviour</a:t>
            </a:r>
            <a:r>
              <a:rPr lang="nl-NL" dirty="0"/>
              <a:t>?</a:t>
            </a:r>
          </a:p>
          <a:p>
            <a:pPr lvl="1"/>
            <a:r>
              <a:rPr lang="nl-NL" dirty="0"/>
              <a:t>Een </a:t>
            </a:r>
            <a:r>
              <a:rPr lang="nl-NL" dirty="0" err="1"/>
              <a:t>MonoBehaviour</a:t>
            </a:r>
            <a:r>
              <a:rPr lang="nl-NL" dirty="0"/>
              <a:t> doorgeven?</a:t>
            </a:r>
          </a:p>
          <a:p>
            <a:pPr lvl="1"/>
            <a:r>
              <a:rPr lang="nl-NL" dirty="0" err="1"/>
              <a:t>Wrapper</a:t>
            </a:r>
            <a:r>
              <a:rPr lang="nl-NL" dirty="0"/>
              <a:t> class maken?</a:t>
            </a:r>
          </a:p>
          <a:p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44F333-E21C-C74F-9E26-715ECB78AB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277"/>
          <a:stretch/>
        </p:blipFill>
        <p:spPr>
          <a:xfrm>
            <a:off x="7529107" y="2791356"/>
            <a:ext cx="3638550" cy="4924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154573-A097-341B-D81B-2CF87B98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632" y="3870834"/>
            <a:ext cx="2867025" cy="1085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77CB17-3403-A6D5-2C7B-6381841EB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7869" y="6057352"/>
            <a:ext cx="610552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05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7438"/>
            <a:ext cx="10942468" cy="4780814"/>
          </a:xfrm>
        </p:spPr>
        <p:txBody>
          <a:bodyPr>
            <a:normAutofit/>
          </a:bodyPr>
          <a:lstStyle/>
          <a:p>
            <a:r>
              <a:rPr lang="nl-NL" noProof="0" dirty="0"/>
              <a:t>De volgende opgave:</a:t>
            </a:r>
          </a:p>
          <a:p>
            <a:r>
              <a:rPr lang="nl-NL" dirty="0">
                <a:solidFill>
                  <a:srgbClr val="FFC000"/>
                </a:solidFill>
                <a:hlinkClick r:id="rId2"/>
              </a:rPr>
              <a:t>https://github.com/progsen/M2Prog_Cs2_24/blob/main/eindbeoordeling/02%20opgave.md</a:t>
            </a:r>
            <a:endParaRPr lang="nl-NL" dirty="0">
              <a:solidFill>
                <a:srgbClr val="FFC000"/>
              </a:solidFill>
            </a:endParaRPr>
          </a:p>
          <a:p>
            <a:endParaRPr lang="nl-NL" noProof="0" dirty="0">
              <a:solidFill>
                <a:srgbClr val="FFC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6AEEAE-8324-20A2-02C6-DF7BDFA38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105" y="3811929"/>
            <a:ext cx="5512695" cy="268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08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1036</TotalTime>
  <Words>265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C# Deel 2</vt:lpstr>
      <vt:lpstr>Leerdoel</vt:lpstr>
      <vt:lpstr>Unity vs Console</vt:lpstr>
      <vt:lpstr>Verschillen</vt:lpstr>
      <vt:lpstr>Implicit usings</vt:lpstr>
      <vt:lpstr>JsonUtility</vt:lpstr>
      <vt:lpstr>File IO</vt:lpstr>
      <vt:lpstr>Resources</vt:lpstr>
      <vt:lpstr>Unity MonoBehaviour</vt:lpstr>
      <vt:lpstr>Deze 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Deel 2</dc:title>
  <dc:creator>Dragan Javorac</dc:creator>
  <cp:lastModifiedBy>Dragan Javorac</cp:lastModifiedBy>
  <cp:revision>11</cp:revision>
  <cp:lastPrinted>2022-05-09T06:23:06Z</cp:lastPrinted>
  <dcterms:created xsi:type="dcterms:W3CDTF">2022-04-26T11:06:09Z</dcterms:created>
  <dcterms:modified xsi:type="dcterms:W3CDTF">2026-01-15T07:28:46Z</dcterms:modified>
</cp:coreProperties>
</file>