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99" r:id="rId6"/>
    <p:sldId id="320" r:id="rId7"/>
    <p:sldId id="319" r:id="rId8"/>
    <p:sldId id="315" r:id="rId9"/>
    <p:sldId id="318" r:id="rId10"/>
    <p:sldId id="312" r:id="rId11"/>
    <p:sldId id="316" r:id="rId12"/>
    <p:sldId id="317" r:id="rId13"/>
    <p:sldId id="279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DBCF8-ACAB-4D27-A3CB-6AA2BE32EF55}" v="2" dt="2026-01-15T07:26:41.0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486" autoAdjust="0"/>
  </p:normalViewPr>
  <p:slideViewPr>
    <p:cSldViewPr snapToGrid="0">
      <p:cViewPr varScale="1">
        <p:scale>
          <a:sx n="46" d="100"/>
          <a:sy n="46" d="100"/>
        </p:scale>
        <p:origin x="60" y="11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undo custSel modSld">
      <pc:chgData name="Dragan Javorac" userId="913c2858-fb97-4c6e-a42c-b1f1a16b225e" providerId="ADAL" clId="{BC00D9DF-F858-4149-8B7B-F211D448CEDA}" dt="2026-01-15T07:26:41.301" v="9" actId="20577"/>
      <pc:docMkLst>
        <pc:docMk/>
      </pc:docMkLst>
      <pc:sldChg chg="addSp delSp modSp mod">
        <pc:chgData name="Dragan Javorac" userId="913c2858-fb97-4c6e-a42c-b1f1a16b225e" providerId="ADAL" clId="{BC00D9DF-F858-4149-8B7B-F211D448CEDA}" dt="2026-01-15T07:26:41.301" v="9" actId="20577"/>
        <pc:sldMkLst>
          <pc:docMk/>
          <pc:sldMk cId="698492982" sldId="279"/>
        </pc:sldMkLst>
        <pc:spChg chg="mod">
          <ac:chgData name="Dragan Javorac" userId="913c2858-fb97-4c6e-a42c-b1f1a16b225e" providerId="ADAL" clId="{BC00D9DF-F858-4149-8B7B-F211D448CEDA}" dt="2026-01-15T07:26:41.301" v="9" actId="20577"/>
          <ac:spMkLst>
            <pc:docMk/>
            <pc:sldMk cId="698492982" sldId="279"/>
            <ac:spMk id="8" creationId="{29D1AE08-4CFC-4D37-A07F-A71AE2EA570E}"/>
          </ac:spMkLst>
        </pc:spChg>
        <pc:spChg chg="add del">
          <ac:chgData name="Dragan Javorac" userId="913c2858-fb97-4c6e-a42c-b1f1a16b225e" providerId="ADAL" clId="{BC00D9DF-F858-4149-8B7B-F211D448CEDA}" dt="2026-01-15T07:26:37.426" v="6" actId="22"/>
          <ac:spMkLst>
            <pc:docMk/>
            <pc:sldMk cId="698492982" sldId="279"/>
            <ac:spMk id="9" creationId="{4FB50E50-93AE-1483-387E-A6AD1DC90FA1}"/>
          </ac:spMkLst>
        </pc:spChg>
        <pc:picChg chg="del">
          <ac:chgData name="Dragan Javorac" userId="913c2858-fb97-4c6e-a42c-b1f1a16b225e" providerId="ADAL" clId="{BC00D9DF-F858-4149-8B7B-F211D448CEDA}" dt="2026-01-15T07:26:21.988" v="0" actId="478"/>
          <ac:picMkLst>
            <pc:docMk/>
            <pc:sldMk cId="698492982" sldId="279"/>
            <ac:picMk id="4" creationId="{4E868727-92D2-1A20-BEF8-EAF6F49055A0}"/>
          </ac:picMkLst>
        </pc:picChg>
        <pc:picChg chg="del">
          <ac:chgData name="Dragan Javorac" userId="913c2858-fb97-4c6e-a42c-b1f1a16b225e" providerId="ADAL" clId="{BC00D9DF-F858-4149-8B7B-F211D448CEDA}" dt="2026-01-15T07:26:21.988" v="0" actId="478"/>
          <ac:picMkLst>
            <pc:docMk/>
            <pc:sldMk cId="698492982" sldId="279"/>
            <ac:picMk id="5" creationId="{414BEEEB-9778-0F5F-C560-BDA434FBEACA}"/>
          </ac:picMkLst>
        </pc:picChg>
        <pc:picChg chg="add mod">
          <ac:chgData name="Dragan Javorac" userId="913c2858-fb97-4c6e-a42c-b1f1a16b225e" providerId="ADAL" clId="{BC00D9DF-F858-4149-8B7B-F211D448CEDA}" dt="2026-01-15T07:26:25.796" v="3" actId="14100"/>
          <ac:picMkLst>
            <pc:docMk/>
            <pc:sldMk cId="698492982" sldId="279"/>
            <ac:picMk id="6" creationId="{C5A64404-DE55-AAB6-1E5B-EEABB10BFFA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1599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4996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3992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Deze zijn hetzelfde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7044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Deze zijn hetzelfde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9135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Best veel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9703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korter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5895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Meerdere vormen, maar net wat je nodig hebt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4472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15-1-2026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ithub.com/progsen/M2Prog_Cs2_24/tree/main/tussenbeoordel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 err="1">
                <a:solidFill>
                  <a:schemeClr val="bg1"/>
                </a:solidFill>
              </a:rPr>
              <a:t>Properties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36A7C9-B748-E3A1-AAB6-41030065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975572"/>
            <a:ext cx="5855999" cy="2582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Wat zijn het?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Functions +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variable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Deze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vorm</a:t>
            </a:r>
            <a:r>
              <a:rPr lang="en-US" dirty="0">
                <a:solidFill>
                  <a:schemeClr val="bg1"/>
                </a:solidFill>
              </a:rPr>
              <a:t> is de </a:t>
            </a:r>
            <a:r>
              <a:rPr lang="en-US" dirty="0" err="1">
                <a:solidFill>
                  <a:schemeClr val="bg1"/>
                </a:solidFill>
              </a:rPr>
              <a:t>autoimplemented</a:t>
            </a:r>
            <a:r>
              <a:rPr lang="en-US" dirty="0">
                <a:solidFill>
                  <a:schemeClr val="bg1"/>
                </a:solidFill>
              </a:rPr>
              <a:t> property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Syntax sugar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48E170C-AD9D-568B-7174-5BC8F47FCB20}"/>
              </a:ext>
            </a:extLst>
          </p:cNvPr>
          <p:cNvSpPr/>
          <p:nvPr/>
        </p:nvSpPr>
        <p:spPr>
          <a:xfrm>
            <a:off x="823409" y="5375336"/>
            <a:ext cx="3054485" cy="625182"/>
          </a:xfrm>
          <a:prstGeom prst="wedgeRoundRectCallout">
            <a:avLst>
              <a:gd name="adj1" fmla="val 30412"/>
              <a:gd name="adj2" fmla="val -29794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Hoofdletter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52CD3A4-BF03-7F01-BDE3-5EC2475A669F}"/>
              </a:ext>
            </a:extLst>
          </p:cNvPr>
          <p:cNvSpPr/>
          <p:nvPr/>
        </p:nvSpPr>
        <p:spPr>
          <a:xfrm>
            <a:off x="1873583" y="646145"/>
            <a:ext cx="3054485" cy="625182"/>
          </a:xfrm>
          <a:prstGeom prst="wedgeRoundRectCallout">
            <a:avLst>
              <a:gd name="adj1" fmla="val 33678"/>
              <a:gd name="adj2" fmla="val 29241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Get &amp; set</a:t>
            </a:r>
          </a:p>
        </p:txBody>
      </p:sp>
    </p:spTree>
    <p:extLst>
      <p:ext uri="{BB962C8B-B14F-4D97-AF65-F5344CB8AC3E}">
        <p14:creationId xmlns:p14="http://schemas.microsoft.com/office/powerpoint/2010/main" val="252518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Gebruik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Is </a:t>
            </a:r>
            <a:r>
              <a:rPr lang="en-US" dirty="0" err="1">
                <a:solidFill>
                  <a:schemeClr val="bg1"/>
                </a:solidFill>
              </a:rPr>
              <a:t>eigenlijk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een</a:t>
            </a:r>
            <a:r>
              <a:rPr lang="en-US" dirty="0">
                <a:solidFill>
                  <a:schemeClr val="bg1"/>
                </a:solidFill>
              </a:rPr>
              <a:t> function, maar je </a:t>
            </a:r>
            <a:r>
              <a:rPr lang="en-US" dirty="0" err="1">
                <a:solidFill>
                  <a:schemeClr val="bg1"/>
                </a:solidFill>
              </a:rPr>
              <a:t>gebruikt</a:t>
            </a:r>
            <a:r>
              <a:rPr lang="en-US" dirty="0">
                <a:solidFill>
                  <a:schemeClr val="bg1"/>
                </a:solidFill>
              </a:rPr>
              <a:t> het </a:t>
            </a:r>
            <a:r>
              <a:rPr lang="en-US" dirty="0" err="1">
                <a:solidFill>
                  <a:schemeClr val="bg1"/>
                </a:solidFill>
              </a:rPr>
              <a:t>als</a:t>
            </a:r>
            <a:r>
              <a:rPr lang="en-US" dirty="0">
                <a:solidFill>
                  <a:schemeClr val="bg1"/>
                </a:solidFill>
              </a:rPr>
              <a:t> variable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90E8243-5F56-C8F4-4F21-222B1E21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8" y="1431072"/>
            <a:ext cx="6286501" cy="10992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758DE3-FCB6-728A-AAF3-53CB97C9B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82331"/>
            <a:ext cx="6286500" cy="1099211"/>
          </a:xfrm>
          <a:prstGeom prst="rect">
            <a:avLst/>
          </a:prstGeom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6914BD1F-35EA-C290-F797-C2AC5E069407}"/>
              </a:ext>
            </a:extLst>
          </p:cNvPr>
          <p:cNvSpPr/>
          <p:nvPr/>
        </p:nvSpPr>
        <p:spPr>
          <a:xfrm>
            <a:off x="1408070" y="451276"/>
            <a:ext cx="3054485" cy="625182"/>
          </a:xfrm>
          <a:prstGeom prst="wedgeRoundRectCallout">
            <a:avLst>
              <a:gd name="adj1" fmla="val 22792"/>
              <a:gd name="adj2" fmla="val 100947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Functions worden</a:t>
            </a: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CCE97A41-B420-22A7-3A25-6383B2D93926}"/>
              </a:ext>
            </a:extLst>
          </p:cNvPr>
          <p:cNvSpPr/>
          <p:nvPr/>
        </p:nvSpPr>
        <p:spPr>
          <a:xfrm>
            <a:off x="380063" y="6094133"/>
            <a:ext cx="3054485" cy="625182"/>
          </a:xfrm>
          <a:prstGeom prst="wedgeRoundRectCallout">
            <a:avLst>
              <a:gd name="adj1" fmla="val 476"/>
              <a:gd name="adj2" fmla="val -90523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properties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6241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795CC-A8DB-BF7E-0078-E1002637B4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916"/>
          <a:stretch/>
        </p:blipFill>
        <p:spPr>
          <a:xfrm>
            <a:off x="0" y="1341984"/>
            <a:ext cx="5905501" cy="42109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Access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Je </a:t>
            </a:r>
            <a:r>
              <a:rPr lang="en-US" dirty="0" err="1">
                <a:solidFill>
                  <a:schemeClr val="bg1"/>
                </a:solidFill>
              </a:rPr>
              <a:t>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ook</a:t>
            </a:r>
            <a:r>
              <a:rPr lang="en-US" dirty="0">
                <a:solidFill>
                  <a:schemeClr val="bg1"/>
                </a:solidFill>
              </a:rPr>
              <a:t> access </a:t>
            </a:r>
            <a:r>
              <a:rPr lang="en-US" dirty="0" err="1">
                <a:solidFill>
                  <a:schemeClr val="bg1"/>
                </a:solidFill>
              </a:rPr>
              <a:t>gebruiken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Bv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als</a:t>
            </a:r>
            <a:r>
              <a:rPr lang="en-US" dirty="0">
                <a:solidFill>
                  <a:schemeClr val="bg1"/>
                </a:solidFill>
              </a:rPr>
              <a:t> je </a:t>
            </a:r>
            <a:r>
              <a:rPr lang="en-US" dirty="0" err="1">
                <a:solidFill>
                  <a:schemeClr val="bg1"/>
                </a:solidFill>
              </a:rPr>
              <a:t>wel</a:t>
            </a:r>
            <a:r>
              <a:rPr lang="en-US" dirty="0">
                <a:solidFill>
                  <a:schemeClr val="bg1"/>
                </a:solidFill>
              </a:rPr>
              <a:t> het mag </a:t>
            </a:r>
            <a:r>
              <a:rPr lang="en-US" dirty="0" err="1">
                <a:solidFill>
                  <a:schemeClr val="bg1"/>
                </a:solidFill>
              </a:rPr>
              <a:t>ophalen</a:t>
            </a:r>
            <a:r>
              <a:rPr lang="en-US" dirty="0">
                <a:solidFill>
                  <a:schemeClr val="bg1"/>
                </a:solidFill>
              </a:rPr>
              <a:t> maar </a:t>
            </a:r>
            <a:r>
              <a:rPr lang="en-US" dirty="0" err="1">
                <a:solidFill>
                  <a:schemeClr val="bg1"/>
                </a:solidFill>
              </a:rPr>
              <a:t>niet</a:t>
            </a:r>
            <a:r>
              <a:rPr lang="en-US" dirty="0">
                <a:solidFill>
                  <a:schemeClr val="bg1"/>
                </a:solidFill>
              </a:rPr>
              <a:t> maar </a:t>
            </a:r>
            <a:r>
              <a:rPr lang="en-US" dirty="0" err="1">
                <a:solidFill>
                  <a:schemeClr val="bg1"/>
                </a:solidFill>
              </a:rPr>
              <a:t>veranderen</a:t>
            </a:r>
            <a:r>
              <a:rPr lang="en-US" dirty="0">
                <a:solidFill>
                  <a:schemeClr val="bg1"/>
                </a:solidFill>
              </a:rPr>
              <a:t> van </a:t>
            </a:r>
            <a:r>
              <a:rPr lang="en-US" dirty="0" err="1">
                <a:solidFill>
                  <a:schemeClr val="bg1"/>
                </a:solidFill>
              </a:rPr>
              <a:t>buiten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Net </a:t>
            </a:r>
            <a:r>
              <a:rPr lang="en-US" dirty="0" err="1">
                <a:solidFill>
                  <a:schemeClr val="bg1"/>
                </a:solidFill>
              </a:rPr>
              <a:t>als</a:t>
            </a:r>
            <a:r>
              <a:rPr lang="en-US" dirty="0">
                <a:solidFill>
                  <a:schemeClr val="bg1"/>
                </a:solidFill>
              </a:rPr>
              <a:t> functions/</a:t>
            </a:r>
            <a:r>
              <a:rPr lang="en-US" dirty="0" err="1">
                <a:solidFill>
                  <a:schemeClr val="bg1"/>
                </a:solidFill>
              </a:rPr>
              <a:t>variabelen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52CD3A4-BF03-7F01-BDE3-5EC2475A669F}"/>
              </a:ext>
            </a:extLst>
          </p:cNvPr>
          <p:cNvSpPr/>
          <p:nvPr/>
        </p:nvSpPr>
        <p:spPr>
          <a:xfrm>
            <a:off x="1856958" y="249385"/>
            <a:ext cx="3054485" cy="625182"/>
          </a:xfrm>
          <a:prstGeom prst="wedgeRoundRectCallout">
            <a:avLst>
              <a:gd name="adj1" fmla="val 31501"/>
              <a:gd name="adj2" fmla="val 24720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Access private</a:t>
            </a:r>
          </a:p>
        </p:txBody>
      </p:sp>
    </p:spTree>
    <p:extLst>
      <p:ext uri="{BB962C8B-B14F-4D97-AF65-F5344CB8AC3E}">
        <p14:creationId xmlns:p14="http://schemas.microsoft.com/office/powerpoint/2010/main" val="1601748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536A7C9-B748-E3A1-AAB6-41030065E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001" y="4181853"/>
            <a:ext cx="5855999" cy="25824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Compiler </a:t>
            </a:r>
            <a:r>
              <a:rPr lang="nl-NL" noProof="0" dirty="0" err="1">
                <a:solidFill>
                  <a:schemeClr val="bg1"/>
                </a:solidFill>
              </a:rPr>
              <a:t>magic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maak</a:t>
            </a:r>
            <a:r>
              <a:rPr lang="en-US" dirty="0">
                <a:solidFill>
                  <a:schemeClr val="bg1"/>
                </a:solidFill>
              </a:rPr>
              <a:t> van </a:t>
            </a:r>
            <a:r>
              <a:rPr lang="en-US" dirty="0" err="1">
                <a:solidFill>
                  <a:schemeClr val="bg1"/>
                </a:solidFill>
              </a:rPr>
              <a:t>korte</a:t>
            </a:r>
            <a:r>
              <a:rPr lang="en-US" dirty="0">
                <a:solidFill>
                  <a:schemeClr val="bg1"/>
                </a:solidFill>
              </a:rPr>
              <a:t> code </a:t>
            </a:r>
            <a:r>
              <a:rPr lang="en-US" dirty="0" err="1">
                <a:solidFill>
                  <a:schemeClr val="bg1"/>
                </a:solidFill>
              </a:rPr>
              <a:t>lange</a:t>
            </a:r>
            <a:r>
              <a:rPr lang="en-US" dirty="0">
                <a:solidFill>
                  <a:schemeClr val="bg1"/>
                </a:solidFill>
              </a:rPr>
              <a:t>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1E805-6011-F94D-BBD0-EE7BB24B3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48"/>
            <a:ext cx="5167033" cy="686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1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Als mini function</a:t>
            </a: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52E30-96B7-1A54-BF7D-56567F1E4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049" y="1893792"/>
            <a:ext cx="6234550" cy="3579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671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Afhankelijk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Kennen we deze nog?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Rad &amp; diameter zijn van elkaar afhankelijk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0B4737-4180-81F7-199A-E08BC547D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34936"/>
            <a:ext cx="5891458" cy="621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559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Rekenen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Nu is radius de value, en diameter altijd afhankelijk van de radius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0EA58-3556-AD9D-BB9C-00CEFD42D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6" y="1253331"/>
            <a:ext cx="60275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88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4187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Ander voorbeeld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Nu is radius de value, en diameter altijd afhankelijk van de radius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A82A6-7462-F6EB-FE21-73D9763F0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88" y="111703"/>
            <a:ext cx="4214725" cy="674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01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D1AE08-4CFC-4D37-A07F-A71AE2EA570E}"/>
              </a:ext>
            </a:extLst>
          </p:cNvPr>
          <p:cNvSpPr txBox="1">
            <a:spLocks/>
          </p:cNvSpPr>
          <p:nvPr/>
        </p:nvSpPr>
        <p:spPr>
          <a:xfrm>
            <a:off x="653500" y="1880307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nl-NL" dirty="0">
                <a:solidFill>
                  <a:schemeClr val="bg1"/>
                </a:solidFill>
                <a:hlinkClick r:id="rId2"/>
              </a:rPr>
              <a:t>https://github.com/progsen/M2Prog_Cs2_24/tree/main/tussenbeoordeling</a:t>
            </a:r>
            <a:endParaRPr lang="nl-NL" dirty="0">
              <a:solidFill>
                <a:schemeClr val="bg1"/>
              </a:solidFill>
            </a:endParaRPr>
          </a:p>
          <a:p>
            <a:pPr lvl="1"/>
            <a:endParaRPr lang="nl-NL" dirty="0">
              <a:solidFill>
                <a:schemeClr val="bg1"/>
              </a:solidFill>
            </a:endParaRPr>
          </a:p>
          <a:p>
            <a:pPr lvl="1"/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A64404-DE55-AAB6-1E5B-EEABB10BF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2439" y="1880306"/>
            <a:ext cx="4966562" cy="335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CADB4DE0D33C41A3A53AB2D4C99A62" ma:contentTypeVersion="9" ma:contentTypeDescription="Een nieuw document maken." ma:contentTypeScope="" ma:versionID="ca20a1fd594b0cbc7b24884122fdb8eb">
  <xsd:schema xmlns:xsd="http://www.w3.org/2001/XMLSchema" xmlns:xs="http://www.w3.org/2001/XMLSchema" xmlns:p="http://schemas.microsoft.com/office/2006/metadata/properties" xmlns:ns2="23f2e982-2831-4f7d-9473-a432dcec5614" xmlns:ns3="9990b2e4-f671-45e9-a507-7e01c19989ed" targetNamespace="http://schemas.microsoft.com/office/2006/metadata/properties" ma:root="true" ma:fieldsID="119dec1056bc6a0a4339f91f8083603f" ns2:_="" ns3:_="">
    <xsd:import namespace="23f2e982-2831-4f7d-9473-a432dcec5614"/>
    <xsd:import namespace="9990b2e4-f671-45e9-a507-7e01c19989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f2e982-2831-4f7d-9473-a432dcec56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Afbeelding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90b2e4-f671-45e9-a507-7e01c19989e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f2e982-2831-4f7d-9473-a432dcec561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CDB072-8D75-4E2D-8934-E656D8B785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f2e982-2831-4f7d-9473-a432dcec5614"/>
    <ds:schemaRef ds:uri="9990b2e4-f671-45e9-a507-7e01c19989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29BF2C-6A79-4AA0-8BD6-9C1F3616C6B4}">
  <ds:schemaRefs>
    <ds:schemaRef ds:uri="23f2e982-2831-4f7d-9473-a432dcec5614"/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9990b2e4-f671-45e9-a507-7e01c19989ed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1716</TotalTime>
  <Words>166</Words>
  <Application>Microsoft Office PowerPoint</Application>
  <PresentationFormat>Widescreen</PresentationFormat>
  <Paragraphs>46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C#: Properties </vt:lpstr>
      <vt:lpstr>Wat zijn het?</vt:lpstr>
      <vt:lpstr>Gebruik</vt:lpstr>
      <vt:lpstr>Access</vt:lpstr>
      <vt:lpstr>Compiler magic</vt:lpstr>
      <vt:lpstr>Als mini function</vt:lpstr>
      <vt:lpstr>Afhankelijk</vt:lpstr>
      <vt:lpstr>Rekenen</vt:lpstr>
      <vt:lpstr>Ander voorbeeld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37</cp:revision>
  <dcterms:created xsi:type="dcterms:W3CDTF">2021-12-21T06:53:17Z</dcterms:created>
  <dcterms:modified xsi:type="dcterms:W3CDTF">2026-01-15T07:26:45Z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0x01010000CADB4DE0D33C41A3A53AB2D4C99A62</vt:lpwstr>
  </property>
  <property fmtid="{D5CDD505-2E9C-101B-9397-08002B2CF9AE}" pid="3" name="MediaServiceImageTags">
    <vt:lpwstr/>
  </property>
</Properties>
</file>