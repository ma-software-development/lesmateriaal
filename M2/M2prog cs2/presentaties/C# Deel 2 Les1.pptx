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7" r:id="rId3"/>
    <p:sldId id="278" r:id="rId4"/>
    <p:sldId id="272" r:id="rId5"/>
    <p:sldId id="274" r:id="rId6"/>
    <p:sldId id="273" r:id="rId7"/>
    <p:sldId id="275" r:id="rId8"/>
    <p:sldId id="266" r:id="rId9"/>
    <p:sldId id="271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B4720E-4D24-4009-A496-257CA054D953}" v="2" dt="2025-11-17T12:39:43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">
      <pc:chgData name="Dragan Javorac" userId="913c2858-fb97-4c6e-a42c-b1f1a16b225e" providerId="ADAL" clId="{BC00D9DF-F858-4149-8B7B-F211D448CEDA}" dt="2025-11-18T10:20:00.841" v="514" actId="20577"/>
      <pc:docMkLst>
        <pc:docMk/>
      </pc:docMkLst>
      <pc:sldChg chg="modSp mod">
        <pc:chgData name="Dragan Javorac" userId="913c2858-fb97-4c6e-a42c-b1f1a16b225e" providerId="ADAL" clId="{BC00D9DF-F858-4149-8B7B-F211D448CEDA}" dt="2025-11-18T10:20:00.841" v="514" actId="20577"/>
        <pc:sldMkLst>
          <pc:docMk/>
          <pc:sldMk cId="729763293" sldId="256"/>
        </pc:sldMkLst>
        <pc:spChg chg="mod">
          <ac:chgData name="Dragan Javorac" userId="913c2858-fb97-4c6e-a42c-b1f1a16b225e" providerId="ADAL" clId="{BC00D9DF-F858-4149-8B7B-F211D448CEDA}" dt="2025-11-18T10:20:00.841" v="514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addSp modSp mod">
        <pc:chgData name="Dragan Javorac" userId="913c2858-fb97-4c6e-a42c-b1f1a16b225e" providerId="ADAL" clId="{BC00D9DF-F858-4149-8B7B-F211D448CEDA}" dt="2025-11-17T12:42:36.230" v="481" actId="1076"/>
        <pc:sldMkLst>
          <pc:docMk/>
          <pc:sldMk cId="3110653216" sldId="259"/>
        </pc:sldMkLst>
        <pc:picChg chg="add mod">
          <ac:chgData name="Dragan Javorac" userId="913c2858-fb97-4c6e-a42c-b1f1a16b225e" providerId="ADAL" clId="{BC00D9DF-F858-4149-8B7B-F211D448CEDA}" dt="2025-11-17T12:42:36.230" v="481" actId="1076"/>
          <ac:picMkLst>
            <pc:docMk/>
            <pc:sldMk cId="3110653216" sldId="259"/>
            <ac:picMk id="5" creationId="{95EF4904-7436-CE23-C2B5-2B730EA3BB8F}"/>
          </ac:picMkLst>
        </pc:picChg>
      </pc:sldChg>
      <pc:sldChg chg="addSp delSp modSp mod">
        <pc:chgData name="Dragan Javorac" userId="913c2858-fb97-4c6e-a42c-b1f1a16b225e" providerId="ADAL" clId="{BC00D9DF-F858-4149-8B7B-F211D448CEDA}" dt="2025-11-17T12:25:11.370" v="98" actId="1076"/>
        <pc:sldMkLst>
          <pc:docMk/>
          <pc:sldMk cId="415422693" sldId="266"/>
        </pc:sldMkLst>
        <pc:picChg chg="add mod">
          <ac:chgData name="Dragan Javorac" userId="913c2858-fb97-4c6e-a42c-b1f1a16b225e" providerId="ADAL" clId="{BC00D9DF-F858-4149-8B7B-F211D448CEDA}" dt="2025-11-17T12:25:11.370" v="98" actId="1076"/>
          <ac:picMkLst>
            <pc:docMk/>
            <pc:sldMk cId="415422693" sldId="266"/>
            <ac:picMk id="5" creationId="{24EC6515-D024-6C8B-2025-E2FB5FFEA897}"/>
          </ac:picMkLst>
        </pc:picChg>
        <pc:picChg chg="del">
          <ac:chgData name="Dragan Javorac" userId="913c2858-fb97-4c6e-a42c-b1f1a16b225e" providerId="ADAL" clId="{BC00D9DF-F858-4149-8B7B-F211D448CEDA}" dt="2025-11-17T12:25:09.582" v="96" actId="478"/>
          <ac:picMkLst>
            <pc:docMk/>
            <pc:sldMk cId="415422693" sldId="266"/>
            <ac:picMk id="6" creationId="{BB06D787-F1F0-B45C-7EA8-DCDB77EBBB03}"/>
          </ac:picMkLst>
        </pc:picChg>
      </pc:sldChg>
      <pc:sldChg chg="delSp modSp mod">
        <pc:chgData name="Dragan Javorac" userId="913c2858-fb97-4c6e-a42c-b1f1a16b225e" providerId="ADAL" clId="{BC00D9DF-F858-4149-8B7B-F211D448CEDA}" dt="2025-11-17T12:27:48.933" v="301" actId="478"/>
        <pc:sldMkLst>
          <pc:docMk/>
          <pc:sldMk cId="2010496712" sldId="267"/>
        </pc:sldMkLst>
        <pc:spChg chg="mod">
          <ac:chgData name="Dragan Javorac" userId="913c2858-fb97-4c6e-a42c-b1f1a16b225e" providerId="ADAL" clId="{BC00D9DF-F858-4149-8B7B-F211D448CEDA}" dt="2025-11-17T12:27:46.266" v="300" actId="20577"/>
          <ac:spMkLst>
            <pc:docMk/>
            <pc:sldMk cId="2010496712" sldId="267"/>
            <ac:spMk id="3" creationId="{9C1B0ED0-FD23-4DF4-8487-56E64A4517DA}"/>
          </ac:spMkLst>
        </pc:spChg>
        <pc:picChg chg="del">
          <ac:chgData name="Dragan Javorac" userId="913c2858-fb97-4c6e-a42c-b1f1a16b225e" providerId="ADAL" clId="{BC00D9DF-F858-4149-8B7B-F211D448CEDA}" dt="2025-11-17T12:27:48.933" v="301" actId="478"/>
          <ac:picMkLst>
            <pc:docMk/>
            <pc:sldMk cId="2010496712" sldId="267"/>
            <ac:picMk id="12" creationId="{E4BE5733-D979-FABE-1486-8E1216B939E4}"/>
          </ac:picMkLst>
        </pc:picChg>
      </pc:sldChg>
      <pc:sldChg chg="modSp mod">
        <pc:chgData name="Dragan Javorac" userId="913c2858-fb97-4c6e-a42c-b1f1a16b225e" providerId="ADAL" clId="{BC00D9DF-F858-4149-8B7B-F211D448CEDA}" dt="2025-11-17T12:41:33.249" v="477" actId="20577"/>
        <pc:sldMkLst>
          <pc:docMk/>
          <pc:sldMk cId="3969638515" sldId="271"/>
        </pc:sldMkLst>
        <pc:spChg chg="mod">
          <ac:chgData name="Dragan Javorac" userId="913c2858-fb97-4c6e-a42c-b1f1a16b225e" providerId="ADAL" clId="{BC00D9DF-F858-4149-8B7B-F211D448CEDA}" dt="2025-11-17T12:41:33.249" v="477" actId="20577"/>
          <ac:spMkLst>
            <pc:docMk/>
            <pc:sldMk cId="3969638515" sldId="271"/>
            <ac:spMk id="3" creationId="{9C1B0ED0-FD23-4DF4-8487-56E64A4517DA}"/>
          </ac:spMkLst>
        </pc:spChg>
      </pc:sldChg>
      <pc:sldChg chg="modSp mod">
        <pc:chgData name="Dragan Javorac" userId="913c2858-fb97-4c6e-a42c-b1f1a16b225e" providerId="ADAL" clId="{BC00D9DF-F858-4149-8B7B-F211D448CEDA}" dt="2025-11-17T12:24:04.909" v="94" actId="20577"/>
        <pc:sldMkLst>
          <pc:docMk/>
          <pc:sldMk cId="996325990" sldId="272"/>
        </pc:sldMkLst>
        <pc:spChg chg="mod">
          <ac:chgData name="Dragan Javorac" userId="913c2858-fb97-4c6e-a42c-b1f1a16b225e" providerId="ADAL" clId="{BC00D9DF-F858-4149-8B7B-F211D448CEDA}" dt="2025-11-17T12:24:04.909" v="94" actId="20577"/>
          <ac:spMkLst>
            <pc:docMk/>
            <pc:sldMk cId="996325990" sldId="272"/>
            <ac:spMk id="3" creationId="{A7B0DDF0-D5EB-3BD5-5BC2-87B1E41AE003}"/>
          </ac:spMkLst>
        </pc:spChg>
      </pc:sldChg>
      <pc:sldChg chg="modSp mod">
        <pc:chgData name="Dragan Javorac" userId="913c2858-fb97-4c6e-a42c-b1f1a16b225e" providerId="ADAL" clId="{BC00D9DF-F858-4149-8B7B-F211D448CEDA}" dt="2025-11-17T12:39:29.813" v="337" actId="6549"/>
        <pc:sldMkLst>
          <pc:docMk/>
          <pc:sldMk cId="886061530" sldId="274"/>
        </pc:sldMkLst>
        <pc:spChg chg="mod">
          <ac:chgData name="Dragan Javorac" userId="913c2858-fb97-4c6e-a42c-b1f1a16b225e" providerId="ADAL" clId="{BC00D9DF-F858-4149-8B7B-F211D448CEDA}" dt="2025-11-17T12:39:29.813" v="337" actId="6549"/>
          <ac:spMkLst>
            <pc:docMk/>
            <pc:sldMk cId="886061530" sldId="274"/>
            <ac:spMk id="2" creationId="{6251AAF3-4A74-888F-133C-1F9C2FCA4FEC}"/>
          </ac:spMkLst>
        </pc:spChg>
        <pc:spChg chg="mod">
          <ac:chgData name="Dragan Javorac" userId="913c2858-fb97-4c6e-a42c-b1f1a16b225e" providerId="ADAL" clId="{BC00D9DF-F858-4149-8B7B-F211D448CEDA}" dt="2025-11-17T12:26:46.259" v="258" actId="20577"/>
          <ac:spMkLst>
            <pc:docMk/>
            <pc:sldMk cId="886061530" sldId="274"/>
            <ac:spMk id="3" creationId="{AB06A7D6-E222-559B-A827-BBF306739456}"/>
          </ac:spMkLst>
        </pc:spChg>
      </pc:sldChg>
      <pc:sldChg chg="modSp mod">
        <pc:chgData name="Dragan Javorac" userId="913c2858-fb97-4c6e-a42c-b1f1a16b225e" providerId="ADAL" clId="{BC00D9DF-F858-4149-8B7B-F211D448CEDA}" dt="2025-11-18T10:08:59.857" v="512" actId="20577"/>
        <pc:sldMkLst>
          <pc:docMk/>
          <pc:sldMk cId="2703927501" sldId="275"/>
        </pc:sldMkLst>
        <pc:spChg chg="mod">
          <ac:chgData name="Dragan Javorac" userId="913c2858-fb97-4c6e-a42c-b1f1a16b225e" providerId="ADAL" clId="{BC00D9DF-F858-4149-8B7B-F211D448CEDA}" dt="2025-11-17T12:25:56.364" v="194"/>
          <ac:spMkLst>
            <pc:docMk/>
            <pc:sldMk cId="2703927501" sldId="275"/>
            <ac:spMk id="2" creationId="{9B3AC0C3-0FF3-0A84-B18B-7BBA7ACD96CB}"/>
          </ac:spMkLst>
        </pc:spChg>
        <pc:spChg chg="mod">
          <ac:chgData name="Dragan Javorac" userId="913c2858-fb97-4c6e-a42c-b1f1a16b225e" providerId="ADAL" clId="{BC00D9DF-F858-4149-8B7B-F211D448CEDA}" dt="2025-11-18T10:08:59.857" v="512" actId="20577"/>
          <ac:spMkLst>
            <pc:docMk/>
            <pc:sldMk cId="2703927501" sldId="275"/>
            <ac:spMk id="3" creationId="{0BB81663-A241-7EA5-8C41-B721A35FA3C5}"/>
          </ac:spMkLst>
        </pc:spChg>
        <pc:picChg chg="mod">
          <ac:chgData name="Dragan Javorac" userId="913c2858-fb97-4c6e-a42c-b1f1a16b225e" providerId="ADAL" clId="{BC00D9DF-F858-4149-8B7B-F211D448CEDA}" dt="2025-11-17T12:25:33.674" v="155" actId="1076"/>
          <ac:picMkLst>
            <pc:docMk/>
            <pc:sldMk cId="2703927501" sldId="275"/>
            <ac:picMk id="5" creationId="{887194E0-2EA3-E6CF-1F43-2BECBFEA2E81}"/>
          </ac:picMkLst>
        </pc:picChg>
      </pc:sldChg>
      <pc:sldChg chg="del">
        <pc:chgData name="Dragan Javorac" userId="913c2858-fb97-4c6e-a42c-b1f1a16b225e" providerId="ADAL" clId="{BC00D9DF-F858-4149-8B7B-F211D448CEDA}" dt="2025-11-17T12:24:43.710" v="95" actId="47"/>
        <pc:sldMkLst>
          <pc:docMk/>
          <pc:sldMk cId="2087511163" sldId="276"/>
        </pc:sldMkLst>
      </pc:sldChg>
      <pc:sldChg chg="del">
        <pc:chgData name="Dragan Javorac" userId="913c2858-fb97-4c6e-a42c-b1f1a16b225e" providerId="ADAL" clId="{BC00D9DF-F858-4149-8B7B-F211D448CEDA}" dt="2025-11-18T10:09:14.187" v="513" actId="47"/>
        <pc:sldMkLst>
          <pc:docMk/>
          <pc:sldMk cId="186617257" sldId="277"/>
        </pc:sldMkLst>
      </pc:sldChg>
      <pc:sldChg chg="delSp modSp add mod">
        <pc:chgData name="Dragan Javorac" userId="913c2858-fb97-4c6e-a42c-b1f1a16b225e" providerId="ADAL" clId="{BC00D9DF-F858-4149-8B7B-F211D448CEDA}" dt="2025-11-17T12:40:15.010" v="442" actId="20577"/>
        <pc:sldMkLst>
          <pc:docMk/>
          <pc:sldMk cId="2253129733" sldId="278"/>
        </pc:sldMkLst>
        <pc:spChg chg="mod">
          <ac:chgData name="Dragan Javorac" userId="913c2858-fb97-4c6e-a42c-b1f1a16b225e" providerId="ADAL" clId="{BC00D9DF-F858-4149-8B7B-F211D448CEDA}" dt="2025-11-17T12:39:47.916" v="353" actId="20577"/>
          <ac:spMkLst>
            <pc:docMk/>
            <pc:sldMk cId="2253129733" sldId="278"/>
            <ac:spMk id="2" creationId="{6FFE9376-560E-174B-8312-CAE0206F95D6}"/>
          </ac:spMkLst>
        </pc:spChg>
        <pc:spChg chg="mod">
          <ac:chgData name="Dragan Javorac" userId="913c2858-fb97-4c6e-a42c-b1f1a16b225e" providerId="ADAL" clId="{BC00D9DF-F858-4149-8B7B-F211D448CEDA}" dt="2025-11-17T12:40:15.010" v="442" actId="20577"/>
          <ac:spMkLst>
            <pc:docMk/>
            <pc:sldMk cId="2253129733" sldId="278"/>
            <ac:spMk id="3" creationId="{2FE41973-1E04-56DC-06D5-EBEC547E0F21}"/>
          </ac:spMkLst>
        </pc:spChg>
        <pc:picChg chg="del">
          <ac:chgData name="Dragan Javorac" userId="913c2858-fb97-4c6e-a42c-b1f1a16b225e" providerId="ADAL" clId="{BC00D9DF-F858-4149-8B7B-F211D448CEDA}" dt="2025-11-17T12:39:49.301" v="354" actId="478"/>
          <ac:picMkLst>
            <pc:docMk/>
            <pc:sldMk cId="2253129733" sldId="278"/>
            <ac:picMk id="8" creationId="{0B851EF7-6FDB-A6F7-3FAE-B8B68D11A4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18-11-2025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progsen/M2Prog_Cs2_2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976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Belangrijke</a:t>
            </a:r>
            <a:r>
              <a:rPr lang="en-US" dirty="0"/>
              <a:t> info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>
                <a:hlinkClick r:id="rId2"/>
              </a:rPr>
              <a:t>https://github.com/progsen/M2Prog_Cs2_24</a:t>
            </a:r>
            <a:endParaRPr lang="nl-NL" dirty="0"/>
          </a:p>
          <a:p>
            <a:endParaRPr lang="nl-NL" dirty="0"/>
          </a:p>
          <a:p>
            <a:r>
              <a:rPr lang="nl-NL" dirty="0"/>
              <a:t>Alle belangrijke </a:t>
            </a:r>
            <a:r>
              <a:rPr lang="nl-NL" dirty="0">
                <a:solidFill>
                  <a:srgbClr val="FFC000"/>
                </a:solidFill>
              </a:rPr>
              <a:t>informatie</a:t>
            </a:r>
            <a:r>
              <a:rPr lang="nl-NL" dirty="0"/>
              <a:t> zet ik in het </a:t>
            </a:r>
            <a:r>
              <a:rPr lang="nl-NL" dirty="0">
                <a:solidFill>
                  <a:srgbClr val="FFC000"/>
                </a:solidFill>
              </a:rPr>
              <a:t>teams kanaal</a:t>
            </a:r>
          </a:p>
          <a:p>
            <a:pPr lvl="1"/>
            <a:r>
              <a:rPr lang="nl-NL" dirty="0">
                <a:solidFill>
                  <a:srgbClr val="FFC000"/>
                </a:solidFill>
              </a:rPr>
              <a:t>Beroepsvakken SD1</a:t>
            </a:r>
          </a:p>
          <a:p>
            <a:pPr lvl="2"/>
            <a:r>
              <a:rPr lang="nl-NL" dirty="0" err="1">
                <a:solidFill>
                  <a:srgbClr val="FFC000"/>
                </a:solidFill>
              </a:rPr>
              <a:t>Prog</a:t>
            </a:r>
            <a:endParaRPr lang="nl-NL" dirty="0">
              <a:solidFill>
                <a:srgbClr val="FFC000"/>
              </a:solidFill>
            </a:endParaRPr>
          </a:p>
          <a:p>
            <a:pPr lvl="3"/>
            <a:r>
              <a:rPr lang="nl-NL" dirty="0">
                <a:solidFill>
                  <a:srgbClr val="FFC000"/>
                </a:solidFill>
              </a:rPr>
              <a:t>M2Prog C#</a:t>
            </a:r>
          </a:p>
          <a:p>
            <a:endParaRPr lang="nl-NL" dirty="0"/>
          </a:p>
          <a:p>
            <a:r>
              <a:rPr lang="nl-NL" dirty="0">
                <a:solidFill>
                  <a:srgbClr val="FFC000"/>
                </a:solidFill>
              </a:rPr>
              <a:t>Inleveren </a:t>
            </a:r>
            <a:r>
              <a:rPr lang="nl-NL" dirty="0"/>
              <a:t>via </a:t>
            </a:r>
            <a:r>
              <a:rPr lang="nl-NL" dirty="0" err="1"/>
              <a:t>simulize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F279B3-D8C0-C3C4-EAA1-E12D85328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080" y="273229"/>
            <a:ext cx="3018681" cy="300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9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546E-EE70-2CF2-8FD7-14D9E890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E9376-560E-174B-8312-CAE0206F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</a:t>
            </a:r>
            <a:r>
              <a:rPr lang="en-US" dirty="0" err="1"/>
              <a:t>leren</a:t>
            </a:r>
            <a:r>
              <a:rPr lang="en-US" dirty="0"/>
              <a:t> we?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1973-1E04-56DC-06D5-EBEC547E0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Je kan een functie schrijven</a:t>
            </a:r>
          </a:p>
          <a:p>
            <a:r>
              <a:rPr lang="nl-NL" dirty="0"/>
              <a:t>Je weet hoe je dit vak kan halen</a:t>
            </a:r>
          </a:p>
        </p:txBody>
      </p:sp>
    </p:spTree>
    <p:extLst>
      <p:ext uri="{BB962C8B-B14F-4D97-AF65-F5344CB8AC3E}">
        <p14:creationId xmlns:p14="http://schemas.microsoft.com/office/powerpoint/2010/main" val="225312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5619-8479-F033-528A-63852155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96EE-0800-1C95-E9EC-91FC1E88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Beoordeling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DDF0-D5EB-3BD5-5BC2-87B1E41A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Toets op papier</a:t>
            </a:r>
          </a:p>
          <a:p>
            <a:pPr lvl="1"/>
            <a:r>
              <a:rPr lang="nl-NL" dirty="0"/>
              <a:t>Week 5 tussen toets, oefenen</a:t>
            </a:r>
          </a:p>
          <a:p>
            <a:r>
              <a:rPr lang="nl-NL" dirty="0"/>
              <a:t>Week 9</a:t>
            </a:r>
          </a:p>
          <a:p>
            <a:pPr lvl="1"/>
            <a:r>
              <a:rPr lang="nl-NL" dirty="0"/>
              <a:t>Eindtoets &amp; herkansing</a:t>
            </a:r>
          </a:p>
          <a:p>
            <a:endParaRPr lang="nl-NL" dirty="0"/>
          </a:p>
          <a:p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632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730A-D6CB-A06C-D7E9-A78CFEFD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AAF3-4A74-888F-133C-1F9C2FCA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te </a:t>
            </a:r>
            <a:r>
              <a:rPr lang="en-US" dirty="0" err="1"/>
              <a:t>voorkomen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6A7D6-E222-559B-A827-BBF306739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Dit vak hoort bij de opleiding</a:t>
            </a:r>
          </a:p>
          <a:p>
            <a:pPr lvl="1"/>
            <a:r>
              <a:rPr lang="nl-NL" dirty="0"/>
              <a:t>Algemene programmeer kennis, altijd nuttig</a:t>
            </a:r>
          </a:p>
          <a:p>
            <a:pPr lvl="2"/>
            <a:r>
              <a:rPr lang="nl-NL" dirty="0"/>
              <a:t>Op elke taal toepasbaar</a:t>
            </a:r>
          </a:p>
          <a:p>
            <a:pPr lvl="1"/>
            <a:r>
              <a:rPr lang="nl-NL" dirty="0"/>
              <a:t>Dus niet:</a:t>
            </a:r>
          </a:p>
          <a:p>
            <a:pPr lvl="2"/>
            <a:r>
              <a:rPr lang="nl-NL" dirty="0"/>
              <a:t>Een ander vak voorrang geven</a:t>
            </a:r>
          </a:p>
          <a:p>
            <a:pPr lvl="2"/>
            <a:r>
              <a:rPr lang="nl-NL" dirty="0"/>
              <a:t>Kiezen om dit niet te doen</a:t>
            </a:r>
          </a:p>
          <a:p>
            <a:pPr lvl="1"/>
            <a:endParaRPr lang="nl-NL" dirty="0"/>
          </a:p>
          <a:p>
            <a:endParaRPr lang="nl-NL" dirty="0"/>
          </a:p>
          <a:p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8606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181A-2332-E9FD-3549-2DF630B05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45871-DF62-8CC6-BBDF-E8F67DBA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Houding</a:t>
            </a:r>
            <a:r>
              <a:rPr lang="en-US" dirty="0"/>
              <a:t> van de </a:t>
            </a:r>
            <a:r>
              <a:rPr lang="en-US" dirty="0" err="1"/>
              <a:t>programmeur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015B-5405-E06D-D093-7B90C66F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Je weet het onderwerp?</a:t>
            </a:r>
          </a:p>
          <a:p>
            <a:pPr lvl="1"/>
            <a:r>
              <a:rPr lang="nl-NL" dirty="0"/>
              <a:t>Snap je het niet? -&gt;</a:t>
            </a:r>
          </a:p>
          <a:p>
            <a:pPr lvl="2"/>
            <a:r>
              <a:rPr lang="nl-NL" dirty="0"/>
              <a:t>Vragen!</a:t>
            </a:r>
          </a:p>
          <a:p>
            <a:pPr lvl="2"/>
            <a:r>
              <a:rPr lang="nl-NL" dirty="0"/>
              <a:t>Onderzoeken!</a:t>
            </a:r>
          </a:p>
          <a:p>
            <a:pPr lvl="2"/>
            <a:r>
              <a:rPr lang="nl-NL" dirty="0"/>
              <a:t>Uitzoeken! </a:t>
            </a:r>
          </a:p>
          <a:p>
            <a:pPr lvl="2"/>
            <a:endParaRPr lang="nl-NL" dirty="0"/>
          </a:p>
          <a:p>
            <a:r>
              <a:rPr lang="nl-NL" dirty="0"/>
              <a:t>Je blijft proberen</a:t>
            </a:r>
          </a:p>
          <a:p>
            <a:pPr lvl="1"/>
            <a:r>
              <a:rPr lang="nl-NL" dirty="0"/>
              <a:t>Het moet opgelost worden! </a:t>
            </a:r>
          </a:p>
          <a:p>
            <a:pPr lvl="1"/>
            <a:r>
              <a:rPr lang="nl-NL" dirty="0"/>
              <a:t>Zelfstandigheid</a:t>
            </a:r>
          </a:p>
        </p:txBody>
      </p:sp>
    </p:spTree>
    <p:extLst>
      <p:ext uri="{BB962C8B-B14F-4D97-AF65-F5344CB8AC3E}">
        <p14:creationId xmlns:p14="http://schemas.microsoft.com/office/powerpoint/2010/main" val="325886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7481-AA0C-816D-E0DE-509F0182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AC0C3-0FF3-0A84-B18B-7BBA7ACD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op: </a:t>
            </a:r>
            <a:r>
              <a:rPr lang="nl-NL" dirty="0"/>
              <a:t>Afwachtende houding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81663-A241-7EA5-8C41-B721A35FA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7736" cy="4351338"/>
          </a:xfrm>
        </p:spPr>
        <p:txBody>
          <a:bodyPr>
            <a:normAutofit/>
          </a:bodyPr>
          <a:lstStyle/>
          <a:p>
            <a:r>
              <a:rPr lang="nl-NL" dirty="0"/>
              <a:t>Ik zit vast en stop…?</a:t>
            </a:r>
          </a:p>
          <a:p>
            <a:pPr lvl="1"/>
            <a:r>
              <a:rPr lang="nl-NL" dirty="0"/>
              <a:t>kijk hier mee uit, dit werkt nooit goed</a:t>
            </a:r>
          </a:p>
          <a:p>
            <a:pPr lvl="1"/>
            <a:r>
              <a:rPr lang="nl-NL" dirty="0"/>
              <a:t>Je moet zelfstandig problemen leren oplossen</a:t>
            </a:r>
          </a:p>
          <a:p>
            <a:pPr lvl="2"/>
            <a:r>
              <a:rPr lang="nl-NL" dirty="0"/>
              <a:t>Blijven volhouden en proberen</a:t>
            </a:r>
          </a:p>
          <a:p>
            <a:pPr lvl="1"/>
            <a:endParaRPr lang="nl-NL" dirty="0"/>
          </a:p>
          <a:p>
            <a:pPr marL="457200" lvl="1" indent="0">
              <a:buNone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194E0-2EA3-E6CF-1F43-2BECBFEA2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694" y="1825625"/>
            <a:ext cx="3559658" cy="1325563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57E25F85-088F-5CF3-2506-2DBB20583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9533" y="1825625"/>
            <a:ext cx="1556945" cy="15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2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562A18-918F-2D5F-2F50-52B536D08A02}"/>
              </a:ext>
            </a:extLst>
          </p:cNvPr>
          <p:cNvSpPr/>
          <p:nvPr/>
        </p:nvSpPr>
        <p:spPr>
          <a:xfrm>
            <a:off x="8942664" y="763397"/>
            <a:ext cx="2961314" cy="15435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Dit is onder voorbehoud</a:t>
            </a:r>
          </a:p>
          <a:p>
            <a:pPr algn="ctr"/>
            <a:r>
              <a:rPr lang="nl-NL" dirty="0"/>
              <a:t>Als er wat veranderd horen jullie dat via mij/teams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C6515-D024-6C8B-2025-E2FB5FFEA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1227"/>
            <a:ext cx="12192000" cy="272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6805613" cy="5472113"/>
          </a:xfrm>
        </p:spPr>
        <p:txBody>
          <a:bodyPr>
            <a:normAutofit/>
          </a:bodyPr>
          <a:lstStyle/>
          <a:p>
            <a:r>
              <a:rPr lang="nl-NL" dirty="0" err="1"/>
              <a:t>Static</a:t>
            </a:r>
            <a:r>
              <a:rPr lang="nl-NL" dirty="0"/>
              <a:t> escape</a:t>
            </a:r>
          </a:p>
          <a:p>
            <a:endParaRPr lang="nl-NL" dirty="0"/>
          </a:p>
          <a:p>
            <a:r>
              <a:rPr lang="nl-NL" dirty="0"/>
              <a:t>Een kort </a:t>
            </a:r>
            <a:r>
              <a:rPr lang="en-US" dirty="0"/>
              <a:t>Classes &amp; functions </a:t>
            </a:r>
            <a:r>
              <a:rPr lang="nl-NL" dirty="0"/>
              <a:t>opfrisser!</a:t>
            </a:r>
          </a:p>
          <a:p>
            <a:pPr lvl="1"/>
            <a:r>
              <a:rPr lang="nl-NL" dirty="0"/>
              <a:t>Functions in classes</a:t>
            </a:r>
          </a:p>
          <a:p>
            <a:pPr lvl="1"/>
            <a:r>
              <a:rPr lang="nl-NL" dirty="0"/>
              <a:t>Patroon</a:t>
            </a:r>
          </a:p>
          <a:p>
            <a:pPr lvl="2"/>
            <a:r>
              <a:rPr lang="nl-NL" dirty="0" err="1"/>
              <a:t>Void</a:t>
            </a:r>
            <a:endParaRPr lang="nl-NL" dirty="0"/>
          </a:p>
          <a:p>
            <a:pPr lvl="2"/>
            <a:r>
              <a:rPr lang="nl-NL" dirty="0"/>
              <a:t>Return</a:t>
            </a:r>
          </a:p>
          <a:p>
            <a:pPr lvl="2"/>
            <a:r>
              <a:rPr lang="nl-NL" dirty="0"/>
              <a:t>Argumenten</a:t>
            </a:r>
          </a:p>
          <a:p>
            <a:pPr lvl="2"/>
            <a:r>
              <a:rPr lang="nl-NL" dirty="0"/>
              <a:t>Call</a:t>
            </a:r>
          </a:p>
          <a:p>
            <a:pPr lvl="1"/>
            <a:r>
              <a:rPr lang="nl-NL" dirty="0"/>
              <a:t>Program </a:t>
            </a:r>
            <a:r>
              <a:rPr lang="nl-NL" dirty="0" err="1"/>
              <a:t>program</a:t>
            </a:r>
            <a:r>
              <a:rPr lang="nl-NL" dirty="0"/>
              <a:t> = new Program</a:t>
            </a:r>
          </a:p>
          <a:p>
            <a:pPr marL="457200" lvl="1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6FCD7-5EB8-934C-9199-96BB6A33F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050" y="4607142"/>
            <a:ext cx="2647949" cy="2302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19F37-5BAD-DE42-E93D-973396887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425" y="1645672"/>
            <a:ext cx="4219574" cy="2688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F6BA9F-B405-8A7F-74EC-5D9F97BE32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135"/>
          <a:stretch/>
        </p:blipFill>
        <p:spPr>
          <a:xfrm>
            <a:off x="9115424" y="0"/>
            <a:ext cx="307657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38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Deze</a:t>
            </a:r>
            <a:r>
              <a:rPr lang="en-US" dirty="0"/>
              <a:t> week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42696" cy="4351338"/>
          </a:xfrm>
        </p:spPr>
        <p:txBody>
          <a:bodyPr>
            <a:normAutofit/>
          </a:bodyPr>
          <a:lstStyle/>
          <a:p>
            <a:r>
              <a:rPr lang="nl-NL" dirty="0"/>
              <a:t>In de les de opdrachten:</a:t>
            </a:r>
          </a:p>
          <a:p>
            <a:pPr lvl="1"/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DCB03-B675-EF67-D79B-25720FDE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768" y="2596356"/>
            <a:ext cx="3076575" cy="2809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F4904-7436-CE23-C2B5-2B730EA3B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973" y="2153540"/>
            <a:ext cx="6394027" cy="42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5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718</TotalTime>
  <Words>207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C# Deel 2</vt:lpstr>
      <vt:lpstr>Belangrijke info</vt:lpstr>
      <vt:lpstr>Wat leren we?</vt:lpstr>
      <vt:lpstr>Beoordeling</vt:lpstr>
      <vt:lpstr>Wat te voorkomen</vt:lpstr>
      <vt:lpstr>Houding van de programmeur</vt:lpstr>
      <vt:lpstr>Let op: Afwachtende houding</vt:lpstr>
      <vt:lpstr>Planning</vt:lpstr>
      <vt:lpstr>Demo</vt:lpstr>
      <vt:lpstr>Deze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3</cp:revision>
  <cp:lastPrinted>2022-05-09T06:23:06Z</cp:lastPrinted>
  <dcterms:created xsi:type="dcterms:W3CDTF">2022-04-26T11:06:09Z</dcterms:created>
  <dcterms:modified xsi:type="dcterms:W3CDTF">2025-11-18T10:20:01Z</dcterms:modified>
</cp:coreProperties>
</file>