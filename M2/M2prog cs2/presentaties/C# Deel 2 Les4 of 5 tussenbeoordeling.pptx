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98" r:id="rId2"/>
    <p:sldId id="295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E72"/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6F7B9-C25E-4928-AA16-4FC30AC4CDB3}" v="1" dt="2024-12-13T07:49:04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49" autoAdjust="0"/>
  </p:normalViewPr>
  <p:slideViewPr>
    <p:cSldViewPr snapToGrid="0">
      <p:cViewPr varScale="1">
        <p:scale>
          <a:sx n="96" d="100"/>
          <a:sy n="96" d="100"/>
        </p:scale>
        <p:origin x="54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2716F7B9-C25E-4928-AA16-4FC30AC4CDB3}"/>
    <pc:docChg chg="undo custSel addSld delSld modSld">
      <pc:chgData name="Dragan Javorac" userId="913c2858-fb97-4c6e-a42c-b1f1a16b225e" providerId="ADAL" clId="{2716F7B9-C25E-4928-AA16-4FC30AC4CDB3}" dt="2024-12-16T08:47:35.243" v="210" actId="20577"/>
      <pc:docMkLst>
        <pc:docMk/>
      </pc:docMkLst>
      <pc:sldChg chg="modSp add mod">
        <pc:chgData name="Dragan Javorac" userId="913c2858-fb97-4c6e-a42c-b1f1a16b225e" providerId="ADAL" clId="{2716F7B9-C25E-4928-AA16-4FC30AC4CDB3}" dt="2024-12-13T07:49:42.709" v="20" actId="20577"/>
        <pc:sldMkLst>
          <pc:docMk/>
          <pc:sldMk cId="2326257196" sldId="257"/>
        </pc:sldMkLst>
        <pc:spChg chg="mod">
          <ac:chgData name="Dragan Javorac" userId="913c2858-fb97-4c6e-a42c-b1f1a16b225e" providerId="ADAL" clId="{2716F7B9-C25E-4928-AA16-4FC30AC4CDB3}" dt="2024-12-13T07:49:29.261" v="14" actId="20577"/>
          <ac:spMkLst>
            <pc:docMk/>
            <pc:sldMk cId="2326257196" sldId="257"/>
            <ac:spMk id="2" creationId="{4368B8A9-C1B0-EEE7-AE67-6EEC7F46FB6C}"/>
          </ac:spMkLst>
        </pc:spChg>
        <pc:spChg chg="mod">
          <ac:chgData name="Dragan Javorac" userId="913c2858-fb97-4c6e-a42c-b1f1a16b225e" providerId="ADAL" clId="{2716F7B9-C25E-4928-AA16-4FC30AC4CDB3}" dt="2024-12-13T07:49:42.709" v="20" actId="20577"/>
          <ac:spMkLst>
            <pc:docMk/>
            <pc:sldMk cId="2326257196" sldId="257"/>
            <ac:spMk id="6" creationId="{B1A35514-C075-12EE-2F57-71C71D25C0E4}"/>
          </ac:spMkLst>
        </pc:spChg>
      </pc:sldChg>
      <pc:sldChg chg="modSp mod">
        <pc:chgData name="Dragan Javorac" userId="913c2858-fb97-4c6e-a42c-b1f1a16b225e" providerId="ADAL" clId="{2716F7B9-C25E-4928-AA16-4FC30AC4CDB3}" dt="2024-12-16T08:47:35.243" v="210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2716F7B9-C25E-4928-AA16-4FC30AC4CDB3}" dt="2024-12-16T08:47:35.243" v="210" actId="20577"/>
          <ac:spMkLst>
            <pc:docMk/>
            <pc:sldMk cId="1430596127" sldId="295"/>
            <ac:spMk id="10" creationId="{FB5033DF-5706-B77A-AC84-571C0415A371}"/>
          </ac:spMkLst>
        </pc:spChg>
      </pc:sldChg>
      <pc:sldChg chg="add del">
        <pc:chgData name="Dragan Javorac" userId="913c2858-fb97-4c6e-a42c-b1f1a16b225e" providerId="ADAL" clId="{2716F7B9-C25E-4928-AA16-4FC30AC4CDB3}" dt="2024-12-13T07:49:08.328" v="2" actId="47"/>
        <pc:sldMkLst>
          <pc:docMk/>
          <pc:sldMk cId="2337156648" sldId="299"/>
        </pc:sldMkLst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ACE6CA3D-330E-4295-A206-4945D564E420}"/>
    <pc:docChg chg="undo custSel addSld delSld modSld sldOrd">
      <pc:chgData name="Dragan Javorac" userId="913c2858-fb97-4c6e-a42c-b1f1a16b225e" providerId="ADAL" clId="{ACE6CA3D-330E-4295-A206-4945D564E420}" dt="2022-05-30T05:11:20.645" v="1292" actId="20577"/>
      <pc:docMkLst>
        <pc:docMk/>
      </pc:docMkLst>
      <pc:sldChg chg="modSp mod">
        <pc:chgData name="Dragan Javorac" userId="913c2858-fb97-4c6e-a42c-b1f1a16b225e" providerId="ADAL" clId="{ACE6CA3D-330E-4295-A206-4945D564E420}" dt="2022-05-30T05:11:20.645" v="1292" actId="20577"/>
        <pc:sldMkLst>
          <pc:docMk/>
          <pc:sldMk cId="729763293" sldId="256"/>
        </pc:sldMkLst>
        <pc:spChg chg="mod">
          <ac:chgData name="Dragan Javorac" userId="913c2858-fb97-4c6e-a42c-b1f1a16b225e" providerId="ADAL" clId="{ACE6CA3D-330E-4295-A206-4945D564E420}" dt="2022-05-30T05:11:20.645" v="1292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67494202" sldId="260"/>
        </pc:sldMkLst>
      </pc:sldChg>
      <pc:sldChg chg="delSp modSp mod">
        <pc:chgData name="Dragan Javorac" userId="913c2858-fb97-4c6e-a42c-b1f1a16b225e" providerId="ADAL" clId="{ACE6CA3D-330E-4295-A206-4945D564E420}" dt="2022-05-27T08:22:13.813" v="1290" actId="20577"/>
        <pc:sldMkLst>
          <pc:docMk/>
          <pc:sldMk cId="678353431" sldId="265"/>
        </pc:sldMkLst>
        <pc:spChg chg="mod">
          <ac:chgData name="Dragan Javorac" userId="913c2858-fb97-4c6e-a42c-b1f1a16b225e" providerId="ADAL" clId="{ACE6CA3D-330E-4295-A206-4945D564E420}" dt="2022-05-27T07:51:26.584" v="826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8:22:13.813" v="1290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ACE6CA3D-330E-4295-A206-4945D564E420}" dt="2022-05-27T08:21:25.584" v="1184" actId="478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ACE6CA3D-330E-4295-A206-4945D564E420}" dt="2022-05-27T07:26:17.657" v="0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ACE6CA3D-330E-4295-A206-4945D564E420}" dt="2022-05-27T07:26:17.657" v="0" actId="47"/>
        <pc:sldMkLst>
          <pc:docMk/>
          <pc:sldMk cId="2739902276" sldId="276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546539525" sldId="278"/>
        </pc:sldMkLst>
      </pc:sldChg>
      <pc:sldChg chg="addSp delSp modSp mod">
        <pc:chgData name="Dragan Javorac" userId="913c2858-fb97-4c6e-a42c-b1f1a16b225e" providerId="ADAL" clId="{ACE6CA3D-330E-4295-A206-4945D564E420}" dt="2022-05-27T07:46:29.740" v="686" actId="1076"/>
        <pc:sldMkLst>
          <pc:docMk/>
          <pc:sldMk cId="4018253664" sldId="280"/>
        </pc:sldMkLst>
        <pc:spChg chg="mod">
          <ac:chgData name="Dragan Javorac" userId="913c2858-fb97-4c6e-a42c-b1f1a16b225e" providerId="ADAL" clId="{ACE6CA3D-330E-4295-A206-4945D564E420}" dt="2022-05-27T07:32:52.711" v="181" actId="20577"/>
          <ac:spMkLst>
            <pc:docMk/>
            <pc:sldMk cId="4018253664" sldId="280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5:50.340" v="682" actId="27636"/>
          <ac:spMkLst>
            <pc:docMk/>
            <pc:sldMk cId="4018253664" sldId="280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ACE6CA3D-330E-4295-A206-4945D564E420}" dt="2022-05-27T07:33:11.994" v="185" actId="1076"/>
          <ac:picMkLst>
            <pc:docMk/>
            <pc:sldMk cId="4018253664" sldId="280"/>
            <ac:picMk id="4" creationId="{21088CCF-D893-76F5-3D14-E3D9443AA0A5}"/>
          </ac:picMkLst>
        </pc:picChg>
        <pc:picChg chg="add del mod">
          <ac:chgData name="Dragan Javorac" userId="913c2858-fb97-4c6e-a42c-b1f1a16b225e" providerId="ADAL" clId="{ACE6CA3D-330E-4295-A206-4945D564E420}" dt="2022-05-27T07:46:25.969" v="685" actId="478"/>
          <ac:picMkLst>
            <pc:docMk/>
            <pc:sldMk cId="4018253664" sldId="280"/>
            <ac:picMk id="6" creationId="{02297234-AF80-4443-D6A1-7568FBE7BFDA}"/>
          </ac:picMkLst>
        </pc:picChg>
        <pc:picChg chg="del">
          <ac:chgData name="Dragan Javorac" userId="913c2858-fb97-4c6e-a42c-b1f1a16b225e" providerId="ADAL" clId="{ACE6CA3D-330E-4295-A206-4945D564E420}" dt="2022-05-27T07:28:04.067" v="162" actId="478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ACE6CA3D-330E-4295-A206-4945D564E420}" dt="2022-05-27T07:46:29.740" v="686" actId="1076"/>
          <ac:picMkLst>
            <pc:docMk/>
            <pc:sldMk cId="4018253664" sldId="280"/>
            <ac:picMk id="9" creationId="{849F48EA-3FEF-E737-16A8-8FC8D7EF535C}"/>
          </ac:picMkLst>
        </pc:picChg>
        <pc:picChg chg="del">
          <ac:chgData name="Dragan Javorac" userId="913c2858-fb97-4c6e-a42c-b1f1a16b225e" providerId="ADAL" clId="{ACE6CA3D-330E-4295-A206-4945D564E420}" dt="2022-05-27T07:28:04.067" v="162" actId="478"/>
          <ac:picMkLst>
            <pc:docMk/>
            <pc:sldMk cId="4018253664" sldId="280"/>
            <ac:picMk id="12" creationId="{94B4A273-5CAF-A6AA-7BED-25BFE99EFE39}"/>
          </ac:picMkLst>
        </pc:pic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1200983595" sldId="282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385799803" sldId="283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652451323" sldId="284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591907075" sldId="285"/>
        </pc:sldMkLst>
      </pc:sldChg>
      <pc:sldChg chg="addSp delSp modSp mod">
        <pc:chgData name="Dragan Javorac" userId="913c2858-fb97-4c6e-a42c-b1f1a16b225e" providerId="ADAL" clId="{ACE6CA3D-330E-4295-A206-4945D564E420}" dt="2022-05-27T07:44:46.745" v="668" actId="6549"/>
        <pc:sldMkLst>
          <pc:docMk/>
          <pc:sldMk cId="1880708128" sldId="286"/>
        </pc:sldMkLst>
        <pc:spChg chg="mod">
          <ac:chgData name="Dragan Javorac" userId="913c2858-fb97-4c6e-a42c-b1f1a16b225e" providerId="ADAL" clId="{ACE6CA3D-330E-4295-A206-4945D564E420}" dt="2022-05-27T07:26:25.635" v="26" actId="20577"/>
          <ac:spMkLst>
            <pc:docMk/>
            <pc:sldMk cId="1880708128" sldId="286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4:46.745" v="668" actId="6549"/>
          <ac:spMkLst>
            <pc:docMk/>
            <pc:sldMk cId="1880708128" sldId="286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ACE6CA3D-330E-4295-A206-4945D564E420}" dt="2022-05-27T07:26:52.308" v="29" actId="478"/>
          <ac:graphicFrameMkLst>
            <pc:docMk/>
            <pc:sldMk cId="1880708128" sldId="286"/>
            <ac:graphicFrameMk id="4" creationId="{7BE5F7DF-7C29-6A39-0BFB-261ADE126B93}"/>
          </ac:graphicFrameMkLst>
        </pc:graphicFrameChg>
        <pc:picChg chg="del">
          <ac:chgData name="Dragan Javorac" userId="913c2858-fb97-4c6e-a42c-b1f1a16b225e" providerId="ADAL" clId="{ACE6CA3D-330E-4295-A206-4945D564E420}" dt="2022-05-27T07:26:28.264" v="27" actId="478"/>
          <ac:picMkLst>
            <pc:docMk/>
            <pc:sldMk cId="1880708128" sldId="286"/>
            <ac:picMk id="5" creationId="{28423A5E-8689-B84C-FAB4-35D82ECE1C0A}"/>
          </ac:picMkLst>
        </pc:picChg>
        <pc:picChg chg="add mod modCrop">
          <ac:chgData name="Dragan Javorac" userId="913c2858-fb97-4c6e-a42c-b1f1a16b225e" providerId="ADAL" clId="{ACE6CA3D-330E-4295-A206-4945D564E420}" dt="2022-05-27T07:27:08.826" v="32" actId="732"/>
          <ac:picMkLst>
            <pc:docMk/>
            <pc:sldMk cId="1880708128" sldId="286"/>
            <ac:picMk id="7" creationId="{4F50F0AD-7D09-1C14-633C-1550D8204857}"/>
          </ac:picMkLst>
        </pc:picChg>
        <pc:picChg chg="del">
          <ac:chgData name="Dragan Javorac" userId="913c2858-fb97-4c6e-a42c-b1f1a16b225e" providerId="ADAL" clId="{ACE6CA3D-330E-4295-A206-4945D564E420}" dt="2022-05-27T07:26:28.264" v="27" actId="478"/>
          <ac:picMkLst>
            <pc:docMk/>
            <pc:sldMk cId="1880708128" sldId="286"/>
            <ac:picMk id="8" creationId="{E46F01A6-D72C-B10D-9555-631A2DAE849B}"/>
          </ac:picMkLst>
        </pc:pic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375452406" sldId="287"/>
        </pc:sldMkLst>
      </pc:sldChg>
      <pc:sldChg chg="addSp delSp modSp add mod">
        <pc:chgData name="Dragan Javorac" userId="913c2858-fb97-4c6e-a42c-b1f1a16b225e" providerId="ADAL" clId="{ACE6CA3D-330E-4295-A206-4945D564E420}" dt="2022-05-27T07:52:41.565" v="857" actId="1076"/>
        <pc:sldMkLst>
          <pc:docMk/>
          <pc:sldMk cId="3939524031" sldId="287"/>
        </pc:sldMkLst>
        <pc:spChg chg="mod">
          <ac:chgData name="Dragan Javorac" userId="913c2858-fb97-4c6e-a42c-b1f1a16b225e" providerId="ADAL" clId="{ACE6CA3D-330E-4295-A206-4945D564E420}" dt="2022-05-27T07:33:49.733" v="263" actId="20577"/>
          <ac:spMkLst>
            <pc:docMk/>
            <pc:sldMk cId="3939524031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2:39.120" v="855" actId="20577"/>
          <ac:spMkLst>
            <pc:docMk/>
            <pc:sldMk cId="3939524031" sldId="287"/>
            <ac:spMk id="10" creationId="{FB5033DF-5706-B77A-AC84-571C0415A371}"/>
          </ac:spMkLst>
        </pc:spChg>
        <pc:picChg chg="mod">
          <ac:chgData name="Dragan Javorac" userId="913c2858-fb97-4c6e-a42c-b1f1a16b225e" providerId="ADAL" clId="{ACE6CA3D-330E-4295-A206-4945D564E420}" dt="2022-05-27T07:34:24.758" v="267" actId="1076"/>
          <ac:picMkLst>
            <pc:docMk/>
            <pc:sldMk cId="3939524031" sldId="287"/>
            <ac:picMk id="4" creationId="{21088CCF-D893-76F5-3D14-E3D9443AA0A5}"/>
          </ac:picMkLst>
        </pc:picChg>
        <pc:picChg chg="add del">
          <ac:chgData name="Dragan Javorac" userId="913c2858-fb97-4c6e-a42c-b1f1a16b225e" providerId="ADAL" clId="{ACE6CA3D-330E-4295-A206-4945D564E420}" dt="2022-05-27T07:52:31.731" v="832" actId="22"/>
          <ac:picMkLst>
            <pc:docMk/>
            <pc:sldMk cId="3939524031" sldId="287"/>
            <ac:picMk id="8" creationId="{5F853274-0B8E-CA75-CCAC-E328F9B8BCEA}"/>
          </ac:picMkLst>
        </pc:picChg>
        <pc:picChg chg="add mod">
          <ac:chgData name="Dragan Javorac" userId="913c2858-fb97-4c6e-a42c-b1f1a16b225e" providerId="ADAL" clId="{ACE6CA3D-330E-4295-A206-4945D564E420}" dt="2022-05-27T07:52:41.565" v="857" actId="1076"/>
          <ac:picMkLst>
            <pc:docMk/>
            <pc:sldMk cId="3939524031" sldId="287"/>
            <ac:picMk id="11" creationId="{C0117605-985C-438F-8E03-155C947B039C}"/>
          </ac:picMkLst>
        </pc:picChg>
        <pc:cxnChg chg="add mod">
          <ac:chgData name="Dragan Javorac" userId="913c2858-fb97-4c6e-a42c-b1f1a16b225e" providerId="ADAL" clId="{ACE6CA3D-330E-4295-A206-4945D564E420}" dt="2022-05-27T07:34:42.508" v="290" actId="14100"/>
          <ac:cxnSpMkLst>
            <pc:docMk/>
            <pc:sldMk cId="3939524031" sldId="287"/>
            <ac:cxnSpMk id="5" creationId="{6C208EC7-49EC-69F5-34C1-A77140A7D45F}"/>
          </ac:cxnSpMkLst>
        </pc:cxn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1243157361" sldId="288"/>
        </pc:sldMkLst>
      </pc:sldChg>
      <pc:sldChg chg="addSp modSp add mod">
        <pc:chgData name="Dragan Javorac" userId="913c2858-fb97-4c6e-a42c-b1f1a16b225e" providerId="ADAL" clId="{ACE6CA3D-330E-4295-A206-4945D564E420}" dt="2022-05-27T07:53:01.980" v="867" actId="108"/>
        <pc:sldMkLst>
          <pc:docMk/>
          <pc:sldMk cId="3709483990" sldId="288"/>
        </pc:sldMkLst>
        <pc:spChg chg="mod">
          <ac:chgData name="Dragan Javorac" userId="913c2858-fb97-4c6e-a42c-b1f1a16b225e" providerId="ADAL" clId="{ACE6CA3D-330E-4295-A206-4945D564E420}" dt="2022-05-27T07:52:59.756" v="865" actId="108"/>
          <ac:spMkLst>
            <pc:docMk/>
            <pc:sldMk cId="3709483990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3:01.980" v="867" actId="108"/>
          <ac:spMkLst>
            <pc:docMk/>
            <pc:sldMk cId="3709483990" sldId="288"/>
            <ac:spMk id="10" creationId="{FB5033DF-5706-B77A-AC84-571C0415A371}"/>
          </ac:spMkLst>
        </pc:spChg>
        <pc:picChg chg="mod">
          <ac:chgData name="Dragan Javorac" userId="913c2858-fb97-4c6e-a42c-b1f1a16b225e" providerId="ADAL" clId="{ACE6CA3D-330E-4295-A206-4945D564E420}" dt="2022-05-27T07:36:12.350" v="335" actId="1076"/>
          <ac:picMkLst>
            <pc:docMk/>
            <pc:sldMk cId="3709483990" sldId="288"/>
            <ac:picMk id="4" creationId="{21088CCF-D893-76F5-3D14-E3D9443AA0A5}"/>
          </ac:picMkLst>
        </pc:picChg>
        <pc:picChg chg="add mod">
          <ac:chgData name="Dragan Javorac" userId="913c2858-fb97-4c6e-a42c-b1f1a16b225e" providerId="ADAL" clId="{ACE6CA3D-330E-4295-A206-4945D564E420}" dt="2022-05-27T07:36:19.315" v="338" actId="1076"/>
          <ac:picMkLst>
            <pc:docMk/>
            <pc:sldMk cId="3709483990" sldId="288"/>
            <ac:picMk id="6" creationId="{04421988-906F-123F-A2C9-9D43CF6CB021}"/>
          </ac:picMkLst>
        </pc:picChg>
        <pc:cxnChg chg="mod ord">
          <ac:chgData name="Dragan Javorac" userId="913c2858-fb97-4c6e-a42c-b1f1a16b225e" providerId="ADAL" clId="{ACE6CA3D-330E-4295-A206-4945D564E420}" dt="2022-05-27T07:36:24.620" v="341" actId="14100"/>
          <ac:cxnSpMkLst>
            <pc:docMk/>
            <pc:sldMk cId="3709483990" sldId="288"/>
            <ac:cxnSpMk id="5" creationId="{6C208EC7-49EC-69F5-34C1-A77140A7D45F}"/>
          </ac:cxnSpMkLst>
        </pc:cxnChg>
      </pc:sldChg>
      <pc:sldChg chg="addSp delSp modSp add mod ord">
        <pc:chgData name="Dragan Javorac" userId="913c2858-fb97-4c6e-a42c-b1f1a16b225e" providerId="ADAL" clId="{ACE6CA3D-330E-4295-A206-4945D564E420}" dt="2022-05-27T08:04:27.784" v="1164" actId="12"/>
        <pc:sldMkLst>
          <pc:docMk/>
          <pc:sldMk cId="1020491010" sldId="289"/>
        </pc:sldMkLst>
        <pc:spChg chg="mod">
          <ac:chgData name="Dragan Javorac" userId="913c2858-fb97-4c6e-a42c-b1f1a16b225e" providerId="ADAL" clId="{ACE6CA3D-330E-4295-A206-4945D564E420}" dt="2022-05-27T07:38:45.936" v="487" actId="20577"/>
          <ac:spMkLst>
            <pc:docMk/>
            <pc:sldMk cId="1020491010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8:04:27.784" v="1164" actId="12"/>
          <ac:spMkLst>
            <pc:docMk/>
            <pc:sldMk cId="1020491010" sldId="289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38:47.942" v="488" actId="478"/>
          <ac:picMkLst>
            <pc:docMk/>
            <pc:sldMk cId="1020491010" sldId="289"/>
            <ac:picMk id="4" creationId="{21088CCF-D893-76F5-3D14-E3D9443AA0A5}"/>
          </ac:picMkLst>
        </pc:picChg>
        <pc:picChg chg="add del mod">
          <ac:chgData name="Dragan Javorac" userId="913c2858-fb97-4c6e-a42c-b1f1a16b225e" providerId="ADAL" clId="{ACE6CA3D-330E-4295-A206-4945D564E420}" dt="2022-05-27T08:03:41.632" v="1074" actId="478"/>
          <ac:picMkLst>
            <pc:docMk/>
            <pc:sldMk cId="1020491010" sldId="289"/>
            <ac:picMk id="6" creationId="{D4424EFD-EC42-19C5-57A9-9E73ED5D9F02}"/>
          </ac:picMkLst>
        </pc:picChg>
        <pc:picChg chg="add mod">
          <ac:chgData name="Dragan Javorac" userId="913c2858-fb97-4c6e-a42c-b1f1a16b225e" providerId="ADAL" clId="{ACE6CA3D-330E-4295-A206-4945D564E420}" dt="2022-05-27T08:03:48.621" v="1078" actId="1076"/>
          <ac:picMkLst>
            <pc:docMk/>
            <pc:sldMk cId="1020491010" sldId="289"/>
            <ac:picMk id="8" creationId="{33D0E9B6-CEA2-A557-E98E-FB1D23D151BC}"/>
          </ac:picMkLst>
        </pc:picChg>
        <pc:cxnChg chg="del">
          <ac:chgData name="Dragan Javorac" userId="913c2858-fb97-4c6e-a42c-b1f1a16b225e" providerId="ADAL" clId="{ACE6CA3D-330E-4295-A206-4945D564E420}" dt="2022-05-27T07:39:12.754" v="492" actId="478"/>
          <ac:cxnSpMkLst>
            <pc:docMk/>
            <pc:sldMk cId="1020491010" sldId="289"/>
            <ac:cxnSpMk id="5" creationId="{6C208EC7-49EC-69F5-34C1-A77140A7D45F}"/>
          </ac:cxnSpMkLst>
        </pc:cxn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102180251" sldId="289"/>
        </pc:sldMkLst>
      </pc:sldChg>
      <pc:sldChg chg="addSp delSp modSp add mod">
        <pc:chgData name="Dragan Javorac" userId="913c2858-fb97-4c6e-a42c-b1f1a16b225e" providerId="ADAL" clId="{ACE6CA3D-330E-4295-A206-4945D564E420}" dt="2022-05-27T07:37:38.244" v="410" actId="1076"/>
        <pc:sldMkLst>
          <pc:docMk/>
          <pc:sldMk cId="31089605" sldId="290"/>
        </pc:sldMkLst>
        <pc:spChg chg="mod">
          <ac:chgData name="Dragan Javorac" userId="913c2858-fb97-4c6e-a42c-b1f1a16b225e" providerId="ADAL" clId="{ACE6CA3D-330E-4295-A206-4945D564E420}" dt="2022-05-27T07:37:03.372" v="400" actId="20577"/>
          <ac:spMkLst>
            <pc:docMk/>
            <pc:sldMk cId="31089605" sldId="290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ACE6CA3D-330E-4295-A206-4945D564E420}" dt="2022-05-27T07:37:32.195" v="406" actId="478"/>
          <ac:spMkLst>
            <pc:docMk/>
            <pc:sldMk cId="31089605" sldId="290"/>
            <ac:spMk id="9" creationId="{DA868446-79E2-B9E2-5984-34EE75B2B103}"/>
          </ac:spMkLst>
        </pc:spChg>
        <pc:spChg chg="del">
          <ac:chgData name="Dragan Javorac" userId="913c2858-fb97-4c6e-a42c-b1f1a16b225e" providerId="ADAL" clId="{ACE6CA3D-330E-4295-A206-4945D564E420}" dt="2022-05-27T07:37:27.749" v="403" actId="478"/>
          <ac:spMkLst>
            <pc:docMk/>
            <pc:sldMk cId="31089605" sldId="290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37:29.143" v="405" actId="478"/>
          <ac:picMkLst>
            <pc:docMk/>
            <pc:sldMk cId="31089605" sldId="290"/>
            <ac:picMk id="4" creationId="{21088CCF-D893-76F5-3D14-E3D9443AA0A5}"/>
          </ac:picMkLst>
        </pc:picChg>
        <pc:picChg chg="del">
          <ac:chgData name="Dragan Javorac" userId="913c2858-fb97-4c6e-a42c-b1f1a16b225e" providerId="ADAL" clId="{ACE6CA3D-330E-4295-A206-4945D564E420}" dt="2022-05-27T07:37:28.393" v="404" actId="478"/>
          <ac:picMkLst>
            <pc:docMk/>
            <pc:sldMk cId="31089605" sldId="290"/>
            <ac:picMk id="6" creationId="{04421988-906F-123F-A2C9-9D43CF6CB021}"/>
          </ac:picMkLst>
        </pc:picChg>
        <pc:picChg chg="add mod">
          <ac:chgData name="Dragan Javorac" userId="913c2858-fb97-4c6e-a42c-b1f1a16b225e" providerId="ADAL" clId="{ACE6CA3D-330E-4295-A206-4945D564E420}" dt="2022-05-27T07:37:38.244" v="410" actId="1076"/>
          <ac:picMkLst>
            <pc:docMk/>
            <pc:sldMk cId="31089605" sldId="290"/>
            <ac:picMk id="7" creationId="{7638685C-52EF-E9EC-6A06-5DCD2455E466}"/>
          </ac:picMkLst>
        </pc:picChg>
        <pc:cxnChg chg="del">
          <ac:chgData name="Dragan Javorac" userId="913c2858-fb97-4c6e-a42c-b1f1a16b225e" providerId="ADAL" clId="{ACE6CA3D-330E-4295-A206-4945D564E420}" dt="2022-05-27T07:37:32.838" v="407" actId="478"/>
          <ac:cxnSpMkLst>
            <pc:docMk/>
            <pc:sldMk cId="31089605" sldId="290"/>
            <ac:cxnSpMk id="5" creationId="{6C208EC7-49EC-69F5-34C1-A77140A7D45F}"/>
          </ac:cxnSpMkLst>
        </pc:cxnChg>
      </pc:sldChg>
      <pc:sldChg chg="addSp delSp modSp add mod">
        <pc:chgData name="Dragan Javorac" userId="913c2858-fb97-4c6e-a42c-b1f1a16b225e" providerId="ADAL" clId="{ACE6CA3D-330E-4295-A206-4945D564E420}" dt="2022-05-27T07:51:17.054" v="825" actId="1076"/>
        <pc:sldMkLst>
          <pc:docMk/>
          <pc:sldMk cId="4078035940" sldId="291"/>
        </pc:sldMkLst>
        <pc:spChg chg="mod">
          <ac:chgData name="Dragan Javorac" userId="913c2858-fb97-4c6e-a42c-b1f1a16b225e" providerId="ADAL" clId="{ACE6CA3D-330E-4295-A206-4945D564E420}" dt="2022-05-27T07:39:30.515" v="507" actId="6549"/>
          <ac:spMkLst>
            <pc:docMk/>
            <pc:sldMk cId="4078035940" sldId="291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3:02.300" v="627" actId="20577"/>
          <ac:spMkLst>
            <pc:docMk/>
            <pc:sldMk cId="4078035940" sldId="291"/>
            <ac:spMk id="10" creationId="{FB5033DF-5706-B77A-AC84-571C0415A371}"/>
          </ac:spMkLst>
        </pc:spChg>
        <pc:picChg chg="add del mod modCrop">
          <ac:chgData name="Dragan Javorac" userId="913c2858-fb97-4c6e-a42c-b1f1a16b225e" providerId="ADAL" clId="{ACE6CA3D-330E-4295-A206-4945D564E420}" dt="2022-05-27T07:43:31.526" v="636" actId="478"/>
          <ac:picMkLst>
            <pc:docMk/>
            <pc:sldMk cId="4078035940" sldId="291"/>
            <ac:picMk id="4" creationId="{A3063786-1565-6267-119B-A9D00551843A}"/>
          </ac:picMkLst>
        </pc:picChg>
        <pc:picChg chg="del">
          <ac:chgData name="Dragan Javorac" userId="913c2858-fb97-4c6e-a42c-b1f1a16b225e" providerId="ADAL" clId="{ACE6CA3D-330E-4295-A206-4945D564E420}" dt="2022-05-27T07:39:47.182" v="542" actId="478"/>
          <ac:picMkLst>
            <pc:docMk/>
            <pc:sldMk cId="4078035940" sldId="291"/>
            <ac:picMk id="6" creationId="{D4424EFD-EC42-19C5-57A9-9E73ED5D9F02}"/>
          </ac:picMkLst>
        </pc:picChg>
        <pc:picChg chg="add del mod">
          <ac:chgData name="Dragan Javorac" userId="913c2858-fb97-4c6e-a42c-b1f1a16b225e" providerId="ADAL" clId="{ACE6CA3D-330E-4295-A206-4945D564E420}" dt="2022-05-27T07:43:25.340" v="631" actId="478"/>
          <ac:picMkLst>
            <pc:docMk/>
            <pc:sldMk cId="4078035940" sldId="291"/>
            <ac:picMk id="7" creationId="{E51D6D48-B752-AA53-FAC3-7CAD0AFBCD54}"/>
          </ac:picMkLst>
        </pc:picChg>
        <pc:picChg chg="add mod">
          <ac:chgData name="Dragan Javorac" userId="913c2858-fb97-4c6e-a42c-b1f1a16b225e" providerId="ADAL" clId="{ACE6CA3D-330E-4295-A206-4945D564E420}" dt="2022-05-27T07:51:17.054" v="825" actId="1076"/>
          <ac:picMkLst>
            <pc:docMk/>
            <pc:sldMk cId="4078035940" sldId="291"/>
            <ac:picMk id="9" creationId="{D29EBE2B-EDE0-6FBC-9CDF-4F414F74922F}"/>
          </ac:picMkLst>
        </pc:picChg>
      </pc:sldChg>
      <pc:sldChg chg="addSp delSp modSp add mod">
        <pc:chgData name="Dragan Javorac" userId="913c2858-fb97-4c6e-a42c-b1f1a16b225e" providerId="ADAL" clId="{ACE6CA3D-330E-4295-A206-4945D564E420}" dt="2022-05-27T07:44:38.828" v="667" actId="14100"/>
        <pc:sldMkLst>
          <pc:docMk/>
          <pc:sldMk cId="1299125544" sldId="292"/>
        </pc:sldMkLst>
        <pc:spChg chg="mod">
          <ac:chgData name="Dragan Javorac" userId="913c2858-fb97-4c6e-a42c-b1f1a16b225e" providerId="ADAL" clId="{ACE6CA3D-330E-4295-A206-4945D564E420}" dt="2022-05-27T07:44:22.958" v="660" actId="20577"/>
          <ac:spMkLst>
            <pc:docMk/>
            <pc:sldMk cId="1299125544" sldId="292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4:29.756" v="664" actId="6549"/>
          <ac:spMkLst>
            <pc:docMk/>
            <pc:sldMk cId="1299125544" sldId="292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44:01.284" v="641" actId="478"/>
          <ac:picMkLst>
            <pc:docMk/>
            <pc:sldMk cId="1299125544" sldId="292"/>
            <ac:picMk id="4" creationId="{A3063786-1565-6267-119B-A9D00551843A}"/>
          </ac:picMkLst>
        </pc:picChg>
        <pc:picChg chg="add mod">
          <ac:chgData name="Dragan Javorac" userId="913c2858-fb97-4c6e-a42c-b1f1a16b225e" providerId="ADAL" clId="{ACE6CA3D-330E-4295-A206-4945D564E420}" dt="2022-05-27T07:44:33.860" v="666" actId="1076"/>
          <ac:picMkLst>
            <pc:docMk/>
            <pc:sldMk cId="1299125544" sldId="292"/>
            <ac:picMk id="5" creationId="{DFD691D6-38FA-9AB6-570F-B863D4E09E45}"/>
          </ac:picMkLst>
        </pc:picChg>
        <pc:picChg chg="mod ord">
          <ac:chgData name="Dragan Javorac" userId="913c2858-fb97-4c6e-a42c-b1f1a16b225e" providerId="ADAL" clId="{ACE6CA3D-330E-4295-A206-4945D564E420}" dt="2022-05-27T07:44:38.828" v="667" actId="14100"/>
          <ac:picMkLst>
            <pc:docMk/>
            <pc:sldMk cId="1299125544" sldId="292"/>
            <ac:picMk id="7" creationId="{E51D6D48-B752-AA53-FAC3-7CAD0AFBCD54}"/>
          </ac:picMkLst>
        </pc:picChg>
        <pc:picChg chg="del">
          <ac:chgData name="Dragan Javorac" userId="913c2858-fb97-4c6e-a42c-b1f1a16b225e" providerId="ADAL" clId="{ACE6CA3D-330E-4295-A206-4945D564E420}" dt="2022-05-27T07:44:00.729" v="640" actId="478"/>
          <ac:picMkLst>
            <pc:docMk/>
            <pc:sldMk cId="1299125544" sldId="292"/>
            <ac:picMk id="9" creationId="{D29EBE2B-EDE0-6FBC-9CDF-4F414F74922F}"/>
          </ac:picMkLst>
        </pc:picChg>
      </pc:sldChg>
      <pc:sldChg chg="addSp delSp modSp add mod ord">
        <pc:chgData name="Dragan Javorac" userId="913c2858-fb97-4c6e-a42c-b1f1a16b225e" providerId="ADAL" clId="{ACE6CA3D-330E-4295-A206-4945D564E420}" dt="2022-05-27T07:53:33.168" v="884" actId="20577"/>
        <pc:sldMkLst>
          <pc:docMk/>
          <pc:sldMk cId="3254086114" sldId="293"/>
        </pc:sldMkLst>
        <pc:spChg chg="mod">
          <ac:chgData name="Dragan Javorac" userId="913c2858-fb97-4c6e-a42c-b1f1a16b225e" providerId="ADAL" clId="{ACE6CA3D-330E-4295-A206-4945D564E420}" dt="2022-05-27T07:47:06.681" v="701" actId="20577"/>
          <ac:spMkLst>
            <pc:docMk/>
            <pc:sldMk cId="3254086114" sldId="293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3:33.168" v="884" actId="20577"/>
          <ac:spMkLst>
            <pc:docMk/>
            <pc:sldMk cId="3254086114" sldId="29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ACE6CA3D-330E-4295-A206-4945D564E420}" dt="2022-05-27T07:49:43.581" v="741" actId="478"/>
          <ac:picMkLst>
            <pc:docMk/>
            <pc:sldMk cId="3254086114" sldId="293"/>
            <ac:picMk id="4" creationId="{7315C8A1-A6DD-D912-F436-49BFB55B4F4A}"/>
          </ac:picMkLst>
        </pc:picChg>
        <pc:picChg chg="del mod modCrop">
          <ac:chgData name="Dragan Javorac" userId="913c2858-fb97-4c6e-a42c-b1f1a16b225e" providerId="ADAL" clId="{ACE6CA3D-330E-4295-A206-4945D564E420}" dt="2022-05-27T07:49:57.150" v="747" actId="478"/>
          <ac:picMkLst>
            <pc:docMk/>
            <pc:sldMk cId="3254086114" sldId="293"/>
            <ac:picMk id="6" creationId="{D4424EFD-EC42-19C5-57A9-9E73ED5D9F02}"/>
          </ac:picMkLst>
        </pc:picChg>
        <pc:picChg chg="add mod modCrop">
          <ac:chgData name="Dragan Javorac" userId="913c2858-fb97-4c6e-a42c-b1f1a16b225e" providerId="ADAL" clId="{ACE6CA3D-330E-4295-A206-4945D564E420}" dt="2022-05-27T07:50:38.724" v="795" actId="1076"/>
          <ac:picMkLst>
            <pc:docMk/>
            <pc:sldMk cId="3254086114" sldId="293"/>
            <ac:picMk id="7" creationId="{55C69298-1C42-0CDB-920D-F7D978467DE1}"/>
          </ac:picMkLst>
        </pc:picChg>
      </pc:sldChg>
      <pc:sldChg chg="addSp delSp modSp add mod ord">
        <pc:chgData name="Dragan Javorac" userId="913c2858-fb97-4c6e-a42c-b1f1a16b225e" providerId="ADAL" clId="{ACE6CA3D-330E-4295-A206-4945D564E420}" dt="2022-05-27T08:02:28.128" v="1073"/>
        <pc:sldMkLst>
          <pc:docMk/>
          <pc:sldMk cId="2375117568" sldId="294"/>
        </pc:sldMkLst>
        <pc:spChg chg="mod">
          <ac:chgData name="Dragan Javorac" userId="913c2858-fb97-4c6e-a42c-b1f1a16b225e" providerId="ADAL" clId="{ACE6CA3D-330E-4295-A206-4945D564E420}" dt="2022-05-27T07:53:55.812" v="913" actId="20577"/>
          <ac:spMkLst>
            <pc:docMk/>
            <pc:sldMk cId="2375117568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7:43.178" v="1047" actId="12"/>
          <ac:spMkLst>
            <pc:docMk/>
            <pc:sldMk cId="2375117568" sldId="29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ACE6CA3D-330E-4295-A206-4945D564E420}" dt="2022-05-27T07:57:24.144" v="1040" actId="478"/>
          <ac:picMkLst>
            <pc:docMk/>
            <pc:sldMk cId="2375117568" sldId="294"/>
            <ac:picMk id="4" creationId="{E31AB839-C800-73CC-4611-6F479C26DE07}"/>
          </ac:picMkLst>
        </pc:picChg>
        <pc:picChg chg="add del mod">
          <ac:chgData name="Dragan Javorac" userId="913c2858-fb97-4c6e-a42c-b1f1a16b225e" providerId="ADAL" clId="{ACE6CA3D-330E-4295-A206-4945D564E420}" dt="2022-05-27T07:58:32.319" v="1048" actId="478"/>
          <ac:picMkLst>
            <pc:docMk/>
            <pc:sldMk cId="2375117568" sldId="294"/>
            <ac:picMk id="6" creationId="{7F6CEA03-5334-4392-FB83-115BA09E0443}"/>
          </ac:picMkLst>
        </pc:picChg>
        <pc:picChg chg="del">
          <ac:chgData name="Dragan Javorac" userId="913c2858-fb97-4c6e-a42c-b1f1a16b225e" providerId="ADAL" clId="{ACE6CA3D-330E-4295-A206-4945D564E420}" dt="2022-05-27T07:56:12.378" v="914" actId="478"/>
          <ac:picMkLst>
            <pc:docMk/>
            <pc:sldMk cId="2375117568" sldId="294"/>
            <ac:picMk id="7" creationId="{55C69298-1C42-0CDB-920D-F7D978467DE1}"/>
          </ac:picMkLst>
        </pc:picChg>
        <pc:picChg chg="add del mod">
          <ac:chgData name="Dragan Javorac" userId="913c2858-fb97-4c6e-a42c-b1f1a16b225e" providerId="ADAL" clId="{ACE6CA3D-330E-4295-A206-4945D564E420}" dt="2022-05-27T08:00:59.421" v="1066" actId="478"/>
          <ac:picMkLst>
            <pc:docMk/>
            <pc:sldMk cId="2375117568" sldId="294"/>
            <ac:picMk id="9" creationId="{C3704A5E-4B82-1551-AE57-D0793845A772}"/>
          </ac:picMkLst>
        </pc:picChg>
        <pc:picChg chg="add mod modCrop">
          <ac:chgData name="Dragan Javorac" userId="913c2858-fb97-4c6e-a42c-b1f1a16b225e" providerId="ADAL" clId="{ACE6CA3D-330E-4295-A206-4945D564E420}" dt="2022-05-27T08:00:21.157" v="1065" actId="1076"/>
          <ac:picMkLst>
            <pc:docMk/>
            <pc:sldMk cId="2375117568" sldId="294"/>
            <ac:picMk id="12" creationId="{DF3DAA6E-8F03-0F5D-40AD-DDA8208E3BC7}"/>
          </ac:picMkLst>
        </pc:picChg>
        <pc:picChg chg="add mod">
          <ac:chgData name="Dragan Javorac" userId="913c2858-fb97-4c6e-a42c-b1f1a16b225e" providerId="ADAL" clId="{ACE6CA3D-330E-4295-A206-4945D564E420}" dt="2022-05-27T08:01:06.414" v="1071" actId="1076"/>
          <ac:picMkLst>
            <pc:docMk/>
            <pc:sldMk cId="2375117568" sldId="294"/>
            <ac:picMk id="14" creationId="{33610922-D26D-486B-E160-8AC9C1ADC5D7}"/>
          </ac:picMkLst>
        </pc:picChg>
      </pc:sldChg>
    </pc:docChg>
  </pc:docChgLst>
  <pc:docChgLst>
    <pc:chgData name="Dragan Javorac" userId="913c2858-fb97-4c6e-a42c-b1f1a16b225e" providerId="ADAL" clId="{2694AD63-B106-4C34-BED0-D80E87BC381B}"/>
    <pc:docChg chg="undo custSel addSld delSld modSld">
      <pc:chgData name="Dragan Javorac" userId="913c2858-fb97-4c6e-a42c-b1f1a16b225e" providerId="ADAL" clId="{2694AD63-B106-4C34-BED0-D80E87BC381B}" dt="2024-11-19T11:57:42.393" v="85" actId="1076"/>
      <pc:docMkLst>
        <pc:docMk/>
      </pc:docMkLst>
      <pc:sldChg chg="del">
        <pc:chgData name="Dragan Javorac" userId="913c2858-fb97-4c6e-a42c-b1f1a16b225e" providerId="ADAL" clId="{2694AD63-B106-4C34-BED0-D80E87BC381B}" dt="2024-11-19T11:56:24.685" v="3" actId="47"/>
        <pc:sldMkLst>
          <pc:docMk/>
          <pc:sldMk cId="729763293" sldId="256"/>
        </pc:sldMkLst>
      </pc:sldChg>
      <pc:sldChg chg="del">
        <pc:chgData name="Dragan Javorac" userId="913c2858-fb97-4c6e-a42c-b1f1a16b225e" providerId="ADAL" clId="{2694AD63-B106-4C34-BED0-D80E87BC381B}" dt="2024-11-19T11:56:27.625" v="4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2694AD63-B106-4C34-BED0-D80E87BC381B}" dt="2024-11-19T11:56:28.463" v="5" actId="47"/>
        <pc:sldMkLst>
          <pc:docMk/>
          <pc:sldMk cId="3271203707" sldId="288"/>
        </pc:sldMkLst>
      </pc:sldChg>
      <pc:sldChg chg="modSp mod">
        <pc:chgData name="Dragan Javorac" userId="913c2858-fb97-4c6e-a42c-b1f1a16b225e" providerId="ADAL" clId="{2694AD63-B106-4C34-BED0-D80E87BC381B}" dt="2024-11-19T11:57:08.593" v="57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2694AD63-B106-4C34-BED0-D80E87BC381B}" dt="2024-11-19T11:56:48.458" v="9" actId="20577"/>
          <ac:spMkLst>
            <pc:docMk/>
            <pc:sldMk cId="1430596127" sldId="295"/>
            <ac:spMk id="2" creationId="{F3046ACF-677C-4C47-B097-C82DB9EF99F7}"/>
          </ac:spMkLst>
        </pc:spChg>
        <pc:spChg chg="mod">
          <ac:chgData name="Dragan Javorac" userId="913c2858-fb97-4c6e-a42c-b1f1a16b225e" providerId="ADAL" clId="{2694AD63-B106-4C34-BED0-D80E87BC381B}" dt="2024-11-19T11:57:08.593" v="57" actId="20577"/>
          <ac:spMkLst>
            <pc:docMk/>
            <pc:sldMk cId="1430596127" sldId="295"/>
            <ac:spMk id="10" creationId="{FB5033DF-5706-B77A-AC84-571C0415A371}"/>
          </ac:spMkLst>
        </pc:spChg>
      </pc:sldChg>
      <pc:sldChg chg="addSp delSp modSp mod">
        <pc:chgData name="Dragan Javorac" userId="913c2858-fb97-4c6e-a42c-b1f1a16b225e" providerId="ADAL" clId="{2694AD63-B106-4C34-BED0-D80E87BC381B}" dt="2024-11-19T11:57:42.393" v="85" actId="1076"/>
        <pc:sldMkLst>
          <pc:docMk/>
          <pc:sldMk cId="3690490524" sldId="296"/>
        </pc:sldMkLst>
        <pc:spChg chg="mod">
          <ac:chgData name="Dragan Javorac" userId="913c2858-fb97-4c6e-a42c-b1f1a16b225e" providerId="ADAL" clId="{2694AD63-B106-4C34-BED0-D80E87BC381B}" dt="2024-11-19T11:57:40.773" v="84" actId="20577"/>
          <ac:spMkLst>
            <pc:docMk/>
            <pc:sldMk cId="3690490524" sldId="296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2694AD63-B106-4C34-BED0-D80E87BC381B}" dt="2024-11-19T11:57:42.393" v="85" actId="1076"/>
          <ac:picMkLst>
            <pc:docMk/>
            <pc:sldMk cId="3690490524" sldId="296"/>
            <ac:picMk id="4" creationId="{AF056DE8-8C26-99BF-0D3E-1865957B75B3}"/>
          </ac:picMkLst>
        </pc:picChg>
        <pc:picChg chg="del">
          <ac:chgData name="Dragan Javorac" userId="913c2858-fb97-4c6e-a42c-b1f1a16b225e" providerId="ADAL" clId="{2694AD63-B106-4C34-BED0-D80E87BC381B}" dt="2024-11-19T11:57:26.144" v="58" actId="478"/>
          <ac:picMkLst>
            <pc:docMk/>
            <pc:sldMk cId="3690490524" sldId="296"/>
            <ac:picMk id="5" creationId="{2C2374C5-B1DA-3537-3F84-31DF591ED81B}"/>
          </ac:picMkLst>
        </pc:picChg>
      </pc:sldChg>
      <pc:sldChg chg="modSp add mod">
        <pc:chgData name="Dragan Javorac" userId="913c2858-fb97-4c6e-a42c-b1f1a16b225e" providerId="ADAL" clId="{2694AD63-B106-4C34-BED0-D80E87BC381B}" dt="2024-11-19T11:56:22.982" v="2" actId="27636"/>
        <pc:sldMkLst>
          <pc:docMk/>
          <pc:sldMk cId="3820640302" sldId="298"/>
        </pc:sldMkLst>
        <pc:spChg chg="mod">
          <ac:chgData name="Dragan Javorac" userId="913c2858-fb97-4c6e-a42c-b1f1a16b225e" providerId="ADAL" clId="{2694AD63-B106-4C34-BED0-D80E87BC381B}" dt="2024-11-19T11:56:22.982" v="2" actId="27636"/>
          <ac:spMkLst>
            <pc:docMk/>
            <pc:sldMk cId="3820640302" sldId="298"/>
            <ac:spMk id="3" creationId="{14399728-9CFD-4345-B7B5-5B803A05E807}"/>
          </ac:spMkLst>
        </pc:spChg>
      </pc:sldChg>
    </pc:docChg>
  </pc:docChgLst>
  <pc:docChgLst>
    <pc:chgData name="Dragan Javorac" userId="913c2858-fb97-4c6e-a42c-b1f1a16b225e" providerId="ADAL" clId="{5058413D-C0B2-41D4-AD82-1022676956A8}"/>
    <pc:docChg chg="custSel addSld delSld modSld">
      <pc:chgData name="Dragan Javorac" userId="913c2858-fb97-4c6e-a42c-b1f1a16b225e" providerId="ADAL" clId="{5058413D-C0B2-41D4-AD82-1022676956A8}" dt="2023-05-11T09:00:20.528" v="538" actId="1076"/>
      <pc:docMkLst>
        <pc:docMk/>
      </pc:docMkLst>
      <pc:sldChg chg="modSp mod">
        <pc:chgData name="Dragan Javorac" userId="913c2858-fb97-4c6e-a42c-b1f1a16b225e" providerId="ADAL" clId="{5058413D-C0B2-41D4-AD82-1022676956A8}" dt="2023-05-11T07:51:14.240" v="32" actId="20577"/>
        <pc:sldMkLst>
          <pc:docMk/>
          <pc:sldMk cId="729763293" sldId="256"/>
        </pc:sldMkLst>
        <pc:spChg chg="mod">
          <ac:chgData name="Dragan Javorac" userId="913c2858-fb97-4c6e-a42c-b1f1a16b225e" providerId="ADAL" clId="{5058413D-C0B2-41D4-AD82-1022676956A8}" dt="2023-05-11T07:51:14.240" v="32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addSp modSp mod">
        <pc:chgData name="Dragan Javorac" userId="913c2858-fb97-4c6e-a42c-b1f1a16b225e" providerId="ADAL" clId="{5058413D-C0B2-41D4-AD82-1022676956A8}" dt="2023-05-11T07:51:04.046" v="4" actId="14100"/>
        <pc:sldMkLst>
          <pc:docMk/>
          <pc:sldMk cId="678353431" sldId="265"/>
        </pc:sldMkLst>
        <pc:spChg chg="mod">
          <ac:chgData name="Dragan Javorac" userId="913c2858-fb97-4c6e-a42c-b1f1a16b225e" providerId="ADAL" clId="{5058413D-C0B2-41D4-AD82-1022676956A8}" dt="2023-05-11T07:50:44.362" v="1" actId="6549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1:04.046" v="4" actId="14100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5058413D-C0B2-41D4-AD82-1022676956A8}" dt="2023-05-11T07:50:50.957" v="2"/>
          <ac:picMkLst>
            <pc:docMk/>
            <pc:sldMk cId="678353431" sldId="265"/>
            <ac:picMk id="4" creationId="{EEEAC796-F886-A242-28A9-A974BFCA3DD5}"/>
          </ac:picMkLst>
        </pc:picChg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4018253664" sldId="280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1880708128" sldId="286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939524031" sldId="287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709483990" sldId="288"/>
        </pc:sldMkLst>
      </pc:sldChg>
      <pc:sldChg chg="addSp delSp modSp mod modNotesTx">
        <pc:chgData name="Dragan Javorac" userId="913c2858-fb97-4c6e-a42c-b1f1a16b225e" providerId="ADAL" clId="{5058413D-C0B2-41D4-AD82-1022676956A8}" dt="2023-05-11T07:55:43.531" v="301" actId="20577"/>
        <pc:sldMkLst>
          <pc:docMk/>
          <pc:sldMk cId="1020491010" sldId="289"/>
        </pc:sldMkLst>
        <pc:spChg chg="mod">
          <ac:chgData name="Dragan Javorac" userId="913c2858-fb97-4c6e-a42c-b1f1a16b225e" providerId="ADAL" clId="{5058413D-C0B2-41D4-AD82-1022676956A8}" dt="2023-05-11T07:52:49.292" v="48" actId="20577"/>
          <ac:spMkLst>
            <pc:docMk/>
            <pc:sldMk cId="1020491010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5:02.398" v="144" actId="20577"/>
          <ac:spMkLst>
            <pc:docMk/>
            <pc:sldMk cId="1020491010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2:43.979" v="37" actId="1076"/>
          <ac:picMkLst>
            <pc:docMk/>
            <pc:sldMk cId="1020491010" sldId="289"/>
            <ac:picMk id="4" creationId="{EB1BBB15-0F58-CB9A-E1C8-F755D6DAD5B4}"/>
          </ac:picMkLst>
        </pc:picChg>
        <pc:picChg chg="del">
          <ac:chgData name="Dragan Javorac" userId="913c2858-fb97-4c6e-a42c-b1f1a16b225e" providerId="ADAL" clId="{5058413D-C0B2-41D4-AD82-1022676956A8}" dt="2023-05-11T07:52:39.939" v="33" actId="478"/>
          <ac:picMkLst>
            <pc:docMk/>
            <pc:sldMk cId="1020491010" sldId="289"/>
            <ac:picMk id="8" creationId="{33D0E9B6-CEA2-A557-E98E-FB1D23D151BC}"/>
          </ac:picMkLst>
        </pc:picChg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1089605" sldId="290"/>
        </pc:sldMkLst>
      </pc:sldChg>
      <pc:sldChg chg="addSp delSp modSp mod">
        <pc:chgData name="Dragan Javorac" userId="913c2858-fb97-4c6e-a42c-b1f1a16b225e" providerId="ADAL" clId="{5058413D-C0B2-41D4-AD82-1022676956A8}" dt="2023-05-11T07:56:19.294" v="333" actId="1076"/>
        <pc:sldMkLst>
          <pc:docMk/>
          <pc:sldMk cId="4078035940" sldId="291"/>
        </pc:sldMkLst>
        <pc:spChg chg="mod">
          <ac:chgData name="Dragan Javorac" userId="913c2858-fb97-4c6e-a42c-b1f1a16b225e" providerId="ADAL" clId="{5058413D-C0B2-41D4-AD82-1022676956A8}" dt="2023-05-11T07:56:06.672" v="330" actId="6549"/>
          <ac:spMkLst>
            <pc:docMk/>
            <pc:sldMk cId="4078035940" sldId="291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5:52.961" v="307" actId="1076"/>
          <ac:picMkLst>
            <pc:docMk/>
            <pc:sldMk cId="4078035940" sldId="291"/>
            <ac:picMk id="4" creationId="{51F26349-4CCE-CF89-9F46-0B7CD5ABE516}"/>
          </ac:picMkLst>
        </pc:picChg>
        <pc:picChg chg="add mod">
          <ac:chgData name="Dragan Javorac" userId="913c2858-fb97-4c6e-a42c-b1f1a16b225e" providerId="ADAL" clId="{5058413D-C0B2-41D4-AD82-1022676956A8}" dt="2023-05-11T07:56:19.294" v="333" actId="1076"/>
          <ac:picMkLst>
            <pc:docMk/>
            <pc:sldMk cId="4078035940" sldId="291"/>
            <ac:picMk id="5" creationId="{F4380EF8-6B7D-F22E-1FD0-49F0FB66787A}"/>
          </ac:picMkLst>
        </pc:picChg>
        <pc:picChg chg="del mod">
          <ac:chgData name="Dragan Javorac" userId="913c2858-fb97-4c6e-a42c-b1f1a16b225e" providerId="ADAL" clId="{5058413D-C0B2-41D4-AD82-1022676956A8}" dt="2023-05-11T07:56:17.717" v="331" actId="478"/>
          <ac:picMkLst>
            <pc:docMk/>
            <pc:sldMk cId="4078035940" sldId="291"/>
            <ac:picMk id="9" creationId="{D29EBE2B-EDE0-6FBC-9CDF-4F414F74922F}"/>
          </ac:picMkLst>
        </pc:picChg>
      </pc:sldChg>
      <pc:sldChg chg="del">
        <pc:chgData name="Dragan Javorac" userId="913c2858-fb97-4c6e-a42c-b1f1a16b225e" providerId="ADAL" clId="{5058413D-C0B2-41D4-AD82-1022676956A8}" dt="2023-05-11T07:56:20.718" v="334" actId="47"/>
        <pc:sldMkLst>
          <pc:docMk/>
          <pc:sldMk cId="1299125544" sldId="292"/>
        </pc:sldMkLst>
      </pc:sldChg>
      <pc:sldChg chg="modSp mod">
        <pc:chgData name="Dragan Javorac" userId="913c2858-fb97-4c6e-a42c-b1f1a16b225e" providerId="ADAL" clId="{5058413D-C0B2-41D4-AD82-1022676956A8}" dt="2023-05-11T07:59:23.673" v="528" actId="20577"/>
        <pc:sldMkLst>
          <pc:docMk/>
          <pc:sldMk cId="3254086114" sldId="293"/>
        </pc:sldMkLst>
        <pc:spChg chg="mod">
          <ac:chgData name="Dragan Javorac" userId="913c2858-fb97-4c6e-a42c-b1f1a16b225e" providerId="ADAL" clId="{5058413D-C0B2-41D4-AD82-1022676956A8}" dt="2023-05-11T07:59:23.673" v="528" actId="20577"/>
          <ac:spMkLst>
            <pc:docMk/>
            <pc:sldMk cId="3254086114" sldId="293"/>
            <ac:spMk id="2" creationId="{F3046ACF-677C-4C47-B097-C82DB9EF99F7}"/>
          </ac:spMkLst>
        </pc:spChg>
      </pc:sldChg>
      <pc:sldChg chg="addSp delSp modSp add mod">
        <pc:chgData name="Dragan Javorac" userId="913c2858-fb97-4c6e-a42c-b1f1a16b225e" providerId="ADAL" clId="{5058413D-C0B2-41D4-AD82-1022676956A8}" dt="2023-05-11T07:59:11.141" v="509" actId="20577"/>
        <pc:sldMkLst>
          <pc:docMk/>
          <pc:sldMk cId="1474805410" sldId="294"/>
        </pc:sldMkLst>
        <pc:spChg chg="mod">
          <ac:chgData name="Dragan Javorac" userId="913c2858-fb97-4c6e-a42c-b1f1a16b225e" providerId="ADAL" clId="{5058413D-C0B2-41D4-AD82-1022676956A8}" dt="2023-05-11T07:59:11.141" v="509" actId="20577"/>
          <ac:spMkLst>
            <pc:docMk/>
            <pc:sldMk cId="1474805410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9:06.900" v="503" actId="20577"/>
          <ac:spMkLst>
            <pc:docMk/>
            <pc:sldMk cId="1474805410" sldId="294"/>
            <ac:spMk id="10" creationId="{FB5033DF-5706-B77A-AC84-571C0415A371}"/>
          </ac:spMkLst>
        </pc:spChg>
        <pc:picChg chg="del">
          <ac:chgData name="Dragan Javorac" userId="913c2858-fb97-4c6e-a42c-b1f1a16b225e" providerId="ADAL" clId="{5058413D-C0B2-41D4-AD82-1022676956A8}" dt="2023-05-11T07:57:06.087" v="337" actId="478"/>
          <ac:picMkLst>
            <pc:docMk/>
            <pc:sldMk cId="1474805410" sldId="294"/>
            <ac:picMk id="4" creationId="{51F26349-4CCE-CF89-9F46-0B7CD5ABE516}"/>
          </ac:picMkLst>
        </pc:picChg>
        <pc:picChg chg="del">
          <ac:chgData name="Dragan Javorac" userId="913c2858-fb97-4c6e-a42c-b1f1a16b225e" providerId="ADAL" clId="{5058413D-C0B2-41D4-AD82-1022676956A8}" dt="2023-05-11T07:59:08.636" v="504" actId="478"/>
          <ac:picMkLst>
            <pc:docMk/>
            <pc:sldMk cId="1474805410" sldId="294"/>
            <ac:picMk id="5" creationId="{F4380EF8-6B7D-F22E-1FD0-49F0FB66787A}"/>
          </ac:picMkLst>
        </pc:picChg>
        <pc:picChg chg="add del mod">
          <ac:chgData name="Dragan Javorac" userId="913c2858-fb97-4c6e-a42c-b1f1a16b225e" providerId="ADAL" clId="{5058413D-C0B2-41D4-AD82-1022676956A8}" dt="2023-05-11T07:59:09.075" v="505" actId="478"/>
          <ac:picMkLst>
            <pc:docMk/>
            <pc:sldMk cId="1474805410" sldId="294"/>
            <ac:picMk id="6" creationId="{FC34DDA0-82D5-F2F9-A208-A8EE70707B74}"/>
          </ac:picMkLst>
        </pc:picChg>
      </pc:sldChg>
      <pc:sldChg chg="del">
        <pc:chgData name="Dragan Javorac" userId="913c2858-fb97-4c6e-a42c-b1f1a16b225e" providerId="ADAL" clId="{5058413D-C0B2-41D4-AD82-1022676956A8}" dt="2023-05-11T07:53:06.447" v="77" actId="47"/>
        <pc:sldMkLst>
          <pc:docMk/>
          <pc:sldMk cId="2375117568" sldId="294"/>
        </pc:sldMkLst>
      </pc:sldChg>
      <pc:sldChg chg="delSp modSp add mod">
        <pc:chgData name="Dragan Javorac" userId="913c2858-fb97-4c6e-a42c-b1f1a16b225e" providerId="ADAL" clId="{5058413D-C0B2-41D4-AD82-1022676956A8}" dt="2023-05-11T07:57:41.484" v="365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5058413D-C0B2-41D4-AD82-1022676956A8}" dt="2023-05-11T07:57:32.340" v="351" actId="20577"/>
          <ac:spMkLst>
            <pc:docMk/>
            <pc:sldMk cId="1430596127" sldId="295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7:41.484" v="365" actId="20577"/>
          <ac:spMkLst>
            <pc:docMk/>
            <pc:sldMk cId="1430596127" sldId="295"/>
            <ac:spMk id="10" creationId="{FB5033DF-5706-B77A-AC84-571C0415A371}"/>
          </ac:spMkLst>
        </pc:spChg>
        <pc:picChg chg="del">
          <ac:chgData name="Dragan Javorac" userId="913c2858-fb97-4c6e-a42c-b1f1a16b225e" providerId="ADAL" clId="{5058413D-C0B2-41D4-AD82-1022676956A8}" dt="2023-05-11T07:57:38.176" v="352" actId="478"/>
          <ac:picMkLst>
            <pc:docMk/>
            <pc:sldMk cId="1430596127" sldId="295"/>
            <ac:picMk id="7" creationId="{55C69298-1C42-0CDB-920D-F7D978467DE1}"/>
          </ac:picMkLst>
        </pc:picChg>
      </pc:sldChg>
      <pc:sldChg chg="addSp modSp add mod">
        <pc:chgData name="Dragan Javorac" userId="913c2858-fb97-4c6e-a42c-b1f1a16b225e" providerId="ADAL" clId="{5058413D-C0B2-41D4-AD82-1022676956A8}" dt="2023-05-11T07:58:25.299" v="476" actId="1076"/>
        <pc:sldMkLst>
          <pc:docMk/>
          <pc:sldMk cId="3690490524" sldId="296"/>
        </pc:sldMkLst>
        <pc:spChg chg="mod">
          <ac:chgData name="Dragan Javorac" userId="913c2858-fb97-4c6e-a42c-b1f1a16b225e" providerId="ADAL" clId="{5058413D-C0B2-41D4-AD82-1022676956A8}" dt="2023-05-11T07:57:46.198" v="373" actId="20577"/>
          <ac:spMkLst>
            <pc:docMk/>
            <pc:sldMk cId="3690490524" sldId="296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8:21.041" v="472" actId="20577"/>
          <ac:spMkLst>
            <pc:docMk/>
            <pc:sldMk cId="3690490524" sldId="296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8:25.299" v="476" actId="1076"/>
          <ac:picMkLst>
            <pc:docMk/>
            <pc:sldMk cId="3690490524" sldId="296"/>
            <ac:picMk id="4" creationId="{40897AE6-16EF-C2A3-257D-83A1402AF166}"/>
          </ac:picMkLst>
        </pc:picChg>
      </pc:sldChg>
      <pc:sldChg chg="addSp delSp modSp add mod">
        <pc:chgData name="Dragan Javorac" userId="913c2858-fb97-4c6e-a42c-b1f1a16b225e" providerId="ADAL" clId="{5058413D-C0B2-41D4-AD82-1022676956A8}" dt="2023-05-11T09:00:20.528" v="538" actId="1076"/>
        <pc:sldMkLst>
          <pc:docMk/>
          <pc:sldMk cId="2249999901" sldId="297"/>
        </pc:sldMkLst>
        <pc:spChg chg="mod">
          <ac:chgData name="Dragan Javorac" userId="913c2858-fb97-4c6e-a42c-b1f1a16b225e" providerId="ADAL" clId="{5058413D-C0B2-41D4-AD82-1022676956A8}" dt="2023-05-11T09:00:11.525" v="535" actId="20577"/>
          <ac:spMkLst>
            <pc:docMk/>
            <pc:sldMk cId="2249999901" sldId="297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5058413D-C0B2-41D4-AD82-1022676956A8}" dt="2023-05-11T09:00:19.077" v="537" actId="478"/>
          <ac:spMkLst>
            <pc:docMk/>
            <pc:sldMk cId="2249999901" sldId="297"/>
            <ac:spMk id="6" creationId="{536CE14F-E38B-9E2F-96E0-BFEFDA813127}"/>
          </ac:spMkLst>
        </pc:spChg>
        <pc:spChg chg="del">
          <ac:chgData name="Dragan Javorac" userId="913c2858-fb97-4c6e-a42c-b1f1a16b225e" providerId="ADAL" clId="{5058413D-C0B2-41D4-AD82-1022676956A8}" dt="2023-05-11T09:00:16.979" v="536" actId="478"/>
          <ac:spMkLst>
            <pc:docMk/>
            <pc:sldMk cId="2249999901" sldId="297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9:00:20.528" v="538" actId="1076"/>
          <ac:picMkLst>
            <pc:docMk/>
            <pc:sldMk cId="2249999901" sldId="297"/>
            <ac:picMk id="4" creationId="{7F2A5B03-EBCB-7A1A-FC6B-C8CD4EFC55A7}"/>
          </ac:picMkLst>
        </pc:picChg>
        <pc:picChg chg="del">
          <ac:chgData name="Dragan Javorac" userId="913c2858-fb97-4c6e-a42c-b1f1a16b225e" providerId="ADAL" clId="{5058413D-C0B2-41D4-AD82-1022676956A8}" dt="2023-05-11T08:00:51.643" v="530" actId="478"/>
          <ac:picMkLst>
            <pc:docMk/>
            <pc:sldMk cId="2249999901" sldId="297"/>
            <ac:picMk id="7" creationId="{55C69298-1C42-0CDB-920D-F7D978467DE1}"/>
          </ac:picMkLst>
        </pc:picChg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24T09:58:09.703" v="3475" actId="20577"/>
      <pc:docMkLst>
        <pc:docMk/>
      </pc:docMkLst>
      <pc:sldChg chg="modSp mod">
        <pc:chgData name="Dragan Javorac" userId="913c2858-fb97-4c6e-a42c-b1f1a16b225e" providerId="ADAL" clId="{60FD26E7-5DE1-4B4A-A830-D724793D68AC}" dt="2022-05-23T06:10:33.427" v="3456" actId="27636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0:33.427" v="3456" actId="27636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del mod ord">
        <pc:chgData name="Dragan Javorac" userId="913c2858-fb97-4c6e-a42c-b1f1a16b225e" providerId="ADAL" clId="{60FD26E7-5DE1-4B4A-A830-D724793D68AC}" dt="2022-05-22T18:06:20.653" v="3401" actId="47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60FD26E7-5DE1-4B4A-A830-D724793D68AC}" dt="2022-05-22T17:53:16.678" v="3003" actId="47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22T17:35:11.209" v="2163" actId="20577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2T18:07:53.742" v="3433" actId="1037"/>
        <pc:sldMkLst>
          <pc:docMk/>
          <pc:sldMk cId="4018253664" sldId="280"/>
        </pc:sldMkLst>
        <pc:spChg chg="mod">
          <ac:chgData name="Dragan Javorac" userId="913c2858-fb97-4c6e-a42c-b1f1a16b225e" providerId="ADAL" clId="{60FD26E7-5DE1-4B4A-A830-D724793D68AC}" dt="2022-05-22T17:59:40.937" v="3144" actId="20577"/>
          <ac:spMkLst>
            <pc:docMk/>
            <pc:sldMk cId="4018253664" sldId="280"/>
            <ac:spMk id="2" creationId="{F3046ACF-677C-4C47-B097-C82DB9EF99F7}"/>
          </ac:spMkLst>
        </pc:spChg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22T18:01:05.067" v="3251" actId="20577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22T18:07:46.973" v="3427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22T17:59:44.126" v="3147" actId="6549"/>
          <ac:spMkLst>
            <pc:docMk/>
            <pc:sldMk cId="1200983595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9:56.990" v="3152" actId="14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2T18:07:37.659" v="3422" actId="1076"/>
          <ac:picMkLst>
            <pc:docMk/>
            <pc:sldMk cId="1200983595" sldId="282"/>
            <ac:picMk id="4" creationId="{31C5B373-4DD2-FB98-93D2-3CB9A25F5DD9}"/>
          </ac:picMkLst>
        </pc:picChg>
        <pc:picChg chg="add mod modCrop">
          <ac:chgData name="Dragan Javorac" userId="913c2858-fb97-4c6e-a42c-b1f1a16b225e" providerId="ADAL" clId="{60FD26E7-5DE1-4B4A-A830-D724793D68AC}" dt="2022-05-22T18:07:46.973" v="3427" actId="1076"/>
          <ac:picMkLst>
            <pc:docMk/>
            <pc:sldMk cId="1200983595" sldId="282"/>
            <ac:picMk id="5" creationId="{4050817C-9A38-EDF9-234B-E712502C092A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 modNotesTx">
        <pc:chgData name="Dragan Javorac" userId="913c2858-fb97-4c6e-a42c-b1f1a16b225e" providerId="ADAL" clId="{60FD26E7-5DE1-4B4A-A830-D724793D68AC}" dt="2022-05-24T09:58:09.703" v="3475" actId="20577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22T18:00:45.932" v="3230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24T09:58:09.703" v="3475" actId="20577"/>
          <ac:spMkLst>
            <pc:docMk/>
            <pc:sldMk cId="2385799803" sldId="28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7:45:14.321" v="2679" actId="478"/>
          <ac:picMkLst>
            <pc:docMk/>
            <pc:sldMk cId="2385799803" sldId="283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5:58.077" v="2684" actId="478"/>
          <ac:picMkLst>
            <pc:docMk/>
            <pc:sldMk cId="2385799803" sldId="283"/>
            <ac:picMk id="5" creationId="{2997C795-BEE6-BC17-EC37-058E5DB1C9F6}"/>
          </ac:picMkLst>
        </pc:picChg>
        <pc:picChg chg="add del mod">
          <ac:chgData name="Dragan Javorac" userId="913c2858-fb97-4c6e-a42c-b1f1a16b225e" providerId="ADAL" clId="{60FD26E7-5DE1-4B4A-A830-D724793D68AC}" dt="2022-05-22T17:46:36.462" v="2691" actId="478"/>
          <ac:picMkLst>
            <pc:docMk/>
            <pc:sldMk cId="2385799803" sldId="283"/>
            <ac:picMk id="7" creationId="{94D04FF7-465D-E429-AC82-2EF42744CBEB}"/>
          </ac:picMkLst>
        </pc:picChg>
        <pc:picChg chg="add mod">
          <ac:chgData name="Dragan Javorac" userId="913c2858-fb97-4c6e-a42c-b1f1a16b225e" providerId="ADAL" clId="{60FD26E7-5DE1-4B4A-A830-D724793D68AC}" dt="2022-05-22T18:07:57.526" v="3434" actId="1076"/>
          <ac:picMkLst>
            <pc:docMk/>
            <pc:sldMk cId="2385799803" sldId="283"/>
            <ac:picMk id="9" creationId="{DC467F40-8574-E94E-2B32-3F005489848F}"/>
          </ac:picMkLst>
        </pc:picChg>
        <pc:picChg chg="add del mod">
          <ac:chgData name="Dragan Javorac" userId="913c2858-fb97-4c6e-a42c-b1f1a16b225e" providerId="ADAL" clId="{60FD26E7-5DE1-4B4A-A830-D724793D68AC}" dt="2022-05-22T17:59:04.928" v="3132"/>
          <ac:picMkLst>
            <pc:docMk/>
            <pc:sldMk cId="2385799803" sldId="283"/>
            <ac:picMk id="11" creationId="{BBD60226-4C9E-4619-1476-6990C147B45C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2T18:03:17.248" v="3335" actId="14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22T18:03:12.962" v="3332" actId="20577"/>
          <ac:spMkLst>
            <pc:docMk/>
            <pc:sldMk cId="3652451323" sldId="284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3:17.248" v="3335" actId="14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modSp add mod">
        <pc:chgData name="Dragan Javorac" userId="913c2858-fb97-4c6e-a42c-b1f1a16b225e" providerId="ADAL" clId="{60FD26E7-5DE1-4B4A-A830-D724793D68AC}" dt="2022-05-22T18:07:16.310" v="3419" actId="1076"/>
        <pc:sldMkLst>
          <pc:docMk/>
          <pc:sldMk cId="1880708128" sldId="286"/>
        </pc:sldMkLst>
        <pc:spChg chg="mod">
          <ac:chgData name="Dragan Javorac" userId="913c2858-fb97-4c6e-a42c-b1f1a16b225e" providerId="ADAL" clId="{60FD26E7-5DE1-4B4A-A830-D724793D68AC}" dt="2022-05-22T18:06:35.897" v="3406" actId="14100"/>
          <ac:spMkLst>
            <pc:docMk/>
            <pc:sldMk cId="1880708128" sldId="286"/>
            <ac:spMk id="3" creationId="{9C1B0ED0-FD23-4DF4-8487-56E64A4517DA}"/>
          </ac:spMkLst>
        </pc:spChg>
        <pc:picChg chg="mod">
          <ac:chgData name="Dragan Javorac" userId="913c2858-fb97-4c6e-a42c-b1f1a16b225e" providerId="ADAL" clId="{60FD26E7-5DE1-4B4A-A830-D724793D68AC}" dt="2022-05-22T18:07:07.359" v="3415" actId="1076"/>
          <ac:picMkLst>
            <pc:docMk/>
            <pc:sldMk cId="1880708128" sldId="286"/>
            <ac:picMk id="5" creationId="{28423A5E-8689-B84C-FAB4-35D82ECE1C0A}"/>
          </ac:picMkLst>
        </pc:picChg>
        <pc:picChg chg="mod">
          <ac:chgData name="Dragan Javorac" userId="913c2858-fb97-4c6e-a42c-b1f1a16b225e" providerId="ADAL" clId="{60FD26E7-5DE1-4B4A-A830-D724793D68AC}" dt="2022-05-22T18:07:16.310" v="3419" actId="1076"/>
          <ac:picMkLst>
            <pc:docMk/>
            <pc:sldMk cId="1880708128" sldId="286"/>
            <ac:picMk id="8" creationId="{E46F01A6-D72C-B10D-9555-631A2DAE849B}"/>
          </ac:picMkLst>
        </pc:picChg>
      </pc:sldChg>
      <pc:sldChg chg="add del">
        <pc:chgData name="Dragan Javorac" userId="913c2858-fb97-4c6e-a42c-b1f1a16b225e" providerId="ADAL" clId="{60FD26E7-5DE1-4B4A-A830-D724793D68AC}" dt="2022-05-22T17:32:12.544" v="2012" actId="47"/>
        <pc:sldMkLst>
          <pc:docMk/>
          <pc:sldMk cId="3529042682" sldId="286"/>
        </pc:sldMkLst>
      </pc:sldChg>
      <pc:sldChg chg="addSp delSp modSp add mod ord">
        <pc:chgData name="Dragan Javorac" userId="913c2858-fb97-4c6e-a42c-b1f1a16b225e" providerId="ADAL" clId="{60FD26E7-5DE1-4B4A-A830-D724793D68AC}" dt="2022-05-22T18:04:45.458" v="3355" actId="1076"/>
        <pc:sldMkLst>
          <pc:docMk/>
          <pc:sldMk cId="3375452406" sldId="287"/>
        </pc:sldMkLst>
        <pc:spChg chg="mod">
          <ac:chgData name="Dragan Javorac" userId="913c2858-fb97-4c6e-a42c-b1f1a16b225e" providerId="ADAL" clId="{60FD26E7-5DE1-4B4A-A830-D724793D68AC}" dt="2022-05-22T17:36:22.059" v="2215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6:45.209" v="3067" actId="20577"/>
          <ac:spMkLst>
            <pc:docMk/>
            <pc:sldMk cId="3375452406" sldId="287"/>
            <ac:spMk id="10" creationId="{FB5033DF-5706-B77A-AC84-571C0415A371}"/>
          </ac:spMkLst>
        </pc:spChg>
        <pc:picChg chg="del mod modCrop">
          <ac:chgData name="Dragan Javorac" userId="913c2858-fb97-4c6e-a42c-b1f1a16b225e" providerId="ADAL" clId="{60FD26E7-5DE1-4B4A-A830-D724793D68AC}" dt="2022-05-22T17:46:07.879" v="2689" actId="478"/>
          <ac:picMkLst>
            <pc:docMk/>
            <pc:sldMk cId="3375452406" sldId="287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0:04.857" v="2535" actId="478"/>
          <ac:picMkLst>
            <pc:docMk/>
            <pc:sldMk cId="3375452406" sldId="287"/>
            <ac:picMk id="5" creationId="{F665F3DF-4F48-5272-2C68-B817A7B93B42}"/>
          </ac:picMkLst>
        </pc:picChg>
        <pc:picChg chg="add del mod">
          <ac:chgData name="Dragan Javorac" userId="913c2858-fb97-4c6e-a42c-b1f1a16b225e" providerId="ADAL" clId="{60FD26E7-5DE1-4B4A-A830-D724793D68AC}" dt="2022-05-22T17:55:49.022" v="3049" actId="478"/>
          <ac:picMkLst>
            <pc:docMk/>
            <pc:sldMk cId="3375452406" sldId="287"/>
            <ac:picMk id="7" creationId="{F25D81BA-D7FC-A035-B5D1-05A40E5D8540}"/>
          </ac:picMkLst>
        </pc:picChg>
        <pc:picChg chg="add del mod modCrop">
          <ac:chgData name="Dragan Javorac" userId="913c2858-fb97-4c6e-a42c-b1f1a16b225e" providerId="ADAL" clId="{60FD26E7-5DE1-4B4A-A830-D724793D68AC}" dt="2022-05-22T17:54:24.891" v="3010" actId="478"/>
          <ac:picMkLst>
            <pc:docMk/>
            <pc:sldMk cId="3375452406" sldId="287"/>
            <ac:picMk id="9" creationId="{26CA451F-8E4F-0961-BCCA-0DC2E81848D0}"/>
          </ac:picMkLst>
        </pc:picChg>
        <pc:picChg chg="add mod modCrop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1" creationId="{1D42C71D-748D-C092-95AB-269EBDCCFCCC}"/>
          </ac:picMkLst>
        </pc:picChg>
        <pc:picChg chg="add mod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3" creationId="{C5102998-6E4F-ABE5-B2E3-ADE2A5064C85}"/>
          </ac:picMkLst>
        </pc:picChg>
        <pc:picChg chg="add mod modCrop">
          <ac:chgData name="Dragan Javorac" userId="913c2858-fb97-4c6e-a42c-b1f1a16b225e" providerId="ADAL" clId="{60FD26E7-5DE1-4B4A-A830-D724793D68AC}" dt="2022-05-22T18:04:45.458" v="3355" actId="1076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3T06:16:33.272" v="3468" actId="1076"/>
        <pc:sldMkLst>
          <pc:docMk/>
          <pc:sldMk cId="1243157361" sldId="288"/>
        </pc:sldMkLst>
        <pc:spChg chg="mod">
          <ac:chgData name="Dragan Javorac" userId="913c2858-fb97-4c6e-a42c-b1f1a16b225e" providerId="ADAL" clId="{60FD26E7-5DE1-4B4A-A830-D724793D68AC}" dt="2022-05-22T17:50:09.849" v="2854" actId="20577"/>
          <ac:spMkLst>
            <pc:docMk/>
            <pc:sldMk cId="1243157361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5:27.514" v="3398" actId="20577"/>
          <ac:spMkLst>
            <pc:docMk/>
            <pc:sldMk cId="1243157361" sldId="288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8:05:15.434" v="3359" actId="478"/>
          <ac:picMkLst>
            <pc:docMk/>
            <pc:sldMk cId="1243157361" sldId="288"/>
            <ac:picMk id="4" creationId="{B54D2150-0196-46B5-342F-24971E56F7F7}"/>
          </ac:picMkLst>
        </pc:picChg>
        <pc:picChg chg="add mod modCrop">
          <ac:chgData name="Dragan Javorac" userId="913c2858-fb97-4c6e-a42c-b1f1a16b225e" providerId="ADAL" clId="{60FD26E7-5DE1-4B4A-A830-D724793D68AC}" dt="2022-05-23T06:16:33.272" v="3468" actId="1076"/>
          <ac:picMkLst>
            <pc:docMk/>
            <pc:sldMk cId="1243157361" sldId="288"/>
            <ac:picMk id="4" creationId="{C4B4585C-5D68-5A08-92EE-CF264DC6CDE7}"/>
          </ac:picMkLst>
        </pc:picChg>
        <pc:picChg chg="add del mod modCrop">
          <ac:chgData name="Dragan Javorac" userId="913c2858-fb97-4c6e-a42c-b1f1a16b225e" providerId="ADAL" clId="{60FD26E7-5DE1-4B4A-A830-D724793D68AC}" dt="2022-05-22T17:53:36.021" v="3004" actId="478"/>
          <ac:picMkLst>
            <pc:docMk/>
            <pc:sldMk cId="1243157361" sldId="288"/>
            <ac:picMk id="7" creationId="{E5943BBE-8F43-47B9-1164-699960AC2DF3}"/>
          </ac:picMkLst>
        </pc:picChg>
        <pc:picChg chg="del">
          <ac:chgData name="Dragan Javorac" userId="913c2858-fb97-4c6e-a42c-b1f1a16b225e" providerId="ADAL" clId="{60FD26E7-5DE1-4B4A-A830-D724793D68AC}" dt="2022-05-22T17:48:07.293" v="2696" actId="478"/>
          <ac:picMkLst>
            <pc:docMk/>
            <pc:sldMk cId="1243157361" sldId="288"/>
            <ac:picMk id="9" creationId="{DC467F40-8574-E94E-2B32-3F005489848F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3T06:13:02.848" v="3463" actId="6549"/>
        <pc:sldMkLst>
          <pc:docMk/>
          <pc:sldMk cId="3102180251" sldId="289"/>
        </pc:sldMkLst>
        <pc:spChg chg="mod">
          <ac:chgData name="Dragan Javorac" userId="913c2858-fb97-4c6e-a42c-b1f1a16b225e" providerId="ADAL" clId="{60FD26E7-5DE1-4B4A-A830-D724793D68AC}" dt="2022-05-22T17:52:34.493" v="2996" actId="1076"/>
          <ac:spMkLst>
            <pc:docMk/>
            <pc:sldMk cId="3102180251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3:02.848" v="3463" actId="6549"/>
          <ac:spMkLst>
            <pc:docMk/>
            <pc:sldMk cId="3102180251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3T06:11:47.298" v="3458" actId="1076"/>
          <ac:picMkLst>
            <pc:docMk/>
            <pc:sldMk cId="3102180251" sldId="289"/>
            <ac:picMk id="4" creationId="{B03031FB-9FFD-C475-8597-3E228A46E025}"/>
          </ac:picMkLst>
        </pc:picChg>
        <pc:picChg chg="del">
          <ac:chgData name="Dragan Javorac" userId="913c2858-fb97-4c6e-a42c-b1f1a16b225e" providerId="ADAL" clId="{60FD26E7-5DE1-4B4A-A830-D724793D68AC}" dt="2022-05-22T17:52:30.413" v="2995" actId="478"/>
          <ac:picMkLst>
            <pc:docMk/>
            <pc:sldMk cId="3102180251" sldId="289"/>
            <ac:picMk id="7" creationId="{F25D81BA-D7FC-A035-B5D1-05A40E5D8540}"/>
          </ac:picMkLst>
        </pc:picChg>
        <pc:picChg chg="add mod">
          <ac:chgData name="Dragan Javorac" userId="913c2858-fb97-4c6e-a42c-b1f1a16b225e" providerId="ADAL" clId="{60FD26E7-5DE1-4B4A-A830-D724793D68AC}" dt="2022-05-22T18:05:00.215" v="3358" actId="1076"/>
          <ac:picMkLst>
            <pc:docMk/>
            <pc:sldMk cId="3102180251" sldId="289"/>
            <ac:picMk id="8" creationId="{0CC15AB9-A8C2-D045-847C-CFE5E4B02962}"/>
          </ac:picMkLst>
        </pc:picChg>
        <pc:picChg chg="del">
          <ac:chgData name="Dragan Javorac" userId="913c2858-fb97-4c6e-a42c-b1f1a16b225e" providerId="ADAL" clId="{60FD26E7-5DE1-4B4A-A830-D724793D68AC}" dt="2022-05-22T17:52:22.987" v="2991" actId="478"/>
          <ac:picMkLst>
            <pc:docMk/>
            <pc:sldMk cId="3102180251" sldId="289"/>
            <ac:picMk id="9" creationId="{26CA451F-8E4F-0961-BCCA-0DC2E81848D0}"/>
          </ac:picMkLst>
        </pc:picChg>
      </pc:sldChg>
      <pc:sldChg chg="add del">
        <pc:chgData name="Dragan Javorac" userId="913c2858-fb97-4c6e-a42c-b1f1a16b225e" providerId="ADAL" clId="{60FD26E7-5DE1-4B4A-A830-D724793D68AC}" dt="2022-05-22T18:02:18.188" v="3276" actId="47"/>
        <pc:sldMkLst>
          <pc:docMk/>
          <pc:sldMk cId="592649408" sldId="290"/>
        </pc:sldMkLst>
      </pc:sldChg>
      <pc:sldChg chg="add del">
        <pc:chgData name="Dragan Javorac" userId="913c2858-fb97-4c6e-a42c-b1f1a16b225e" providerId="ADAL" clId="{60FD26E7-5DE1-4B4A-A830-D724793D68AC}" dt="2022-05-22T18:05:45.313" v="3400" actId="47"/>
        <pc:sldMkLst>
          <pc:docMk/>
          <pc:sldMk cId="648422989" sldId="290"/>
        </pc:sldMkLst>
      </pc:sldChg>
    </pc:docChg>
  </pc:docChgLst>
  <pc:docChgLst>
    <pc:chgData name="Dragan Javorac" userId="913c2858-fb97-4c6e-a42c-b1f1a16b225e" providerId="ADAL" clId="{906E72FC-BC3E-4A10-8438-7ABB3E5F0C00}"/>
    <pc:docChg chg="undo custSel delSld modSld">
      <pc:chgData name="Dragan Javorac" userId="913c2858-fb97-4c6e-a42c-b1f1a16b225e" providerId="ADAL" clId="{906E72FC-BC3E-4A10-8438-7ABB3E5F0C00}" dt="2024-11-19T12:15:29.105" v="320" actId="27636"/>
      <pc:docMkLst>
        <pc:docMk/>
      </pc:docMkLst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1020491010" sldId="289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4078035940" sldId="291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3254086114" sldId="293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1474805410" sldId="294"/>
        </pc:sldMkLst>
      </pc:sldChg>
      <pc:sldChg chg="addSp modSp mod">
        <pc:chgData name="Dragan Javorac" userId="913c2858-fb97-4c6e-a42c-b1f1a16b225e" providerId="ADAL" clId="{906E72FC-BC3E-4A10-8438-7ABB3E5F0C00}" dt="2024-11-19T12:15:29.105" v="320" actId="27636"/>
        <pc:sldMkLst>
          <pc:docMk/>
          <pc:sldMk cId="1430596127" sldId="295"/>
        </pc:sldMkLst>
        <pc:spChg chg="mod">
          <ac:chgData name="Dragan Javorac" userId="913c2858-fb97-4c6e-a42c-b1f1a16b225e" providerId="ADAL" clId="{906E72FC-BC3E-4A10-8438-7ABB3E5F0C00}" dt="2024-11-19T12:08:36.500" v="35" actId="20577"/>
          <ac:spMkLst>
            <pc:docMk/>
            <pc:sldMk cId="1430596127" sldId="295"/>
            <ac:spMk id="2" creationId="{F3046ACF-677C-4C47-B097-C82DB9EF99F7}"/>
          </ac:spMkLst>
        </pc:spChg>
        <pc:spChg chg="add mod">
          <ac:chgData name="Dragan Javorac" userId="913c2858-fb97-4c6e-a42c-b1f1a16b225e" providerId="ADAL" clId="{906E72FC-BC3E-4A10-8438-7ABB3E5F0C00}" dt="2024-11-19T12:12:11.810" v="314" actId="2085"/>
          <ac:spMkLst>
            <pc:docMk/>
            <pc:sldMk cId="1430596127" sldId="295"/>
            <ac:spMk id="9" creationId="{634FE0B3-356F-9F13-798B-82DB9236F089}"/>
          </ac:spMkLst>
        </pc:spChg>
        <pc:spChg chg="mod">
          <ac:chgData name="Dragan Javorac" userId="913c2858-fb97-4c6e-a42c-b1f1a16b225e" providerId="ADAL" clId="{906E72FC-BC3E-4A10-8438-7ABB3E5F0C00}" dt="2024-11-19T12:15:29.105" v="320" actId="27636"/>
          <ac:spMkLst>
            <pc:docMk/>
            <pc:sldMk cId="1430596127" sldId="295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4" creationId="{C7E4C23C-4A70-87C8-8BF6-2C911F8CE565}"/>
          </ac:picMkLst>
        </pc:pic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6" creationId="{9FBA33DB-1883-29A0-7654-D3215E85F3A2}"/>
          </ac:picMkLst>
        </pc:pic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8" creationId="{B57A2A00-78C6-801D-91E4-043ECCAADAE2}"/>
          </ac:picMkLst>
        </pc:picChg>
      </pc:sldChg>
      <pc:sldChg chg="del">
        <pc:chgData name="Dragan Javorac" userId="913c2858-fb97-4c6e-a42c-b1f1a16b225e" providerId="ADAL" clId="{906E72FC-BC3E-4A10-8438-7ABB3E5F0C00}" dt="2024-11-19T12:10:33.030" v="178" actId="47"/>
        <pc:sldMkLst>
          <pc:docMk/>
          <pc:sldMk cId="3690490524" sldId="296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2249999901" sldId="297"/>
        </pc:sldMkLst>
      </pc:sldChg>
      <pc:sldChg chg="modSp mod">
        <pc:chgData name="Dragan Javorac" userId="913c2858-fb97-4c6e-a42c-b1f1a16b225e" providerId="ADAL" clId="{906E72FC-BC3E-4A10-8438-7ABB3E5F0C00}" dt="2024-11-19T12:08:28.320" v="17" actId="20577"/>
        <pc:sldMkLst>
          <pc:docMk/>
          <pc:sldMk cId="3820640302" sldId="298"/>
        </pc:sldMkLst>
        <pc:spChg chg="mod">
          <ac:chgData name="Dragan Javorac" userId="913c2858-fb97-4c6e-a42c-b1f1a16b225e" providerId="ADAL" clId="{906E72FC-BC3E-4A10-8438-7ABB3E5F0C00}" dt="2024-11-19T12:08:28.320" v="17" actId="20577"/>
          <ac:spMkLst>
            <pc:docMk/>
            <pc:sldMk cId="3820640302" sldId="298"/>
            <ac:spMk id="3" creationId="{14399728-9CFD-4345-B7B5-5B803A05E807}"/>
          </ac:spMkLst>
        </pc:spChg>
      </pc:sldChg>
    </pc:docChg>
  </pc:docChgLst>
  <pc:docChgLst>
    <pc:chgData name="Dragan Javorac" userId="913c2858-fb97-4c6e-a42c-b1f1a16b225e" providerId="ADAL" clId="{8C47E5AA-AE91-4B83-8B44-79C8DFF33EF1}"/>
    <pc:docChg chg="custSel modSld">
      <pc:chgData name="Dragan Javorac" userId="913c2858-fb97-4c6e-a42c-b1f1a16b225e" providerId="ADAL" clId="{8C47E5AA-AE91-4B83-8B44-79C8DFF33EF1}" dt="2024-05-13T06:56:03.304" v="18" actId="5793"/>
      <pc:docMkLst>
        <pc:docMk/>
      </pc:docMkLst>
      <pc:sldChg chg="addSp delSp modSp mod">
        <pc:chgData name="Dragan Javorac" userId="913c2858-fb97-4c6e-a42c-b1f1a16b225e" providerId="ADAL" clId="{8C47E5AA-AE91-4B83-8B44-79C8DFF33EF1}" dt="2024-05-13T06:31:42.841" v="10" actId="1076"/>
        <pc:sldMkLst>
          <pc:docMk/>
          <pc:sldMk cId="678353431" sldId="265"/>
        </pc:sldMkLst>
        <pc:spChg chg="mod">
          <ac:chgData name="Dragan Javorac" userId="913c2858-fb97-4c6e-a42c-b1f1a16b225e" providerId="ADAL" clId="{8C47E5AA-AE91-4B83-8B44-79C8DFF33EF1}" dt="2024-05-13T06:31:23.569" v="1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8C47E5AA-AE91-4B83-8B44-79C8DFF33EF1}" dt="2024-05-13T06:31:36.447" v="2" actId="478"/>
          <ac:picMkLst>
            <pc:docMk/>
            <pc:sldMk cId="678353431" sldId="265"/>
            <ac:picMk id="4" creationId="{EEEAC796-F886-A242-28A9-A974BFCA3DD5}"/>
          </ac:picMkLst>
        </pc:picChg>
        <pc:picChg chg="add mod">
          <ac:chgData name="Dragan Javorac" userId="913c2858-fb97-4c6e-a42c-b1f1a16b225e" providerId="ADAL" clId="{8C47E5AA-AE91-4B83-8B44-79C8DFF33EF1}" dt="2024-05-13T06:31:42.841" v="10" actId="1076"/>
          <ac:picMkLst>
            <pc:docMk/>
            <pc:sldMk cId="678353431" sldId="265"/>
            <ac:picMk id="6" creationId="{69E71116-802B-BA12-6B56-960D365A652C}"/>
          </ac:picMkLst>
        </pc:picChg>
      </pc:sldChg>
      <pc:sldChg chg="addSp delSp modSp mod">
        <pc:chgData name="Dragan Javorac" userId="913c2858-fb97-4c6e-a42c-b1f1a16b225e" providerId="ADAL" clId="{8C47E5AA-AE91-4B83-8B44-79C8DFF33EF1}" dt="2024-05-13T06:56:03.304" v="18" actId="5793"/>
        <pc:sldMkLst>
          <pc:docMk/>
          <pc:sldMk cId="3690490524" sldId="296"/>
        </pc:sldMkLst>
        <pc:spChg chg="mod">
          <ac:chgData name="Dragan Javorac" userId="913c2858-fb97-4c6e-a42c-b1f1a16b225e" providerId="ADAL" clId="{8C47E5AA-AE91-4B83-8B44-79C8DFF33EF1}" dt="2024-05-13T06:56:03.304" v="18" actId="5793"/>
          <ac:spMkLst>
            <pc:docMk/>
            <pc:sldMk cId="3690490524" sldId="296"/>
            <ac:spMk id="10" creationId="{FB5033DF-5706-B77A-AC84-571C0415A371}"/>
          </ac:spMkLst>
        </pc:spChg>
        <pc:picChg chg="del">
          <ac:chgData name="Dragan Javorac" userId="913c2858-fb97-4c6e-a42c-b1f1a16b225e" providerId="ADAL" clId="{8C47E5AA-AE91-4B83-8B44-79C8DFF33EF1}" dt="2024-05-13T06:33:22.877" v="11" actId="478"/>
          <ac:picMkLst>
            <pc:docMk/>
            <pc:sldMk cId="3690490524" sldId="296"/>
            <ac:picMk id="4" creationId="{40897AE6-16EF-C2A3-257D-83A1402AF166}"/>
          </ac:picMkLst>
        </pc:picChg>
        <pc:picChg chg="add mod">
          <ac:chgData name="Dragan Javorac" userId="913c2858-fb97-4c6e-a42c-b1f1a16b225e" providerId="ADAL" clId="{8C47E5AA-AE91-4B83-8B44-79C8DFF33EF1}" dt="2024-05-13T06:33:28.874" v="16" actId="1076"/>
          <ac:picMkLst>
            <pc:docMk/>
            <pc:sldMk cId="3690490524" sldId="296"/>
            <ac:picMk id="5" creationId="{2C2374C5-B1DA-3537-3F84-31DF591ED8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16-12-2024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/>
          </a:bodyPr>
          <a:lstStyle/>
          <a:p>
            <a:r>
              <a:rPr lang="nl-NL" noProof="0" dirty="0"/>
              <a:t>Tussenbeoordeling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Tussenbeoordeling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949725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dirty="0" err="1"/>
              <a:t>Commit</a:t>
            </a:r>
            <a:r>
              <a:rPr lang="nl-NL" dirty="0"/>
              <a:t> alles wat je hebt METEEN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Maak nu de tussenbeoordeling opgave</a:t>
            </a:r>
          </a:p>
          <a:p>
            <a:pPr lvl="1"/>
            <a:r>
              <a:rPr lang="nl-NL" dirty="0"/>
              <a:t>(staat in mijn git)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Lever in</a:t>
            </a:r>
          </a:p>
          <a:p>
            <a:pPr lvl="1"/>
            <a:r>
              <a:rPr lang="nl-NL" dirty="0"/>
              <a:t>Ik roep jullie naar voren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Werk: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Helemaal bij =&gt; Maak de </a:t>
            </a:r>
            <a:r>
              <a:rPr lang="nl-NL" dirty="0" err="1"/>
              <a:t>Unity</a:t>
            </a:r>
            <a:r>
              <a:rPr lang="nl-NL" dirty="0"/>
              <a:t> opgave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Nog niet bij =&gt; ga door met </a:t>
            </a:r>
            <a:r>
              <a:rPr lang="nl-NL"/>
              <a:t>de opgaven</a:t>
            </a:r>
            <a:endParaRPr lang="nl-NL" dirty="0"/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4C23C-4A70-87C8-8BF6-2C911F8CE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79" y="1492318"/>
            <a:ext cx="5676900" cy="120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BA33DB-1883-29A0-7654-D3215E85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79" y="2822713"/>
            <a:ext cx="5666659" cy="2206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7A2A00-78C6-801D-91E4-043ECCAAD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929" y="5126728"/>
            <a:ext cx="2495550" cy="15144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4FE0B3-356F-9F13-798B-82DB9236F089}"/>
              </a:ext>
            </a:extLst>
          </p:cNvPr>
          <p:cNvSpPr/>
          <p:nvPr/>
        </p:nvSpPr>
        <p:spPr>
          <a:xfrm>
            <a:off x="6382579" y="5126727"/>
            <a:ext cx="3181350" cy="1514475"/>
          </a:xfrm>
          <a:prstGeom prst="rect">
            <a:avLst/>
          </a:prstGeom>
          <a:solidFill>
            <a:srgbClr val="1C4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Dit staat ook allemaal in de opdrachten git:</a:t>
            </a:r>
          </a:p>
          <a:p>
            <a:pPr algn="ctr"/>
            <a:r>
              <a:rPr lang="nl-NL" dirty="0"/>
              <a:t>In de map tussenbeoordeling</a:t>
            </a:r>
          </a:p>
        </p:txBody>
      </p:sp>
    </p:spTree>
    <p:extLst>
      <p:ext uri="{BB962C8B-B14F-4D97-AF65-F5344CB8AC3E}">
        <p14:creationId xmlns:p14="http://schemas.microsoft.com/office/powerpoint/2010/main" val="14305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B8A9-C1B0-EEE7-AE67-6EEC7F46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Opgave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BE000-AE61-94E4-1DFC-3D50DFDF2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0400" y="1825625"/>
            <a:ext cx="6906247" cy="34036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A35514-C075-12EE-2F57-71C71D25C0E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50259" cy="41858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Lees de opdracht goed!</a:t>
            </a:r>
          </a:p>
          <a:p>
            <a:endParaRPr lang="nl-NL" dirty="0"/>
          </a:p>
          <a:p>
            <a:r>
              <a:rPr lang="nl-NL" dirty="0"/>
              <a:t>Ik verwacht:</a:t>
            </a:r>
          </a:p>
          <a:p>
            <a:pPr lvl="1"/>
            <a:r>
              <a:rPr lang="nl-NL" dirty="0"/>
              <a:t>dat je alle vragen kort beantwoord</a:t>
            </a:r>
          </a:p>
          <a:p>
            <a:endParaRPr lang="nl-NL" dirty="0"/>
          </a:p>
          <a:p>
            <a:r>
              <a:rPr lang="nl-NL" dirty="0"/>
              <a:t>En dus:</a:t>
            </a:r>
          </a:p>
          <a:p>
            <a:pPr lvl="1"/>
            <a:r>
              <a:rPr lang="nl-NL" dirty="0"/>
              <a:t>Stilstaat bij HOE jij het tot nu toe gedaan hebt</a:t>
            </a:r>
          </a:p>
          <a:p>
            <a:pPr lvl="1"/>
            <a:r>
              <a:rPr lang="nl-NL" dirty="0"/>
              <a:t>En hoe je het straks gaat doen</a:t>
            </a:r>
          </a:p>
        </p:txBody>
      </p:sp>
    </p:spTree>
    <p:extLst>
      <p:ext uri="{BB962C8B-B14F-4D97-AF65-F5344CB8AC3E}">
        <p14:creationId xmlns:p14="http://schemas.microsoft.com/office/powerpoint/2010/main" val="232625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887</TotalTime>
  <Words>97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C# Deel 2</vt:lpstr>
      <vt:lpstr>Tussenbeoordeling</vt:lpstr>
      <vt:lpstr>Opgave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2024-12-16T08:47:35Z</dcterms:modified>
</cp:coreProperties>
</file>