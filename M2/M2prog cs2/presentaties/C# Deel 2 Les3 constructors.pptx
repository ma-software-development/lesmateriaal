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97" r:id="rId2"/>
    <p:sldId id="286" r:id="rId3"/>
    <p:sldId id="300" r:id="rId4"/>
    <p:sldId id="299" r:id="rId5"/>
    <p:sldId id="280" r:id="rId6"/>
    <p:sldId id="287" r:id="rId7"/>
    <p:sldId id="288" r:id="rId8"/>
    <p:sldId id="290" r:id="rId9"/>
    <p:sldId id="289" r:id="rId10"/>
    <p:sldId id="294" r:id="rId11"/>
    <p:sldId id="291" r:id="rId12"/>
    <p:sldId id="292" r:id="rId13"/>
    <p:sldId id="29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CE2F01-DBC2-4A19-A76D-81C608EB3DC2}" v="3" dt="2025-12-02T10:15:28.9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86449" autoAdjust="0"/>
  </p:normalViewPr>
  <p:slideViewPr>
    <p:cSldViewPr snapToGrid="0">
      <p:cViewPr varScale="1">
        <p:scale>
          <a:sx n="96" d="100"/>
          <a:sy n="96" d="100"/>
        </p:scale>
        <p:origin x="54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addSld delSld modSld">
      <pc:chgData name="Dragan Javorac" userId="913c2858-fb97-4c6e-a42c-b1f1a16b225e" providerId="ADAL" clId="{BC00D9DF-F858-4149-8B7B-F211D448CEDA}" dt="2025-12-02T10:15:58.465" v="239" actId="20577"/>
      <pc:docMkLst>
        <pc:docMk/>
      </pc:docMkLst>
      <pc:sldChg chg="delSp modSp mod">
        <pc:chgData name="Dragan Javorac" userId="913c2858-fb97-4c6e-a42c-b1f1a16b225e" providerId="ADAL" clId="{BC00D9DF-F858-4149-8B7B-F211D448CEDA}" dt="2025-12-02T10:15:27.052" v="111" actId="14100"/>
        <pc:sldMkLst>
          <pc:docMk/>
          <pc:sldMk cId="1880708128" sldId="286"/>
        </pc:sldMkLst>
        <pc:spChg chg="mod">
          <ac:chgData name="Dragan Javorac" userId="913c2858-fb97-4c6e-a42c-b1f1a16b225e" providerId="ADAL" clId="{BC00D9DF-F858-4149-8B7B-F211D448CEDA}" dt="2025-12-02T10:14:51.831" v="20" actId="20577"/>
          <ac:spMkLst>
            <pc:docMk/>
            <pc:sldMk cId="1880708128" sldId="286"/>
            <ac:spMk id="2" creationId="{F3046ACF-677C-4C47-B097-C82DB9EF99F7}"/>
          </ac:spMkLst>
        </pc:spChg>
        <pc:spChg chg="mod">
          <ac:chgData name="Dragan Javorac" userId="913c2858-fb97-4c6e-a42c-b1f1a16b225e" providerId="ADAL" clId="{BC00D9DF-F858-4149-8B7B-F211D448CEDA}" dt="2025-12-02T10:15:27.052" v="111" actId="14100"/>
          <ac:spMkLst>
            <pc:docMk/>
            <pc:sldMk cId="1880708128" sldId="286"/>
            <ac:spMk id="3" creationId="{9C1B0ED0-FD23-4DF4-8487-56E64A4517DA}"/>
          </ac:spMkLst>
        </pc:spChg>
        <pc:picChg chg="del">
          <ac:chgData name="Dragan Javorac" userId="913c2858-fb97-4c6e-a42c-b1f1a16b225e" providerId="ADAL" clId="{BC00D9DF-F858-4149-8B7B-F211D448CEDA}" dt="2025-12-02T10:14:47.478" v="7" actId="478"/>
          <ac:picMkLst>
            <pc:docMk/>
            <pc:sldMk cId="1880708128" sldId="286"/>
            <ac:picMk id="7" creationId="{4F50F0AD-7D09-1C14-633C-1550D8204857}"/>
          </ac:picMkLst>
        </pc:picChg>
      </pc:sldChg>
      <pc:sldChg chg="addSp delSp modSp mod">
        <pc:chgData name="Dragan Javorac" userId="913c2858-fb97-4c6e-a42c-b1f1a16b225e" providerId="ADAL" clId="{BC00D9DF-F858-4149-8B7B-F211D448CEDA}" dt="2025-12-02T07:23:41.932" v="3" actId="1076"/>
        <pc:sldMkLst>
          <pc:docMk/>
          <pc:sldMk cId="1997561615" sldId="295"/>
        </pc:sldMkLst>
        <pc:picChg chg="del">
          <ac:chgData name="Dragan Javorac" userId="913c2858-fb97-4c6e-a42c-b1f1a16b225e" providerId="ADAL" clId="{BC00D9DF-F858-4149-8B7B-F211D448CEDA}" dt="2025-12-02T07:23:37.608" v="0" actId="478"/>
          <ac:picMkLst>
            <pc:docMk/>
            <pc:sldMk cId="1997561615" sldId="295"/>
            <ac:picMk id="4" creationId="{1B883345-B2F9-2FA8-8483-4002EDCE6E52}"/>
          </ac:picMkLst>
        </pc:picChg>
        <pc:picChg chg="add mod">
          <ac:chgData name="Dragan Javorac" userId="913c2858-fb97-4c6e-a42c-b1f1a16b225e" providerId="ADAL" clId="{BC00D9DF-F858-4149-8B7B-F211D448CEDA}" dt="2025-12-02T07:23:41.932" v="3" actId="1076"/>
          <ac:picMkLst>
            <pc:docMk/>
            <pc:sldMk cId="1997561615" sldId="295"/>
            <ac:picMk id="5" creationId="{190BA29A-2F6F-94EB-6B6A-05BE88F3D846}"/>
          </ac:picMkLst>
        </pc:picChg>
      </pc:sldChg>
      <pc:sldChg chg="add del">
        <pc:chgData name="Dragan Javorac" userId="913c2858-fb97-4c6e-a42c-b1f1a16b225e" providerId="ADAL" clId="{BC00D9DF-F858-4149-8B7B-F211D448CEDA}" dt="2025-12-02T10:14:45.178" v="6" actId="47"/>
        <pc:sldMkLst>
          <pc:docMk/>
          <pc:sldMk cId="1032766647" sldId="298"/>
        </pc:sldMkLst>
      </pc:sldChg>
      <pc:sldChg chg="add">
        <pc:chgData name="Dragan Javorac" userId="913c2858-fb97-4c6e-a42c-b1f1a16b225e" providerId="ADAL" clId="{BC00D9DF-F858-4149-8B7B-F211D448CEDA}" dt="2025-12-02T10:14:43.716" v="5"/>
        <pc:sldMkLst>
          <pc:docMk/>
          <pc:sldMk cId="3747575297" sldId="299"/>
        </pc:sldMkLst>
      </pc:sldChg>
      <pc:sldChg chg="modSp add mod">
        <pc:chgData name="Dragan Javorac" userId="913c2858-fb97-4c6e-a42c-b1f1a16b225e" providerId="ADAL" clId="{BC00D9DF-F858-4149-8B7B-F211D448CEDA}" dt="2025-12-02T10:15:58.465" v="239" actId="20577"/>
        <pc:sldMkLst>
          <pc:docMk/>
          <pc:sldMk cId="3161770910" sldId="300"/>
        </pc:sldMkLst>
        <pc:spChg chg="mod">
          <ac:chgData name="Dragan Javorac" userId="913c2858-fb97-4c6e-a42c-b1f1a16b225e" providerId="ADAL" clId="{BC00D9DF-F858-4149-8B7B-F211D448CEDA}" dt="2025-12-02T10:15:32.533" v="116" actId="20577"/>
          <ac:spMkLst>
            <pc:docMk/>
            <pc:sldMk cId="3161770910" sldId="300"/>
            <ac:spMk id="2" creationId="{226DD996-18A2-EB9C-8A53-9C0DF81C4F61}"/>
          </ac:spMkLst>
        </pc:spChg>
        <pc:spChg chg="mod">
          <ac:chgData name="Dragan Javorac" userId="913c2858-fb97-4c6e-a42c-b1f1a16b225e" providerId="ADAL" clId="{BC00D9DF-F858-4149-8B7B-F211D448CEDA}" dt="2025-12-02T10:15:58.465" v="239" actId="20577"/>
          <ac:spMkLst>
            <pc:docMk/>
            <pc:sldMk cId="3161770910" sldId="300"/>
            <ac:spMk id="3" creationId="{79B84088-FB16-AEE6-0CA7-C411FE9716B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F8475-B390-4598-930D-E80CF2195F42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CDCB99-31C0-4CF8-8B52-1073427E15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2274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2-12-2025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C# </a:t>
            </a:r>
            <a:r>
              <a:rPr lang="en-US" dirty="0" err="1"/>
              <a:t>Deel</a:t>
            </a:r>
            <a:r>
              <a:rPr lang="en-US" dirty="0"/>
              <a:t> 2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645222"/>
          </a:xfrm>
        </p:spPr>
        <p:txBody>
          <a:bodyPr/>
          <a:lstStyle/>
          <a:p>
            <a:r>
              <a:rPr lang="en-US" dirty="0"/>
              <a:t>Classes constructors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F14C14-727F-B8B5-1433-EE67AB6E0C82}"/>
              </a:ext>
            </a:extLst>
          </p:cNvPr>
          <p:cNvSpPr txBox="1">
            <a:spLocks/>
          </p:cNvSpPr>
          <p:nvPr/>
        </p:nvSpPr>
        <p:spPr>
          <a:xfrm>
            <a:off x="2771686" y="248445"/>
            <a:ext cx="9144000" cy="4095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2024-2025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20640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Vorige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247"/>
            <a:ext cx="10114722" cy="5286652"/>
          </a:xfrm>
        </p:spPr>
        <p:txBody>
          <a:bodyPr>
            <a:normAutofit/>
          </a:bodyPr>
          <a:lstStyle/>
          <a:p>
            <a:r>
              <a:rPr lang="nl-NL" noProof="0" dirty="0"/>
              <a:t>Hadden we geleerd hoe we een class kunnen maken</a:t>
            </a:r>
            <a:endParaRPr lang="nl-NL" noProof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08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C2EC4-2641-AAD3-F87A-996F6F62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DD996-18A2-EB9C-8A53-9C0DF81C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Deze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84088-FB16-AEE6-0CA7-C411FE971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247"/>
            <a:ext cx="10114722" cy="5286652"/>
          </a:xfrm>
        </p:spPr>
        <p:txBody>
          <a:bodyPr>
            <a:normAutofit/>
          </a:bodyPr>
          <a:lstStyle/>
          <a:p>
            <a:r>
              <a:rPr lang="nl-NL" noProof="0" dirty="0"/>
              <a:t>Leren we hoe we met een </a:t>
            </a:r>
            <a:r>
              <a:rPr lang="nl-NL" noProof="0" dirty="0" err="1"/>
              <a:t>constructor</a:t>
            </a:r>
            <a:r>
              <a:rPr lang="nl-NL" noProof="0" dirty="0"/>
              <a:t> de </a:t>
            </a:r>
            <a:r>
              <a:rPr lang="nl-NL" noProof="0" dirty="0" err="1"/>
              <a:t>variablen</a:t>
            </a:r>
            <a:r>
              <a:rPr lang="nl-NL" noProof="0" dirty="0"/>
              <a:t> van een class kunnen klaarzetten </a:t>
            </a:r>
            <a:r>
              <a:rPr lang="nl-NL" noProof="0"/>
              <a:t>en vullen</a:t>
            </a:r>
            <a:endParaRPr lang="nl-NL" noProof="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770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E7F5-48A6-AAA5-72C3-727318F9F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1C7F-C647-A36C-7F3B-110E8323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Constructor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3282-BAF4-4FAB-D1CB-3B68D18A5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5247"/>
            <a:ext cx="6258339" cy="5286652"/>
          </a:xfrm>
        </p:spPr>
        <p:txBody>
          <a:bodyPr>
            <a:normAutofit/>
          </a:bodyPr>
          <a:lstStyle/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/>
              <a:t>Maken een class instance klaar voor gebruik</a:t>
            </a:r>
          </a:p>
          <a:p>
            <a:endParaRPr lang="nl-NL" noProof="0" dirty="0"/>
          </a:p>
          <a:p>
            <a:r>
              <a:rPr lang="nl-NL" noProof="0" dirty="0"/>
              <a:t>Zetten dus de data goed</a:t>
            </a:r>
          </a:p>
          <a:p>
            <a:endParaRPr lang="nl-NL" dirty="0"/>
          </a:p>
          <a:p>
            <a:r>
              <a:rPr lang="nl-NL" noProof="0" dirty="0"/>
              <a:t>worden als eerste aangeroepen na NEW</a:t>
            </a:r>
          </a:p>
          <a:p>
            <a:pPr lvl="1"/>
            <a:endParaRPr lang="nl-NL" noProof="0" dirty="0"/>
          </a:p>
          <a:p>
            <a:endParaRPr lang="nl-NL" noProof="0" dirty="0"/>
          </a:p>
          <a:p>
            <a:pPr marL="0" indent="0">
              <a:buNone/>
            </a:pP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C2862-D960-40CC-0565-5B33C0E45C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94"/>
          <a:stretch/>
        </p:blipFill>
        <p:spPr>
          <a:xfrm>
            <a:off x="7374835" y="0"/>
            <a:ext cx="4817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75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Voorbeeld 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5021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nl-NL" noProof="0" dirty="0"/>
          </a:p>
          <a:p>
            <a:r>
              <a:rPr lang="nl-NL" noProof="0" dirty="0"/>
              <a:t>2 classes van een </a:t>
            </a:r>
            <a:r>
              <a:rPr lang="nl-NL" noProof="0" dirty="0" err="1"/>
              <a:t>Shmup</a:t>
            </a:r>
            <a:endParaRPr lang="nl-NL" noProof="0" dirty="0"/>
          </a:p>
          <a:p>
            <a:endParaRPr lang="nl-NL" dirty="0"/>
          </a:p>
          <a:p>
            <a:endParaRPr lang="nl-NL" noProof="0" dirty="0"/>
          </a:p>
          <a:p>
            <a:endParaRPr lang="nl-NL" dirty="0"/>
          </a:p>
          <a:p>
            <a:endParaRPr lang="nl-NL" noProof="0" dirty="0"/>
          </a:p>
          <a:p>
            <a:endParaRPr lang="nl-NL" noProof="0" dirty="0"/>
          </a:p>
          <a:p>
            <a:endParaRPr lang="nl-NL" noProof="0" dirty="0"/>
          </a:p>
          <a:p>
            <a:endParaRPr lang="nl-NL" noProof="0" dirty="0"/>
          </a:p>
          <a:p>
            <a:endParaRPr lang="nl-NL" dirty="0"/>
          </a:p>
          <a:p>
            <a:r>
              <a:rPr lang="nl-NL" noProof="0" dirty="0"/>
              <a:t>nog geen </a:t>
            </a:r>
            <a:r>
              <a:rPr lang="nl-NL" noProof="0" dirty="0" err="1"/>
              <a:t>constructors</a:t>
            </a:r>
            <a:endParaRPr lang="nl-NL" noProof="0" dirty="0"/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88CCF-D893-76F5-3D14-E3D9443A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767" y="0"/>
            <a:ext cx="5929233" cy="6877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9F48EA-3FEF-E737-16A8-8FC8D7EF5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079" y="2879746"/>
            <a:ext cx="3962400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53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Default </a:t>
            </a:r>
            <a:r>
              <a:rPr lang="nl-NL" noProof="0" dirty="0" err="1"/>
              <a:t>constructor</a:t>
            </a:r>
            <a:r>
              <a:rPr lang="nl-NL" noProof="0" dirty="0"/>
              <a:t> 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noProof="0" dirty="0" err="1"/>
              <a:t>Kadeau</a:t>
            </a:r>
            <a:r>
              <a:rPr lang="nl-NL" noProof="0" dirty="0"/>
              <a:t> van de compiler</a:t>
            </a:r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88CCF-D893-76F5-3D14-E3D9443A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767" y="-19221"/>
            <a:ext cx="5929233" cy="687722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208EC7-49EC-69F5-34C1-A77140A7D45F}"/>
              </a:ext>
            </a:extLst>
          </p:cNvPr>
          <p:cNvCxnSpPr>
            <a:cxnSpLocks/>
          </p:cNvCxnSpPr>
          <p:nvPr/>
        </p:nvCxnSpPr>
        <p:spPr>
          <a:xfrm flipV="1">
            <a:off x="9736282" y="3605645"/>
            <a:ext cx="322118" cy="6754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0117605-985C-438F-8E03-155C947B0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433" y="3107824"/>
            <a:ext cx="28003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524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Test!</a:t>
            </a:r>
            <a:endParaRPr lang="nl-NL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noProof="0" dirty="0"/>
              <a:t>Nu roepen we </a:t>
            </a:r>
            <a:r>
              <a:rPr lang="nl-NL" noProof="0" dirty="0" err="1"/>
              <a:t>Shoot</a:t>
            </a:r>
            <a:r>
              <a:rPr lang="nl-NL" noProof="0" dirty="0"/>
              <a:t> aan</a:t>
            </a:r>
          </a:p>
          <a:p>
            <a:endParaRPr lang="nl-NL" dirty="0"/>
          </a:p>
          <a:p>
            <a:pPr marL="0" indent="0">
              <a:buNone/>
            </a:pPr>
            <a:endParaRPr lang="nl-NL" noProof="0" dirty="0"/>
          </a:p>
          <a:p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88CCF-D893-76F5-3D14-E3D9443AA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767" y="2568115"/>
            <a:ext cx="5929233" cy="68772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421988-906F-123F-A2C9-9D43CF6CB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767" y="0"/>
            <a:ext cx="6350521" cy="299180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C208EC7-49EC-69F5-34C1-A77140A7D45F}"/>
              </a:ext>
            </a:extLst>
          </p:cNvPr>
          <p:cNvCxnSpPr>
            <a:cxnSpLocks/>
          </p:cNvCxnSpPr>
          <p:nvPr/>
        </p:nvCxnSpPr>
        <p:spPr>
          <a:xfrm flipH="1" flipV="1">
            <a:off x="9227383" y="2055813"/>
            <a:ext cx="1596561" cy="2727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83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Krak</a:t>
            </a:r>
            <a:r>
              <a:rPr lang="en-US" dirty="0"/>
              <a:t>!</a:t>
            </a: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38685C-52EF-E9EC-6A06-5DCD2455E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3" y="1462521"/>
            <a:ext cx="9780010" cy="52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</a:t>
            </a:r>
            <a:r>
              <a:rPr lang="nl-NL" noProof="0" dirty="0" err="1"/>
              <a:t>onstructor</a:t>
            </a:r>
            <a:r>
              <a:rPr lang="nl-NL" noProof="0" dirty="0"/>
              <a:t> fix!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noProof="0" dirty="0"/>
              <a:t>De class was niet klaar voor gebruik</a:t>
            </a:r>
          </a:p>
          <a:p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 err="1"/>
              <a:t>x,y</a:t>
            </a:r>
            <a:r>
              <a:rPr lang="nl-NL" dirty="0"/>
              <a:t> input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List instantie maken met new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0E9B6-CEA2-A557-E98E-FB1D23D15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73" y="497754"/>
            <a:ext cx="6437027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491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Korte oefening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279136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Maak een nieuw console project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Type dit over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Maak een </a:t>
            </a:r>
            <a:r>
              <a:rPr lang="nl-NL" dirty="0" err="1"/>
              <a:t>constructor</a:t>
            </a:r>
            <a:endParaRPr lang="nl-NL" dirty="0"/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Zorg dat de output wordt: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3DAA6E-8F03-0F5D-40AD-DDA8208E3B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88" t="6530" r="26745" b="23369"/>
          <a:stretch/>
        </p:blipFill>
        <p:spPr>
          <a:xfrm>
            <a:off x="990599" y="4560528"/>
            <a:ext cx="3959501" cy="21349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610922-D26D-486B-E160-8AC9C1ADC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50" y="172043"/>
            <a:ext cx="6411650" cy="63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17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Bullet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noProof="0" dirty="0"/>
          </a:p>
          <a:p>
            <a:r>
              <a:rPr lang="nl-NL" noProof="0" dirty="0"/>
              <a:t>De </a:t>
            </a:r>
            <a:r>
              <a:rPr lang="nl-NL" noProof="0" dirty="0" err="1"/>
              <a:t>bullet</a:t>
            </a:r>
            <a:r>
              <a:rPr lang="nl-NL" noProof="0" dirty="0"/>
              <a:t> werkt ook niet echt &gt;,&lt;</a:t>
            </a:r>
          </a:p>
          <a:p>
            <a:endParaRPr lang="nl-NL" dirty="0"/>
          </a:p>
          <a:p>
            <a:r>
              <a:rPr lang="nl-NL" dirty="0"/>
              <a:t>mist richting en snelheid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9EBE2B-EDE0-6FBC-9CDF-4F414F74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4" y="1690688"/>
            <a:ext cx="6330946" cy="3839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3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Oh Yeah!</a:t>
            </a:r>
            <a:endParaRPr lang="nl-NL" noProof="0" dirty="0">
              <a:solidFill>
                <a:srgbClr val="FFC00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B5033DF-5706-B77A-AC84-571C0415A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284" y="1836016"/>
            <a:ext cx="4429991" cy="4351338"/>
          </a:xfrm>
        </p:spPr>
        <p:txBody>
          <a:bodyPr/>
          <a:lstStyle/>
          <a:p>
            <a:pPr marL="0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D691D6-38FA-9AB6-570F-B863D4E0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507" y="0"/>
            <a:ext cx="9078106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1D6D48-B752-AA53-FAC3-7CAD0AFB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2021"/>
            <a:ext cx="3916613" cy="353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25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Deze les</a:t>
            </a: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BA29A-2F6F-94EB-6B6A-05BE88F3D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2226158"/>
            <a:ext cx="4322072" cy="3960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6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1114</TotalTime>
  <Words>134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C# Deel 2</vt:lpstr>
      <vt:lpstr>Vorige week</vt:lpstr>
      <vt:lpstr>Deze week</vt:lpstr>
      <vt:lpstr>Constructor</vt:lpstr>
      <vt:lpstr>Voorbeeld </vt:lpstr>
      <vt:lpstr>Default constructor </vt:lpstr>
      <vt:lpstr>Test!</vt:lpstr>
      <vt:lpstr>Krak!</vt:lpstr>
      <vt:lpstr>Constructor fix!</vt:lpstr>
      <vt:lpstr>Korte oefening</vt:lpstr>
      <vt:lpstr>Bullet</vt:lpstr>
      <vt:lpstr>Oh Yeah!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3</cp:revision>
  <cp:lastPrinted>2022-05-23T06:13:09Z</cp:lastPrinted>
  <dcterms:created xsi:type="dcterms:W3CDTF">2022-04-26T11:06:09Z</dcterms:created>
  <dcterms:modified xsi:type="dcterms:W3CDTF">2025-12-02T10:15:58Z</dcterms:modified>
</cp:coreProperties>
</file>