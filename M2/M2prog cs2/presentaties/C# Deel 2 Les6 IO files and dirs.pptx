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98" r:id="rId2"/>
    <p:sldId id="286" r:id="rId3"/>
    <p:sldId id="280" r:id="rId4"/>
    <p:sldId id="282" r:id="rId5"/>
    <p:sldId id="283" r:id="rId6"/>
    <p:sldId id="284" r:id="rId7"/>
    <p:sldId id="287" r:id="rId8"/>
    <p:sldId id="288" r:id="rId9"/>
    <p:sldId id="27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A5B7D3"/>
    <a:srgbClr val="213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AFCC9C-A83D-4D14-83E6-0090B7AAD0EB}" v="1" dt="2024-11-19T12:28:28.6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3" autoAdjust="0"/>
    <p:restoredTop sz="86449" autoAdjust="0"/>
  </p:normalViewPr>
  <p:slideViewPr>
    <p:cSldViewPr snapToGrid="0">
      <p:cViewPr varScale="1">
        <p:scale>
          <a:sx n="51" d="100"/>
          <a:sy n="51" d="100"/>
        </p:scale>
        <p:origin x="90" y="2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FD4F2C99-50EE-4D90-AA85-3996A23C9974}"/>
    <pc:docChg chg="undo custSel addSld delSld modSld sldOrd modMainMaster">
      <pc:chgData name="Dragan Javorac" userId="913c2858-fb97-4c6e-a42c-b1f1a16b225e" providerId="ADAL" clId="{FD4F2C99-50EE-4D90-AA85-3996A23C9974}" dt="2022-05-09T06:29:40.818" v="2299" actId="20577"/>
      <pc:docMkLst>
        <pc:docMk/>
      </pc:docMkLst>
      <pc:sldChg chg="addSp delSp modSp mod setBg">
        <pc:chgData name="Dragan Javorac" userId="913c2858-fb97-4c6e-a42c-b1f1a16b225e" providerId="ADAL" clId="{FD4F2C99-50EE-4D90-AA85-3996A23C9974}" dt="2022-04-28T09:56:02.870" v="1613" actId="21"/>
        <pc:sldMkLst>
          <pc:docMk/>
          <pc:sldMk cId="729763293" sldId="256"/>
        </pc:sldMkLst>
        <pc:spChg chg="mod">
          <ac:chgData name="Dragan Javorac" userId="913c2858-fb97-4c6e-a42c-b1f1a16b225e" providerId="ADAL" clId="{FD4F2C99-50EE-4D90-AA85-3996A23C9974}" dt="2022-04-26T13:19:57.335" v="115" actId="20577"/>
          <ac:spMkLst>
            <pc:docMk/>
            <pc:sldMk cId="729763293" sldId="256"/>
            <ac:spMk id="3" creationId="{14399728-9CFD-4345-B7B5-5B803A05E807}"/>
          </ac:spMkLst>
        </pc:spChg>
        <pc:picChg chg="add del mod">
          <ac:chgData name="Dragan Javorac" userId="913c2858-fb97-4c6e-a42c-b1f1a16b225e" providerId="ADAL" clId="{FD4F2C99-50EE-4D90-AA85-3996A23C9974}" dt="2022-04-28T09:56:02.870" v="1613" actId="21"/>
          <ac:picMkLst>
            <pc:docMk/>
            <pc:sldMk cId="729763293" sldId="256"/>
            <ac:picMk id="5" creationId="{75FDB555-0945-4C60-80F1-4A81689233EE}"/>
          </ac:picMkLst>
        </pc:picChg>
      </pc:sldChg>
      <pc:sldChg chg="del">
        <pc:chgData name="Dragan Javorac" userId="913c2858-fb97-4c6e-a42c-b1f1a16b225e" providerId="ADAL" clId="{FD4F2C99-50EE-4D90-AA85-3996A23C9974}" dt="2022-04-26T13:18:24.338" v="21" actId="47"/>
        <pc:sldMkLst>
          <pc:docMk/>
          <pc:sldMk cId="430353690" sldId="257"/>
        </pc:sldMkLst>
      </pc:sldChg>
      <pc:sldChg chg="del">
        <pc:chgData name="Dragan Javorac" userId="913c2858-fb97-4c6e-a42c-b1f1a16b225e" providerId="ADAL" clId="{FD4F2C99-50EE-4D90-AA85-3996A23C9974}" dt="2022-04-28T06:22:43.844" v="380" actId="2696"/>
        <pc:sldMkLst>
          <pc:docMk/>
          <pc:sldMk cId="546352839" sldId="258"/>
        </pc:sldMkLst>
      </pc:sldChg>
      <pc:sldChg chg="modSp mod setBg">
        <pc:chgData name="Dragan Javorac" userId="913c2858-fb97-4c6e-a42c-b1f1a16b225e" providerId="ADAL" clId="{FD4F2C99-50EE-4D90-AA85-3996A23C9974}" dt="2022-05-08T16:34:20.666" v="2111" actId="20577"/>
        <pc:sldMkLst>
          <pc:docMk/>
          <pc:sldMk cId="3110653216" sldId="259"/>
        </pc:sldMkLst>
        <pc:spChg chg="mod">
          <ac:chgData name="Dragan Javorac" userId="913c2858-fb97-4c6e-a42c-b1f1a16b225e" providerId="ADAL" clId="{FD4F2C99-50EE-4D90-AA85-3996A23C9974}" dt="2022-05-08T16:34:20.666" v="2111" actId="20577"/>
          <ac:spMkLst>
            <pc:docMk/>
            <pc:sldMk cId="3110653216" sldId="259"/>
            <ac:spMk id="3" creationId="{9C1B0ED0-FD23-4DF4-8487-56E64A4517DA}"/>
          </ac:spMkLst>
        </pc:spChg>
      </pc:sldChg>
      <pc:sldChg chg="modSp add mod setBg">
        <pc:chgData name="Dragan Javorac" userId="913c2858-fb97-4c6e-a42c-b1f1a16b225e" providerId="ADAL" clId="{FD4F2C99-50EE-4D90-AA85-3996A23C9974}" dt="2022-05-09T06:29:40.818" v="2299" actId="20577"/>
        <pc:sldMkLst>
          <pc:docMk/>
          <pc:sldMk cId="267494202" sldId="260"/>
        </pc:sldMkLst>
        <pc:spChg chg="mod">
          <ac:chgData name="Dragan Javorac" userId="913c2858-fb97-4c6e-a42c-b1f1a16b225e" providerId="ADAL" clId="{FD4F2C99-50EE-4D90-AA85-3996A23C9974}" dt="2022-04-28T06:22:37.117" v="379" actId="20577"/>
          <ac:spMkLst>
            <pc:docMk/>
            <pc:sldMk cId="267494202" sldId="260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5-09T06:29:40.818" v="2299" actId="20577"/>
          <ac:spMkLst>
            <pc:docMk/>
            <pc:sldMk cId="267494202" sldId="260"/>
            <ac:spMk id="3" creationId="{9C1B0ED0-FD23-4DF4-8487-56E64A4517DA}"/>
          </ac:spMkLst>
        </pc:spChg>
      </pc:sldChg>
      <pc:sldChg chg="addSp delSp modSp add del mod">
        <pc:chgData name="Dragan Javorac" userId="913c2858-fb97-4c6e-a42c-b1f1a16b225e" providerId="ADAL" clId="{FD4F2C99-50EE-4D90-AA85-3996A23C9974}" dt="2022-04-28T10:07:55.912" v="1782" actId="2696"/>
        <pc:sldMkLst>
          <pc:docMk/>
          <pc:sldMk cId="2461773718" sldId="261"/>
        </pc:sldMkLst>
        <pc:spChg chg="mod">
          <ac:chgData name="Dragan Javorac" userId="913c2858-fb97-4c6e-a42c-b1f1a16b225e" providerId="ADAL" clId="{FD4F2C99-50EE-4D90-AA85-3996A23C9974}" dt="2022-04-28T10:07:31.500" v="1741" actId="20577"/>
          <ac:spMkLst>
            <pc:docMk/>
            <pc:sldMk cId="2461773718" sldId="261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10:07:48.983" v="1781" actId="20577"/>
          <ac:spMkLst>
            <pc:docMk/>
            <pc:sldMk cId="2461773718" sldId="261"/>
            <ac:spMk id="3" creationId="{9C1B0ED0-FD23-4DF4-8487-56E64A4517DA}"/>
          </ac:spMkLst>
        </pc:spChg>
        <pc:picChg chg="add del mod">
          <ac:chgData name="Dragan Javorac" userId="913c2858-fb97-4c6e-a42c-b1f1a16b225e" providerId="ADAL" clId="{FD4F2C99-50EE-4D90-AA85-3996A23C9974}" dt="2022-04-28T10:07:11.358" v="1734" actId="478"/>
          <ac:picMkLst>
            <pc:docMk/>
            <pc:sldMk cId="2461773718" sldId="261"/>
            <ac:picMk id="5" creationId="{7562378C-C524-4604-B703-694B9896A744}"/>
          </ac:picMkLst>
        </pc:picChg>
        <pc:picChg chg="add del mod">
          <ac:chgData name="Dragan Javorac" userId="913c2858-fb97-4c6e-a42c-b1f1a16b225e" providerId="ADAL" clId="{FD4F2C99-50EE-4D90-AA85-3996A23C9974}" dt="2022-04-28T10:07:18.082" v="1735" actId="478"/>
          <ac:picMkLst>
            <pc:docMk/>
            <pc:sldMk cId="2461773718" sldId="261"/>
            <ac:picMk id="7" creationId="{3D07312A-3C34-4FA0-89F1-F36AA1400183}"/>
          </ac:picMkLst>
        </pc:picChg>
      </pc:sldChg>
      <pc:sldChg chg="modSp add mod">
        <pc:chgData name="Dragan Javorac" userId="913c2858-fb97-4c6e-a42c-b1f1a16b225e" providerId="ADAL" clId="{FD4F2C99-50EE-4D90-AA85-3996A23C9974}" dt="2022-05-08T16:26:19.637" v="2010" actId="313"/>
        <pc:sldMkLst>
          <pc:docMk/>
          <pc:sldMk cId="3673759068" sldId="262"/>
        </pc:sldMkLst>
        <pc:spChg chg="mod">
          <ac:chgData name="Dragan Javorac" userId="913c2858-fb97-4c6e-a42c-b1f1a16b225e" providerId="ADAL" clId="{FD4F2C99-50EE-4D90-AA85-3996A23C9974}" dt="2022-04-28T08:45:34.348" v="1139" actId="20577"/>
          <ac:spMkLst>
            <pc:docMk/>
            <pc:sldMk cId="3673759068" sldId="262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5-08T16:26:19.637" v="2010" actId="313"/>
          <ac:spMkLst>
            <pc:docMk/>
            <pc:sldMk cId="3673759068" sldId="262"/>
            <ac:spMk id="3" creationId="{9C1B0ED0-FD23-4DF4-8487-56E64A4517DA}"/>
          </ac:spMkLst>
        </pc:spChg>
      </pc:sldChg>
      <pc:sldChg chg="addSp modSp add mod ord">
        <pc:chgData name="Dragan Javorac" userId="913c2858-fb97-4c6e-a42c-b1f1a16b225e" providerId="ADAL" clId="{FD4F2C99-50EE-4D90-AA85-3996A23C9974}" dt="2022-04-28T10:08:33.544" v="1788"/>
        <pc:sldMkLst>
          <pc:docMk/>
          <pc:sldMk cId="3463112225" sldId="263"/>
        </pc:sldMkLst>
        <pc:spChg chg="mod">
          <ac:chgData name="Dragan Javorac" userId="913c2858-fb97-4c6e-a42c-b1f1a16b225e" providerId="ADAL" clId="{FD4F2C99-50EE-4D90-AA85-3996A23C9974}" dt="2022-04-28T09:52:56.463" v="1402" actId="20577"/>
          <ac:spMkLst>
            <pc:docMk/>
            <pc:sldMk cId="3463112225" sldId="263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09:54:27.546" v="1494" actId="108"/>
          <ac:spMkLst>
            <pc:docMk/>
            <pc:sldMk cId="3463112225" sldId="263"/>
            <ac:spMk id="3" creationId="{9C1B0ED0-FD23-4DF4-8487-56E64A4517DA}"/>
          </ac:spMkLst>
        </pc:spChg>
        <pc:picChg chg="add mod">
          <ac:chgData name="Dragan Javorac" userId="913c2858-fb97-4c6e-a42c-b1f1a16b225e" providerId="ADAL" clId="{FD4F2C99-50EE-4D90-AA85-3996A23C9974}" dt="2022-04-28T09:54:00.380" v="1457" actId="1076"/>
          <ac:picMkLst>
            <pc:docMk/>
            <pc:sldMk cId="3463112225" sldId="263"/>
            <ac:picMk id="5" creationId="{D3266324-B2D1-40FD-A0F3-4B3731EAF7F4}"/>
          </ac:picMkLst>
        </pc:picChg>
      </pc:sldChg>
      <pc:sldChg chg="addSp delSp modSp add mod">
        <pc:chgData name="Dragan Javorac" userId="913c2858-fb97-4c6e-a42c-b1f1a16b225e" providerId="ADAL" clId="{FD4F2C99-50EE-4D90-AA85-3996A23C9974}" dt="2022-04-29T06:51:36.983" v="1978" actId="20577"/>
        <pc:sldMkLst>
          <pc:docMk/>
          <pc:sldMk cId="3802254887" sldId="264"/>
        </pc:sldMkLst>
        <pc:spChg chg="mod">
          <ac:chgData name="Dragan Javorac" userId="913c2858-fb97-4c6e-a42c-b1f1a16b225e" providerId="ADAL" clId="{FD4F2C99-50EE-4D90-AA85-3996A23C9974}" dt="2022-04-29T06:49:00.764" v="1909" actId="5793"/>
          <ac:spMkLst>
            <pc:docMk/>
            <pc:sldMk cId="3802254887" sldId="264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09:55:16.257" v="1535" actId="5793"/>
          <ac:spMkLst>
            <pc:docMk/>
            <pc:sldMk cId="3802254887" sldId="264"/>
            <ac:spMk id="3" creationId="{9C1B0ED0-FD23-4DF4-8487-56E64A4517DA}"/>
          </ac:spMkLst>
        </pc:spChg>
        <pc:spChg chg="add del">
          <ac:chgData name="Dragan Javorac" userId="913c2858-fb97-4c6e-a42c-b1f1a16b225e" providerId="ADAL" clId="{FD4F2C99-50EE-4D90-AA85-3996A23C9974}" dt="2022-04-28T09:55:21.604" v="1537" actId="22"/>
          <ac:spMkLst>
            <pc:docMk/>
            <pc:sldMk cId="3802254887" sldId="264"/>
            <ac:spMk id="6" creationId="{6248A34C-64BB-4FA6-A08B-923295726515}"/>
          </ac:spMkLst>
        </pc:spChg>
        <pc:spChg chg="add mod">
          <ac:chgData name="Dragan Javorac" userId="913c2858-fb97-4c6e-a42c-b1f1a16b225e" providerId="ADAL" clId="{FD4F2C99-50EE-4D90-AA85-3996A23C9974}" dt="2022-04-29T06:51:36.983" v="1978" actId="20577"/>
          <ac:spMkLst>
            <pc:docMk/>
            <pc:sldMk cId="3802254887" sldId="264"/>
            <ac:spMk id="7" creationId="{9231722B-498E-4B92-910F-114371BF5C0C}"/>
          </ac:spMkLst>
        </pc:spChg>
        <pc:picChg chg="add mod">
          <ac:chgData name="Dragan Javorac" userId="913c2858-fb97-4c6e-a42c-b1f1a16b225e" providerId="ADAL" clId="{FD4F2C99-50EE-4D90-AA85-3996A23C9974}" dt="2022-04-29T06:51:24.985" v="1975" actId="1076"/>
          <ac:picMkLst>
            <pc:docMk/>
            <pc:sldMk cId="3802254887" sldId="264"/>
            <ac:picMk id="5" creationId="{318208AF-B5C9-4DF0-A0D5-57347E6ACD3E}"/>
          </ac:picMkLst>
        </pc:picChg>
        <pc:picChg chg="del">
          <ac:chgData name="Dragan Javorac" userId="913c2858-fb97-4c6e-a42c-b1f1a16b225e" providerId="ADAL" clId="{FD4F2C99-50EE-4D90-AA85-3996A23C9974}" dt="2022-04-28T09:56:10.786" v="1616" actId="478"/>
          <ac:picMkLst>
            <pc:docMk/>
            <pc:sldMk cId="3802254887" sldId="264"/>
            <ac:picMk id="5" creationId="{D3266324-B2D1-40FD-A0F3-4B3731EAF7F4}"/>
          </ac:picMkLst>
        </pc:picChg>
        <pc:picChg chg="add del mod">
          <ac:chgData name="Dragan Javorac" userId="913c2858-fb97-4c6e-a42c-b1f1a16b225e" providerId="ADAL" clId="{FD4F2C99-50EE-4D90-AA85-3996A23C9974}" dt="2022-04-29T06:49:34.547" v="1914" actId="478"/>
          <ac:picMkLst>
            <pc:docMk/>
            <pc:sldMk cId="3802254887" sldId="264"/>
            <ac:picMk id="8" creationId="{C1B4BDBD-993F-4302-9AFE-BFDA209A7AA9}"/>
          </ac:picMkLst>
        </pc:picChg>
      </pc:sldChg>
      <pc:sldChg chg="addSp delSp modSp add mod">
        <pc:chgData name="Dragan Javorac" userId="913c2858-fb97-4c6e-a42c-b1f1a16b225e" providerId="ADAL" clId="{FD4F2C99-50EE-4D90-AA85-3996A23C9974}" dt="2022-04-28T10:11:34.780" v="1883" actId="20577"/>
        <pc:sldMkLst>
          <pc:docMk/>
          <pc:sldMk cId="678353431" sldId="265"/>
        </pc:sldMkLst>
        <pc:spChg chg="mod">
          <ac:chgData name="Dragan Javorac" userId="913c2858-fb97-4c6e-a42c-b1f1a16b225e" providerId="ADAL" clId="{FD4F2C99-50EE-4D90-AA85-3996A23C9974}" dt="2022-04-28T10:10:20.031" v="1817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10:11:34.780" v="1883" actId="20577"/>
          <ac:spMkLst>
            <pc:docMk/>
            <pc:sldMk cId="678353431" sldId="265"/>
            <ac:spMk id="3" creationId="{9C1B0ED0-FD23-4DF4-8487-56E64A4517DA}"/>
          </ac:spMkLst>
        </pc:spChg>
        <pc:picChg chg="del">
          <ac:chgData name="Dragan Javorac" userId="913c2858-fb97-4c6e-a42c-b1f1a16b225e" providerId="ADAL" clId="{FD4F2C99-50EE-4D90-AA85-3996A23C9974}" dt="2022-04-28T10:10:22.476" v="1818" actId="478"/>
          <ac:picMkLst>
            <pc:docMk/>
            <pc:sldMk cId="678353431" sldId="265"/>
            <ac:picMk id="5" creationId="{7562378C-C524-4604-B703-694B9896A744}"/>
          </ac:picMkLst>
        </pc:picChg>
        <pc:picChg chg="add mod">
          <ac:chgData name="Dragan Javorac" userId="913c2858-fb97-4c6e-a42c-b1f1a16b225e" providerId="ADAL" clId="{FD4F2C99-50EE-4D90-AA85-3996A23C9974}" dt="2022-04-28T10:11:08.420" v="1822" actId="1076"/>
          <ac:picMkLst>
            <pc:docMk/>
            <pc:sldMk cId="678353431" sldId="265"/>
            <ac:picMk id="6" creationId="{6B8145DF-71BC-4EDD-95D4-F88D3DD450DC}"/>
          </ac:picMkLst>
        </pc:picChg>
        <pc:picChg chg="del mod">
          <ac:chgData name="Dragan Javorac" userId="913c2858-fb97-4c6e-a42c-b1f1a16b225e" providerId="ADAL" clId="{FD4F2C99-50EE-4D90-AA85-3996A23C9974}" dt="2022-04-28T10:10:23.750" v="1820" actId="478"/>
          <ac:picMkLst>
            <pc:docMk/>
            <pc:sldMk cId="678353431" sldId="265"/>
            <ac:picMk id="7" creationId="{3D07312A-3C34-4FA0-89F1-F36AA1400183}"/>
          </ac:picMkLst>
        </pc:picChg>
      </pc:sldChg>
      <pc:sldChg chg="addSp delSp modSp add mod">
        <pc:chgData name="Dragan Javorac" userId="913c2858-fb97-4c6e-a42c-b1f1a16b225e" providerId="ADAL" clId="{FD4F2C99-50EE-4D90-AA85-3996A23C9974}" dt="2022-04-28T10:08:46.873" v="1801" actId="1076"/>
        <pc:sldMkLst>
          <pc:docMk/>
          <pc:sldMk cId="415422693" sldId="266"/>
        </pc:sldMkLst>
        <pc:spChg chg="mod">
          <ac:chgData name="Dragan Javorac" userId="913c2858-fb97-4c6e-a42c-b1f1a16b225e" providerId="ADAL" clId="{FD4F2C99-50EE-4D90-AA85-3996A23C9974}" dt="2022-04-28T10:08:38.422" v="1798" actId="20577"/>
          <ac:spMkLst>
            <pc:docMk/>
            <pc:sldMk cId="415422693" sldId="266"/>
            <ac:spMk id="2" creationId="{F3046ACF-677C-4C47-B097-C82DB9EF99F7}"/>
          </ac:spMkLst>
        </pc:spChg>
        <pc:spChg chg="del">
          <ac:chgData name="Dragan Javorac" userId="913c2858-fb97-4c6e-a42c-b1f1a16b225e" providerId="ADAL" clId="{FD4F2C99-50EE-4D90-AA85-3996A23C9974}" dt="2022-04-28T10:08:41.149" v="1799" actId="478"/>
          <ac:spMkLst>
            <pc:docMk/>
            <pc:sldMk cId="415422693" sldId="266"/>
            <ac:spMk id="3" creationId="{9C1B0ED0-FD23-4DF4-8487-56E64A4517DA}"/>
          </ac:spMkLst>
        </pc:spChg>
        <pc:spChg chg="add del mod">
          <ac:chgData name="Dragan Javorac" userId="913c2858-fb97-4c6e-a42c-b1f1a16b225e" providerId="ADAL" clId="{FD4F2C99-50EE-4D90-AA85-3996A23C9974}" dt="2022-04-28T10:08:44.619" v="1800" actId="478"/>
          <ac:spMkLst>
            <pc:docMk/>
            <pc:sldMk cId="415422693" sldId="266"/>
            <ac:spMk id="9" creationId="{0E74C859-E038-421F-82A4-0A18AF749F77}"/>
          </ac:spMkLst>
        </pc:spChg>
        <pc:picChg chg="del">
          <ac:chgData name="Dragan Javorac" userId="913c2858-fb97-4c6e-a42c-b1f1a16b225e" providerId="ADAL" clId="{FD4F2C99-50EE-4D90-AA85-3996A23C9974}" dt="2022-04-28T10:08:25.178" v="1785" actId="478"/>
          <ac:picMkLst>
            <pc:docMk/>
            <pc:sldMk cId="415422693" sldId="266"/>
            <ac:picMk id="5" creationId="{7562378C-C524-4604-B703-694B9896A744}"/>
          </ac:picMkLst>
        </pc:picChg>
        <pc:picChg chg="add mod">
          <ac:chgData name="Dragan Javorac" userId="913c2858-fb97-4c6e-a42c-b1f1a16b225e" providerId="ADAL" clId="{FD4F2C99-50EE-4D90-AA85-3996A23C9974}" dt="2022-04-28T10:08:46.873" v="1801" actId="1076"/>
          <ac:picMkLst>
            <pc:docMk/>
            <pc:sldMk cId="415422693" sldId="266"/>
            <ac:picMk id="6" creationId="{28FD7539-8394-4FD9-A229-2AAA767631D1}"/>
          </ac:picMkLst>
        </pc:picChg>
        <pc:picChg chg="del">
          <ac:chgData name="Dragan Javorac" userId="913c2858-fb97-4c6e-a42c-b1f1a16b225e" providerId="ADAL" clId="{FD4F2C99-50EE-4D90-AA85-3996A23C9974}" dt="2022-04-28T10:08:28.054" v="1786" actId="478"/>
          <ac:picMkLst>
            <pc:docMk/>
            <pc:sldMk cId="415422693" sldId="266"/>
            <ac:picMk id="7" creationId="{3D07312A-3C34-4FA0-89F1-F36AA1400183}"/>
          </ac:picMkLst>
        </pc:picChg>
      </pc:sldChg>
      <pc:sldChg chg="add">
        <pc:chgData name="Dragan Javorac" userId="913c2858-fb97-4c6e-a42c-b1f1a16b225e" providerId="ADAL" clId="{FD4F2C99-50EE-4D90-AA85-3996A23C9974}" dt="2022-04-28T10:10:15.470" v="1804" actId="2890"/>
        <pc:sldMkLst>
          <pc:docMk/>
          <pc:sldMk cId="2010496712" sldId="267"/>
        </pc:sldMkLst>
      </pc:sldChg>
      <pc:sldChg chg="add del">
        <pc:chgData name="Dragan Javorac" userId="913c2858-fb97-4c6e-a42c-b1f1a16b225e" providerId="ADAL" clId="{FD4F2C99-50EE-4D90-AA85-3996A23C9974}" dt="2022-04-28T10:10:12.975" v="1803" actId="47"/>
        <pc:sldMkLst>
          <pc:docMk/>
          <pc:sldMk cId="2775819234" sldId="267"/>
        </pc:sldMkLst>
      </pc:sldChg>
      <pc:sldChg chg="delSp modSp add del mod">
        <pc:chgData name="Dragan Javorac" userId="913c2858-fb97-4c6e-a42c-b1f1a16b225e" providerId="ADAL" clId="{FD4F2C99-50EE-4D90-AA85-3996A23C9974}" dt="2022-04-29T06:48:55.501" v="1898" actId="47"/>
        <pc:sldMkLst>
          <pc:docMk/>
          <pc:sldMk cId="2042584346" sldId="268"/>
        </pc:sldMkLst>
        <pc:spChg chg="mod">
          <ac:chgData name="Dragan Javorac" userId="913c2858-fb97-4c6e-a42c-b1f1a16b225e" providerId="ADAL" clId="{FD4F2C99-50EE-4D90-AA85-3996A23C9974}" dt="2022-04-29T06:48:48.959" v="1895" actId="5793"/>
          <ac:spMkLst>
            <pc:docMk/>
            <pc:sldMk cId="2042584346" sldId="268"/>
            <ac:spMk id="2" creationId="{F3046ACF-677C-4C47-B097-C82DB9EF99F7}"/>
          </ac:spMkLst>
        </pc:spChg>
        <pc:picChg chg="del">
          <ac:chgData name="Dragan Javorac" userId="913c2858-fb97-4c6e-a42c-b1f1a16b225e" providerId="ADAL" clId="{FD4F2C99-50EE-4D90-AA85-3996A23C9974}" dt="2022-04-29T06:48:50.992" v="1896" actId="478"/>
          <ac:picMkLst>
            <pc:docMk/>
            <pc:sldMk cId="2042584346" sldId="268"/>
            <ac:picMk id="6" creationId="{28FD7539-8394-4FD9-A229-2AAA767631D1}"/>
          </ac:picMkLst>
        </pc:picChg>
      </pc:sldChg>
      <pc:sldChg chg="addSp delSp modSp add mod delAnim modAnim">
        <pc:chgData name="Dragan Javorac" userId="913c2858-fb97-4c6e-a42c-b1f1a16b225e" providerId="ADAL" clId="{FD4F2C99-50EE-4D90-AA85-3996A23C9974}" dt="2022-05-08T16:40:13.488" v="2260" actId="20577"/>
        <pc:sldMkLst>
          <pc:docMk/>
          <pc:sldMk cId="146716619" sldId="269"/>
        </pc:sldMkLst>
        <pc:spChg chg="mod">
          <ac:chgData name="Dragan Javorac" userId="913c2858-fb97-4c6e-a42c-b1f1a16b225e" providerId="ADAL" clId="{FD4F2C99-50EE-4D90-AA85-3996A23C9974}" dt="2022-05-08T16:40:13.488" v="2260" actId="20577"/>
          <ac:spMkLst>
            <pc:docMk/>
            <pc:sldMk cId="146716619" sldId="269"/>
            <ac:spMk id="7" creationId="{9231722B-498E-4B92-910F-114371BF5C0C}"/>
          </ac:spMkLst>
        </pc:spChg>
        <pc:picChg chg="add del mod">
          <ac:chgData name="Dragan Javorac" userId="913c2858-fb97-4c6e-a42c-b1f1a16b225e" providerId="ADAL" clId="{FD4F2C99-50EE-4D90-AA85-3996A23C9974}" dt="2022-04-29T06:57:57.088" v="1986" actId="478"/>
          <ac:picMkLst>
            <pc:docMk/>
            <pc:sldMk cId="146716619" sldId="269"/>
            <ac:picMk id="4" creationId="{1E5E63E5-30F6-4F00-9FE8-AE50FB7ABFFF}"/>
          </ac:picMkLst>
        </pc:picChg>
        <pc:picChg chg="add del mod">
          <ac:chgData name="Dragan Javorac" userId="913c2858-fb97-4c6e-a42c-b1f1a16b225e" providerId="ADAL" clId="{FD4F2C99-50EE-4D90-AA85-3996A23C9974}" dt="2022-04-29T07:00:33.817" v="1989" actId="21"/>
          <ac:picMkLst>
            <pc:docMk/>
            <pc:sldMk cId="146716619" sldId="269"/>
            <ac:picMk id="5" creationId="{57CE9EAD-104E-4B30-ACEA-BE0BC96534E5}"/>
          </ac:picMkLst>
        </pc:picChg>
        <pc:picChg chg="add mod ord modCrop">
          <ac:chgData name="Dragan Javorac" userId="913c2858-fb97-4c6e-a42c-b1f1a16b225e" providerId="ADAL" clId="{FD4F2C99-50EE-4D90-AA85-3996A23C9974}" dt="2022-04-29T07:26:17.907" v="2009" actId="1076"/>
          <ac:picMkLst>
            <pc:docMk/>
            <pc:sldMk cId="146716619" sldId="269"/>
            <ac:picMk id="5" creationId="{59DC82C6-6181-4FD9-96F9-D731A94D2805}"/>
          </ac:picMkLst>
        </pc:picChg>
        <pc:picChg chg="mod ord">
          <ac:chgData name="Dragan Javorac" userId="913c2858-fb97-4c6e-a42c-b1f1a16b225e" providerId="ADAL" clId="{FD4F2C99-50EE-4D90-AA85-3996A23C9974}" dt="2022-04-29T07:00:55.875" v="1997" actId="1076"/>
          <ac:picMkLst>
            <pc:docMk/>
            <pc:sldMk cId="146716619" sldId="269"/>
            <ac:picMk id="8" creationId="{C1B4BDBD-993F-4302-9AFE-BFDA209A7AA9}"/>
          </ac:picMkLst>
        </pc:picChg>
        <pc:picChg chg="add del mod">
          <ac:chgData name="Dragan Javorac" userId="913c2858-fb97-4c6e-a42c-b1f1a16b225e" providerId="ADAL" clId="{FD4F2C99-50EE-4D90-AA85-3996A23C9974}" dt="2022-04-29T07:25:03.103" v="1999" actId="478"/>
          <ac:picMkLst>
            <pc:docMk/>
            <pc:sldMk cId="146716619" sldId="269"/>
            <ac:picMk id="9" creationId="{CED1D412-F837-422A-B271-242BCBB773C5}"/>
          </ac:picMkLst>
        </pc:picChg>
      </pc:sldChg>
      <pc:sldMasterChg chg="setBg modSldLayout">
        <pc:chgData name="Dragan Javorac" userId="913c2858-fb97-4c6e-a42c-b1f1a16b225e" providerId="ADAL" clId="{FD4F2C99-50EE-4D90-AA85-3996A23C9974}" dt="2022-04-28T08:42:16.801" v="1081"/>
        <pc:sldMasterMkLst>
          <pc:docMk/>
          <pc:sldMasterMk cId="4036648572" sldId="2147483672"/>
        </pc:sldMasterMkLst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4175983445" sldId="2147483673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2641130027" sldId="2147483674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23285852" sldId="2147483675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384087224" sldId="2147483676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617248735" sldId="2147483677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538192987" sldId="2147483678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2412065846" sldId="2147483679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599456737" sldId="2147483680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1263093977" sldId="2147483681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887944762" sldId="2147483682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610965066" sldId="2147483683"/>
          </pc:sldLayoutMkLst>
        </pc:sldLayoutChg>
      </pc:sldMasterChg>
    </pc:docChg>
  </pc:docChgLst>
  <pc:docChgLst>
    <pc:chgData name="Dragan Javorac" userId="913c2858-fb97-4c6e-a42c-b1f1a16b225e" providerId="ADAL" clId="{90EA900B-217A-43E0-B4F7-8024EDD7FC32}"/>
    <pc:docChg chg="custSel modSld">
      <pc:chgData name="Dragan Javorac" userId="913c2858-fb97-4c6e-a42c-b1f1a16b225e" providerId="ADAL" clId="{90EA900B-217A-43E0-B4F7-8024EDD7FC32}" dt="2024-05-27T06:30:25.238" v="4" actId="14100"/>
      <pc:docMkLst>
        <pc:docMk/>
      </pc:docMkLst>
      <pc:sldChg chg="addSp delSp modSp mod">
        <pc:chgData name="Dragan Javorac" userId="913c2858-fb97-4c6e-a42c-b1f1a16b225e" providerId="ADAL" clId="{90EA900B-217A-43E0-B4F7-8024EDD7FC32}" dt="2024-05-27T06:30:25.238" v="4" actId="14100"/>
        <pc:sldMkLst>
          <pc:docMk/>
          <pc:sldMk cId="2546539525" sldId="278"/>
        </pc:sldMkLst>
        <pc:picChg chg="del">
          <ac:chgData name="Dragan Javorac" userId="913c2858-fb97-4c6e-a42c-b1f1a16b225e" providerId="ADAL" clId="{90EA900B-217A-43E0-B4F7-8024EDD7FC32}" dt="2024-05-27T06:30:20.724" v="0" actId="478"/>
          <ac:picMkLst>
            <pc:docMk/>
            <pc:sldMk cId="2546539525" sldId="278"/>
            <ac:picMk id="5" creationId="{DF614E97-13C7-D2E6-20DD-0F13115B6167}"/>
          </ac:picMkLst>
        </pc:picChg>
        <pc:picChg chg="add mod">
          <ac:chgData name="Dragan Javorac" userId="913c2858-fb97-4c6e-a42c-b1f1a16b225e" providerId="ADAL" clId="{90EA900B-217A-43E0-B4F7-8024EDD7FC32}" dt="2024-05-27T06:30:25.238" v="4" actId="14100"/>
          <ac:picMkLst>
            <pc:docMk/>
            <pc:sldMk cId="2546539525" sldId="278"/>
            <ac:picMk id="6" creationId="{83EDCF2D-A7D3-3A54-19CB-7818FFC9F35F}"/>
          </ac:picMkLst>
        </pc:picChg>
      </pc:sldChg>
    </pc:docChg>
  </pc:docChgLst>
  <pc:docChgLst>
    <pc:chgData name="Dragan Javorac" userId="913c2858-fb97-4c6e-a42c-b1f1a16b225e" providerId="ADAL" clId="{FE70B12A-CFD3-4EB0-9FF8-D84C059CC66B}"/>
    <pc:docChg chg="undo custSel addSld delSld modSld">
      <pc:chgData name="Dragan Javorac" userId="913c2858-fb97-4c6e-a42c-b1f1a16b225e" providerId="ADAL" clId="{FE70B12A-CFD3-4EB0-9FF8-D84C059CC66B}" dt="2022-05-12T10:36:56.052" v="1350" actId="20577"/>
      <pc:docMkLst>
        <pc:docMk/>
      </pc:docMkLst>
      <pc:sldChg chg="modSp mod">
        <pc:chgData name="Dragan Javorac" userId="913c2858-fb97-4c6e-a42c-b1f1a16b225e" providerId="ADAL" clId="{FE70B12A-CFD3-4EB0-9FF8-D84C059CC66B}" dt="2022-05-12T10:36:42.241" v="1346" actId="20577"/>
        <pc:sldMkLst>
          <pc:docMk/>
          <pc:sldMk cId="729763293" sldId="256"/>
        </pc:sldMkLst>
        <pc:spChg chg="mod">
          <ac:chgData name="Dragan Javorac" userId="913c2858-fb97-4c6e-a42c-b1f1a16b225e" providerId="ADAL" clId="{FE70B12A-CFD3-4EB0-9FF8-D84C059CC66B}" dt="2022-05-12T10:36:42.241" v="1346" actId="20577"/>
          <ac:spMkLst>
            <pc:docMk/>
            <pc:sldMk cId="729763293" sldId="256"/>
            <ac:spMk id="3" creationId="{14399728-9CFD-4345-B7B5-5B803A05E807}"/>
          </ac:spMkLst>
        </pc:spChg>
      </pc:sldChg>
      <pc:sldChg chg="del">
        <pc:chgData name="Dragan Javorac" userId="913c2858-fb97-4c6e-a42c-b1f1a16b225e" providerId="ADAL" clId="{FE70B12A-CFD3-4EB0-9FF8-D84C059CC66B}" dt="2022-05-12T09:27:13.409" v="1055" actId="47"/>
        <pc:sldMkLst>
          <pc:docMk/>
          <pc:sldMk cId="3110653216" sldId="259"/>
        </pc:sldMkLst>
      </pc:sldChg>
      <pc:sldChg chg="modSp mod">
        <pc:chgData name="Dragan Javorac" userId="913c2858-fb97-4c6e-a42c-b1f1a16b225e" providerId="ADAL" clId="{FE70B12A-CFD3-4EB0-9FF8-D84C059CC66B}" dt="2022-05-12T10:05:39.837" v="1345" actId="20577"/>
        <pc:sldMkLst>
          <pc:docMk/>
          <pc:sldMk cId="267494202" sldId="260"/>
        </pc:sldMkLst>
        <pc:spChg chg="mod">
          <ac:chgData name="Dragan Javorac" userId="913c2858-fb97-4c6e-a42c-b1f1a16b225e" providerId="ADAL" clId="{FE70B12A-CFD3-4EB0-9FF8-D84C059CC66B}" dt="2022-05-12T10:05:39.837" v="1345" actId="20577"/>
          <ac:spMkLst>
            <pc:docMk/>
            <pc:sldMk cId="267494202" sldId="260"/>
            <ac:spMk id="3" creationId="{9C1B0ED0-FD23-4DF4-8487-56E64A4517DA}"/>
          </ac:spMkLst>
        </pc:spChg>
      </pc:sldChg>
      <pc:sldChg chg="del">
        <pc:chgData name="Dragan Javorac" userId="913c2858-fb97-4c6e-a42c-b1f1a16b225e" providerId="ADAL" clId="{FE70B12A-CFD3-4EB0-9FF8-D84C059CC66B}" dt="2022-05-12T09:27:30.196" v="1056" actId="47"/>
        <pc:sldMkLst>
          <pc:docMk/>
          <pc:sldMk cId="3673759068" sldId="262"/>
        </pc:sldMkLst>
      </pc:sldChg>
      <pc:sldChg chg="del">
        <pc:chgData name="Dragan Javorac" userId="913c2858-fb97-4c6e-a42c-b1f1a16b225e" providerId="ADAL" clId="{FE70B12A-CFD3-4EB0-9FF8-D84C059CC66B}" dt="2022-05-12T09:12:00.617" v="13" actId="47"/>
        <pc:sldMkLst>
          <pc:docMk/>
          <pc:sldMk cId="3463112225" sldId="263"/>
        </pc:sldMkLst>
      </pc:sldChg>
      <pc:sldChg chg="del">
        <pc:chgData name="Dragan Javorac" userId="913c2858-fb97-4c6e-a42c-b1f1a16b225e" providerId="ADAL" clId="{FE70B12A-CFD3-4EB0-9FF8-D84C059CC66B}" dt="2022-05-12T09:12:01.441" v="14" actId="47"/>
        <pc:sldMkLst>
          <pc:docMk/>
          <pc:sldMk cId="3802254887" sldId="264"/>
        </pc:sldMkLst>
      </pc:sldChg>
      <pc:sldChg chg="addSp delSp modSp mod">
        <pc:chgData name="Dragan Javorac" userId="913c2858-fb97-4c6e-a42c-b1f1a16b225e" providerId="ADAL" clId="{FE70B12A-CFD3-4EB0-9FF8-D84C059CC66B}" dt="2022-05-12T10:36:51.702" v="1347" actId="20577"/>
        <pc:sldMkLst>
          <pc:docMk/>
          <pc:sldMk cId="678353431" sldId="265"/>
        </pc:sldMkLst>
        <pc:spChg chg="mod">
          <ac:chgData name="Dragan Javorac" userId="913c2858-fb97-4c6e-a42c-b1f1a16b225e" providerId="ADAL" clId="{FE70B12A-CFD3-4EB0-9FF8-D84C059CC66B}" dt="2022-05-12T09:12:14.181" v="37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10:36:51.702" v="1347" actId="20577"/>
          <ac:spMkLst>
            <pc:docMk/>
            <pc:sldMk cId="678353431" sldId="265"/>
            <ac:spMk id="3" creationId="{9C1B0ED0-FD23-4DF4-8487-56E64A4517DA}"/>
          </ac:spMkLst>
        </pc:spChg>
        <pc:picChg chg="add mod">
          <ac:chgData name="Dragan Javorac" userId="913c2858-fb97-4c6e-a42c-b1f1a16b225e" providerId="ADAL" clId="{FE70B12A-CFD3-4EB0-9FF8-D84C059CC66B}" dt="2022-05-12T09:20:35.816" v="428" actId="1076"/>
          <ac:picMkLst>
            <pc:docMk/>
            <pc:sldMk cId="678353431" sldId="265"/>
            <ac:picMk id="5" creationId="{9217EF02-164C-6A9C-1FA4-A03B40835D25}"/>
          </ac:picMkLst>
        </pc:picChg>
        <pc:picChg chg="del">
          <ac:chgData name="Dragan Javorac" userId="913c2858-fb97-4c6e-a42c-b1f1a16b225e" providerId="ADAL" clId="{FE70B12A-CFD3-4EB0-9FF8-D84C059CC66B}" dt="2022-05-12T09:11:43.307" v="0" actId="478"/>
          <ac:picMkLst>
            <pc:docMk/>
            <pc:sldMk cId="678353431" sldId="265"/>
            <ac:picMk id="6" creationId="{6B8145DF-71BC-4EDD-95D4-F88D3DD450DC}"/>
          </ac:picMkLst>
        </pc:picChg>
      </pc:sldChg>
      <pc:sldChg chg="del">
        <pc:chgData name="Dragan Javorac" userId="913c2858-fb97-4c6e-a42c-b1f1a16b225e" providerId="ADAL" clId="{FE70B12A-CFD3-4EB0-9FF8-D84C059CC66B}" dt="2022-05-12T09:11:59.398" v="12" actId="47"/>
        <pc:sldMkLst>
          <pc:docMk/>
          <pc:sldMk cId="415422693" sldId="266"/>
        </pc:sldMkLst>
      </pc:sldChg>
      <pc:sldChg chg="delSp modSp mod">
        <pc:chgData name="Dragan Javorac" userId="913c2858-fb97-4c6e-a42c-b1f1a16b225e" providerId="ADAL" clId="{FE70B12A-CFD3-4EB0-9FF8-D84C059CC66B}" dt="2022-05-12T09:22:10.751" v="678" actId="20577"/>
        <pc:sldMkLst>
          <pc:docMk/>
          <pc:sldMk cId="2010496712" sldId="267"/>
        </pc:sldMkLst>
        <pc:spChg chg="mod">
          <ac:chgData name="Dragan Javorac" userId="913c2858-fb97-4c6e-a42c-b1f1a16b225e" providerId="ADAL" clId="{FE70B12A-CFD3-4EB0-9FF8-D84C059CC66B}" dt="2022-05-12T09:21:03.626" v="454" actId="20577"/>
          <ac:spMkLst>
            <pc:docMk/>
            <pc:sldMk cId="2010496712" sldId="267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2:10.751" v="678" actId="20577"/>
          <ac:spMkLst>
            <pc:docMk/>
            <pc:sldMk cId="2010496712" sldId="267"/>
            <ac:spMk id="3" creationId="{9C1B0ED0-FD23-4DF4-8487-56E64A4517DA}"/>
          </ac:spMkLst>
        </pc:spChg>
        <pc:picChg chg="del">
          <ac:chgData name="Dragan Javorac" userId="913c2858-fb97-4c6e-a42c-b1f1a16b225e" providerId="ADAL" clId="{FE70B12A-CFD3-4EB0-9FF8-D84C059CC66B}" dt="2022-05-12T09:20:56.265" v="429" actId="478"/>
          <ac:picMkLst>
            <pc:docMk/>
            <pc:sldMk cId="2010496712" sldId="267"/>
            <ac:picMk id="5" creationId="{7562378C-C524-4604-B703-694B9896A744}"/>
          </ac:picMkLst>
        </pc:picChg>
        <pc:picChg chg="del">
          <ac:chgData name="Dragan Javorac" userId="913c2858-fb97-4c6e-a42c-b1f1a16b225e" providerId="ADAL" clId="{FE70B12A-CFD3-4EB0-9FF8-D84C059CC66B}" dt="2022-05-12T09:20:56.621" v="430" actId="478"/>
          <ac:picMkLst>
            <pc:docMk/>
            <pc:sldMk cId="2010496712" sldId="267"/>
            <ac:picMk id="7" creationId="{3D07312A-3C34-4FA0-89F1-F36AA1400183}"/>
          </ac:picMkLst>
        </pc:picChg>
      </pc:sldChg>
      <pc:sldChg chg="del">
        <pc:chgData name="Dragan Javorac" userId="913c2858-fb97-4c6e-a42c-b1f1a16b225e" providerId="ADAL" clId="{FE70B12A-CFD3-4EB0-9FF8-D84C059CC66B}" dt="2022-05-12T09:27:06.079" v="1054" actId="47"/>
        <pc:sldMkLst>
          <pc:docMk/>
          <pc:sldMk cId="146716619" sldId="269"/>
        </pc:sldMkLst>
      </pc:sldChg>
      <pc:sldChg chg="addSp delSp modSp add mod">
        <pc:chgData name="Dragan Javorac" userId="913c2858-fb97-4c6e-a42c-b1f1a16b225e" providerId="ADAL" clId="{FE70B12A-CFD3-4EB0-9FF8-D84C059CC66B}" dt="2022-05-12T10:36:56.052" v="1350" actId="20577"/>
        <pc:sldMkLst>
          <pc:docMk/>
          <pc:sldMk cId="384059242" sldId="270"/>
        </pc:sldMkLst>
        <pc:spChg chg="add del mod">
          <ac:chgData name="Dragan Javorac" userId="913c2858-fb97-4c6e-a42c-b1f1a16b225e" providerId="ADAL" clId="{FE70B12A-CFD3-4EB0-9FF8-D84C059CC66B}" dt="2022-05-12T09:16:14.217" v="348" actId="478"/>
          <ac:spMkLst>
            <pc:docMk/>
            <pc:sldMk cId="384059242" sldId="270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10:36:56.052" v="1350" actId="20577"/>
          <ac:spMkLst>
            <pc:docMk/>
            <pc:sldMk cId="384059242" sldId="270"/>
            <ac:spMk id="3" creationId="{9C1B0ED0-FD23-4DF4-8487-56E64A4517DA}"/>
          </ac:spMkLst>
        </pc:spChg>
        <pc:spChg chg="add del mod">
          <ac:chgData name="Dragan Javorac" userId="913c2858-fb97-4c6e-a42c-b1f1a16b225e" providerId="ADAL" clId="{FE70B12A-CFD3-4EB0-9FF8-D84C059CC66B}" dt="2022-05-12T09:16:05.702" v="342" actId="478"/>
          <ac:spMkLst>
            <pc:docMk/>
            <pc:sldMk cId="384059242" sldId="270"/>
            <ac:spMk id="7" creationId="{CF99E889-D865-16F5-0BFB-A7B114BB2BFC}"/>
          </ac:spMkLst>
        </pc:spChg>
        <pc:spChg chg="add del mod">
          <ac:chgData name="Dragan Javorac" userId="913c2858-fb97-4c6e-a42c-b1f1a16b225e" providerId="ADAL" clId="{FE70B12A-CFD3-4EB0-9FF8-D84C059CC66B}" dt="2022-05-12T09:16:15.235" v="349" actId="478"/>
          <ac:spMkLst>
            <pc:docMk/>
            <pc:sldMk cId="384059242" sldId="270"/>
            <ac:spMk id="9" creationId="{64650626-8A61-9639-9036-35276C947655}"/>
          </ac:spMkLst>
        </pc:spChg>
        <pc:picChg chg="add mod">
          <ac:chgData name="Dragan Javorac" userId="913c2858-fb97-4c6e-a42c-b1f1a16b225e" providerId="ADAL" clId="{FE70B12A-CFD3-4EB0-9FF8-D84C059CC66B}" dt="2022-05-12T09:15:50.043" v="338" actId="1076"/>
          <ac:picMkLst>
            <pc:docMk/>
            <pc:sldMk cId="384059242" sldId="270"/>
            <ac:picMk id="5" creationId="{E42EB782-AD05-4A92-8CBB-B918CC17AFB0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6:17.106" v="984" actId="20577"/>
        <pc:sldMkLst>
          <pc:docMk/>
          <pc:sldMk cId="4082708953" sldId="271"/>
        </pc:sldMkLst>
        <pc:spChg chg="mod">
          <ac:chgData name="Dragan Javorac" userId="913c2858-fb97-4c6e-a42c-b1f1a16b225e" providerId="ADAL" clId="{FE70B12A-CFD3-4EB0-9FF8-D84C059CC66B}" dt="2022-05-12T09:22:16.687" v="688" actId="20577"/>
          <ac:spMkLst>
            <pc:docMk/>
            <pc:sldMk cId="4082708953" sldId="271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6:17.106" v="984" actId="20577"/>
          <ac:spMkLst>
            <pc:docMk/>
            <pc:sldMk cId="4082708953" sldId="271"/>
            <ac:spMk id="3" creationId="{9C1B0ED0-FD23-4DF4-8487-56E64A4517DA}"/>
          </ac:spMkLst>
        </pc:spChg>
        <pc:graphicFrameChg chg="add del mod">
          <ac:chgData name="Dragan Javorac" userId="913c2858-fb97-4c6e-a42c-b1f1a16b225e" providerId="ADAL" clId="{FE70B12A-CFD3-4EB0-9FF8-D84C059CC66B}" dt="2022-05-12T09:22:32.974" v="717"/>
          <ac:graphicFrameMkLst>
            <pc:docMk/>
            <pc:sldMk cId="4082708953" sldId="271"/>
            <ac:graphicFrameMk id="4" creationId="{1FEB9BE6-CF9B-2E7B-4B8D-0F0B055D3159}"/>
          </ac:graphicFrameMkLst>
        </pc:graphicFrameChg>
        <pc:picChg chg="add del mod">
          <ac:chgData name="Dragan Javorac" userId="913c2858-fb97-4c6e-a42c-b1f1a16b225e" providerId="ADAL" clId="{FE70B12A-CFD3-4EB0-9FF8-D84C059CC66B}" dt="2022-05-12T09:26:01.405" v="926" actId="478"/>
          <ac:picMkLst>
            <pc:docMk/>
            <pc:sldMk cId="4082708953" sldId="271"/>
            <ac:picMk id="6" creationId="{F144889C-0D12-845A-D5ED-B4983F394DFE}"/>
          </ac:picMkLst>
        </pc:picChg>
        <pc:picChg chg="add del mod">
          <ac:chgData name="Dragan Javorac" userId="913c2858-fb97-4c6e-a42c-b1f1a16b225e" providerId="ADAL" clId="{FE70B12A-CFD3-4EB0-9FF8-D84C059CC66B}" dt="2022-05-12T09:26:01.860" v="927" actId="478"/>
          <ac:picMkLst>
            <pc:docMk/>
            <pc:sldMk cId="4082708953" sldId="271"/>
            <ac:picMk id="8" creationId="{E3533AC7-868B-FB3A-BAFF-58074D651005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4:32.610" v="873" actId="1076"/>
        <pc:sldMkLst>
          <pc:docMk/>
          <pc:sldMk cId="1681488424" sldId="272"/>
        </pc:sldMkLst>
        <pc:spChg chg="mod">
          <ac:chgData name="Dragan Javorac" userId="913c2858-fb97-4c6e-a42c-b1f1a16b225e" providerId="ADAL" clId="{FE70B12A-CFD3-4EB0-9FF8-D84C059CC66B}" dt="2022-05-12T09:24:27.512" v="871" actId="20577"/>
          <ac:spMkLst>
            <pc:docMk/>
            <pc:sldMk cId="1681488424" sldId="272"/>
            <ac:spMk id="3" creationId="{9C1B0ED0-FD23-4DF4-8487-56E64A4517DA}"/>
          </ac:spMkLst>
        </pc:spChg>
        <pc:picChg chg="del">
          <ac:chgData name="Dragan Javorac" userId="913c2858-fb97-4c6e-a42c-b1f1a16b225e" providerId="ADAL" clId="{FE70B12A-CFD3-4EB0-9FF8-D84C059CC66B}" dt="2022-05-12T09:24:07.228" v="805" actId="478"/>
          <ac:picMkLst>
            <pc:docMk/>
            <pc:sldMk cId="1681488424" sldId="272"/>
            <ac:picMk id="6" creationId="{F144889C-0D12-845A-D5ED-B4983F394DFE}"/>
          </ac:picMkLst>
        </pc:picChg>
        <pc:picChg chg="add mod">
          <ac:chgData name="Dragan Javorac" userId="913c2858-fb97-4c6e-a42c-b1f1a16b225e" providerId="ADAL" clId="{FE70B12A-CFD3-4EB0-9FF8-D84C059CC66B}" dt="2022-05-12T09:24:32.610" v="873" actId="1076"/>
          <ac:picMkLst>
            <pc:docMk/>
            <pc:sldMk cId="1681488424" sldId="272"/>
            <ac:picMk id="7" creationId="{F268E0E8-F0ED-0BCA-BA91-C48480405B13}"/>
          </ac:picMkLst>
        </pc:picChg>
        <pc:picChg chg="del">
          <ac:chgData name="Dragan Javorac" userId="913c2858-fb97-4c6e-a42c-b1f1a16b225e" providerId="ADAL" clId="{FE70B12A-CFD3-4EB0-9FF8-D84C059CC66B}" dt="2022-05-12T09:24:07.682" v="806" actId="478"/>
          <ac:picMkLst>
            <pc:docMk/>
            <pc:sldMk cId="1681488424" sldId="272"/>
            <ac:picMk id="8" creationId="{E3533AC7-868B-FB3A-BAFF-58074D651005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4:55.657" v="889" actId="6549"/>
        <pc:sldMkLst>
          <pc:docMk/>
          <pc:sldMk cId="3586748730" sldId="273"/>
        </pc:sldMkLst>
        <pc:spChg chg="mod">
          <ac:chgData name="Dragan Javorac" userId="913c2858-fb97-4c6e-a42c-b1f1a16b225e" providerId="ADAL" clId="{FE70B12A-CFD3-4EB0-9FF8-D84C059CC66B}" dt="2022-05-12T09:24:46.883" v="884" actId="20577"/>
          <ac:spMkLst>
            <pc:docMk/>
            <pc:sldMk cId="3586748730" sldId="273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4:55.657" v="889" actId="6549"/>
          <ac:spMkLst>
            <pc:docMk/>
            <pc:sldMk cId="3586748730" sldId="273"/>
            <ac:spMk id="3" creationId="{9C1B0ED0-FD23-4DF4-8487-56E64A4517DA}"/>
          </ac:spMkLst>
        </pc:spChg>
        <pc:picChg chg="add mod">
          <ac:chgData name="Dragan Javorac" userId="913c2858-fb97-4c6e-a42c-b1f1a16b225e" providerId="ADAL" clId="{FE70B12A-CFD3-4EB0-9FF8-D84C059CC66B}" dt="2022-05-12T09:24:53.689" v="888" actId="1076"/>
          <ac:picMkLst>
            <pc:docMk/>
            <pc:sldMk cId="3586748730" sldId="273"/>
            <ac:picMk id="5" creationId="{56904608-D280-7E7A-D82D-30B95D340837}"/>
          </ac:picMkLst>
        </pc:picChg>
        <pc:picChg chg="del">
          <ac:chgData name="Dragan Javorac" userId="913c2858-fb97-4c6e-a42c-b1f1a16b225e" providerId="ADAL" clId="{FE70B12A-CFD3-4EB0-9FF8-D84C059CC66B}" dt="2022-05-12T09:24:50.326" v="887" actId="478"/>
          <ac:picMkLst>
            <pc:docMk/>
            <pc:sldMk cId="3586748730" sldId="273"/>
            <ac:picMk id="7" creationId="{F268E0E8-F0ED-0BCA-BA91-C48480405B13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7:02.954" v="1053" actId="20577"/>
        <pc:sldMkLst>
          <pc:docMk/>
          <pc:sldMk cId="3802576021" sldId="274"/>
        </pc:sldMkLst>
        <pc:spChg chg="mod">
          <ac:chgData name="Dragan Javorac" userId="913c2858-fb97-4c6e-a42c-b1f1a16b225e" providerId="ADAL" clId="{FE70B12A-CFD3-4EB0-9FF8-D84C059CC66B}" dt="2022-05-12T09:25:12.248" v="921" actId="20577"/>
          <ac:spMkLst>
            <pc:docMk/>
            <pc:sldMk cId="3802576021" sldId="274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7:02.954" v="1053" actId="20577"/>
          <ac:spMkLst>
            <pc:docMk/>
            <pc:sldMk cId="3802576021" sldId="274"/>
            <ac:spMk id="3" creationId="{9C1B0ED0-FD23-4DF4-8487-56E64A4517DA}"/>
          </ac:spMkLst>
        </pc:spChg>
        <pc:picChg chg="del">
          <ac:chgData name="Dragan Javorac" userId="913c2858-fb97-4c6e-a42c-b1f1a16b225e" providerId="ADAL" clId="{FE70B12A-CFD3-4EB0-9FF8-D84C059CC66B}" dt="2022-05-12T09:25:02.817" v="891" actId="478"/>
          <ac:picMkLst>
            <pc:docMk/>
            <pc:sldMk cId="3802576021" sldId="274"/>
            <ac:picMk id="5" creationId="{56904608-D280-7E7A-D82D-30B95D340837}"/>
          </ac:picMkLst>
        </pc:picChg>
        <pc:picChg chg="add mod">
          <ac:chgData name="Dragan Javorac" userId="913c2858-fb97-4c6e-a42c-b1f1a16b225e" providerId="ADAL" clId="{FE70B12A-CFD3-4EB0-9FF8-D84C059CC66B}" dt="2022-05-12T09:25:48.122" v="924" actId="1076"/>
          <ac:picMkLst>
            <pc:docMk/>
            <pc:sldMk cId="3802576021" sldId="274"/>
            <ac:picMk id="6" creationId="{4794BE2E-0CA5-6EA8-9194-55786AE2F7BD}"/>
          </ac:picMkLst>
        </pc:picChg>
      </pc:sldChg>
      <pc:sldChg chg="modSp add mod">
        <pc:chgData name="Dragan Javorac" userId="913c2858-fb97-4c6e-a42c-b1f1a16b225e" providerId="ADAL" clId="{FE70B12A-CFD3-4EB0-9FF8-D84C059CC66B}" dt="2022-05-12T09:26:36.841" v="991" actId="1076"/>
        <pc:sldMkLst>
          <pc:docMk/>
          <pc:sldMk cId="1125492090" sldId="275"/>
        </pc:sldMkLst>
        <pc:spChg chg="mod">
          <ac:chgData name="Dragan Javorac" userId="913c2858-fb97-4c6e-a42c-b1f1a16b225e" providerId="ADAL" clId="{FE70B12A-CFD3-4EB0-9FF8-D84C059CC66B}" dt="2022-05-12T09:26:34.148" v="989" actId="6549"/>
          <ac:spMkLst>
            <pc:docMk/>
            <pc:sldMk cId="1125492090" sldId="275"/>
            <ac:spMk id="3" creationId="{9C1B0ED0-FD23-4DF4-8487-56E64A4517DA}"/>
          </ac:spMkLst>
        </pc:spChg>
        <pc:picChg chg="mod">
          <ac:chgData name="Dragan Javorac" userId="913c2858-fb97-4c6e-a42c-b1f1a16b225e" providerId="ADAL" clId="{FE70B12A-CFD3-4EB0-9FF8-D84C059CC66B}" dt="2022-05-12T09:26:35.653" v="990" actId="1076"/>
          <ac:picMkLst>
            <pc:docMk/>
            <pc:sldMk cId="1125492090" sldId="275"/>
            <ac:picMk id="6" creationId="{F144889C-0D12-845A-D5ED-B4983F394DFE}"/>
          </ac:picMkLst>
        </pc:picChg>
        <pc:picChg chg="mod">
          <ac:chgData name="Dragan Javorac" userId="913c2858-fb97-4c6e-a42c-b1f1a16b225e" providerId="ADAL" clId="{FE70B12A-CFD3-4EB0-9FF8-D84C059CC66B}" dt="2022-05-12T09:26:36.841" v="991" actId="1076"/>
          <ac:picMkLst>
            <pc:docMk/>
            <pc:sldMk cId="1125492090" sldId="275"/>
            <ac:picMk id="8" creationId="{E3533AC7-868B-FB3A-BAFF-58074D651005}"/>
          </ac:picMkLst>
        </pc:picChg>
      </pc:sldChg>
      <pc:sldChg chg="add del">
        <pc:chgData name="Dragan Javorac" userId="913c2858-fb97-4c6e-a42c-b1f1a16b225e" providerId="ADAL" clId="{FE70B12A-CFD3-4EB0-9FF8-D84C059CC66B}" dt="2022-05-12T09:28:23.810" v="1065" actId="2696"/>
        <pc:sldMkLst>
          <pc:docMk/>
          <pc:sldMk cId="394241707" sldId="276"/>
        </pc:sldMkLst>
      </pc:sldChg>
      <pc:sldChg chg="add del">
        <pc:chgData name="Dragan Javorac" userId="913c2858-fb97-4c6e-a42c-b1f1a16b225e" providerId="ADAL" clId="{FE70B12A-CFD3-4EB0-9FF8-D84C059CC66B}" dt="2022-05-12T09:31:28.609" v="1130" actId="2696"/>
        <pc:sldMkLst>
          <pc:docMk/>
          <pc:sldMk cId="3865953187" sldId="276"/>
        </pc:sldMkLst>
      </pc:sldChg>
    </pc:docChg>
  </pc:docChgLst>
  <pc:docChgLst>
    <pc:chgData name="Dragan Javorac" userId="913c2858-fb97-4c6e-a42c-b1f1a16b225e" providerId="ADAL" clId="{EE76BDBA-469B-4D17-A0BC-1281D6E1C471}"/>
    <pc:docChg chg="custSel addSld delSld modSld">
      <pc:chgData name="Dragan Javorac" userId="913c2858-fb97-4c6e-a42c-b1f1a16b225e" providerId="ADAL" clId="{EE76BDBA-469B-4D17-A0BC-1281D6E1C471}" dt="2023-05-21T18:16:27.599" v="218" actId="1076"/>
      <pc:docMkLst>
        <pc:docMk/>
      </pc:docMkLst>
      <pc:sldChg chg="del">
        <pc:chgData name="Dragan Javorac" userId="913c2858-fb97-4c6e-a42c-b1f1a16b225e" providerId="ADAL" clId="{EE76BDBA-469B-4D17-A0BC-1281D6E1C471}" dt="2023-05-21T18:04:41.936" v="2" actId="47"/>
        <pc:sldMkLst>
          <pc:docMk/>
          <pc:sldMk cId="267494202" sldId="260"/>
        </pc:sldMkLst>
      </pc:sldChg>
      <pc:sldChg chg="del">
        <pc:chgData name="Dragan Javorac" userId="913c2858-fb97-4c6e-a42c-b1f1a16b225e" providerId="ADAL" clId="{EE76BDBA-469B-4D17-A0BC-1281D6E1C471}" dt="2023-05-21T18:03:53.446" v="0" actId="47"/>
        <pc:sldMkLst>
          <pc:docMk/>
          <pc:sldMk cId="678353431" sldId="265"/>
        </pc:sldMkLst>
      </pc:sldChg>
      <pc:sldChg chg="del">
        <pc:chgData name="Dragan Javorac" userId="913c2858-fb97-4c6e-a42c-b1f1a16b225e" providerId="ADAL" clId="{EE76BDBA-469B-4D17-A0BC-1281D6E1C471}" dt="2023-05-21T18:03:53.446" v="0" actId="47"/>
        <pc:sldMkLst>
          <pc:docMk/>
          <pc:sldMk cId="384059242" sldId="270"/>
        </pc:sldMkLst>
      </pc:sldChg>
      <pc:sldChg chg="del">
        <pc:chgData name="Dragan Javorac" userId="913c2858-fb97-4c6e-a42c-b1f1a16b225e" providerId="ADAL" clId="{EE76BDBA-469B-4D17-A0BC-1281D6E1C471}" dt="2023-05-21T18:03:53.446" v="0" actId="47"/>
        <pc:sldMkLst>
          <pc:docMk/>
          <pc:sldMk cId="2739902276" sldId="276"/>
        </pc:sldMkLst>
      </pc:sldChg>
      <pc:sldChg chg="addSp modSp mod">
        <pc:chgData name="Dragan Javorac" userId="913c2858-fb97-4c6e-a42c-b1f1a16b225e" providerId="ADAL" clId="{EE76BDBA-469B-4D17-A0BC-1281D6E1C471}" dt="2023-05-21T18:10:57.927" v="18" actId="1076"/>
        <pc:sldMkLst>
          <pc:docMk/>
          <pc:sldMk cId="2546539525" sldId="278"/>
        </pc:sldMkLst>
        <pc:spChg chg="mod">
          <ac:chgData name="Dragan Javorac" userId="913c2858-fb97-4c6e-a42c-b1f1a16b225e" providerId="ADAL" clId="{EE76BDBA-469B-4D17-A0BC-1281D6E1C471}" dt="2023-05-21T18:10:27.833" v="14" actId="20577"/>
          <ac:spMkLst>
            <pc:docMk/>
            <pc:sldMk cId="2546539525" sldId="278"/>
            <ac:spMk id="2" creationId="{F3046ACF-677C-4C47-B097-C82DB9EF99F7}"/>
          </ac:spMkLst>
        </pc:spChg>
        <pc:spChg chg="mod">
          <ac:chgData name="Dragan Javorac" userId="913c2858-fb97-4c6e-a42c-b1f1a16b225e" providerId="ADAL" clId="{EE76BDBA-469B-4D17-A0BC-1281D6E1C471}" dt="2023-05-21T18:10:55.494" v="17" actId="27636"/>
          <ac:spMkLst>
            <pc:docMk/>
            <pc:sldMk cId="2546539525" sldId="278"/>
            <ac:spMk id="3" creationId="{9C1B0ED0-FD23-4DF4-8487-56E64A4517DA}"/>
          </ac:spMkLst>
        </pc:spChg>
        <pc:picChg chg="add mod">
          <ac:chgData name="Dragan Javorac" userId="913c2858-fb97-4c6e-a42c-b1f1a16b225e" providerId="ADAL" clId="{EE76BDBA-469B-4D17-A0BC-1281D6E1C471}" dt="2023-05-21T18:10:57.927" v="18" actId="1076"/>
          <ac:picMkLst>
            <pc:docMk/>
            <pc:sldMk cId="2546539525" sldId="278"/>
            <ac:picMk id="5" creationId="{DF614E97-13C7-D2E6-20DD-0F13115B6167}"/>
          </ac:picMkLst>
        </pc:picChg>
      </pc:sldChg>
      <pc:sldChg chg="del">
        <pc:chgData name="Dragan Javorac" userId="913c2858-fb97-4c6e-a42c-b1f1a16b225e" providerId="ADAL" clId="{EE76BDBA-469B-4D17-A0BC-1281D6E1C471}" dt="2023-05-21T18:04:41.936" v="2" actId="47"/>
        <pc:sldMkLst>
          <pc:docMk/>
          <pc:sldMk cId="3591907075" sldId="285"/>
        </pc:sldMkLst>
      </pc:sldChg>
      <pc:sldChg chg="addSp delSp modSp add mod">
        <pc:chgData name="Dragan Javorac" userId="913c2858-fb97-4c6e-a42c-b1f1a16b225e" providerId="ADAL" clId="{EE76BDBA-469B-4D17-A0BC-1281D6E1C471}" dt="2023-05-21T18:13:33.189" v="158" actId="1076"/>
        <pc:sldMkLst>
          <pc:docMk/>
          <pc:sldMk cId="52528956" sldId="287"/>
        </pc:sldMkLst>
        <pc:spChg chg="mod">
          <ac:chgData name="Dragan Javorac" userId="913c2858-fb97-4c6e-a42c-b1f1a16b225e" providerId="ADAL" clId="{EE76BDBA-469B-4D17-A0BC-1281D6E1C471}" dt="2023-05-21T18:11:08.407" v="39" actId="20577"/>
          <ac:spMkLst>
            <pc:docMk/>
            <pc:sldMk cId="52528956" sldId="287"/>
            <ac:spMk id="2" creationId="{F3046ACF-677C-4C47-B097-C82DB9EF99F7}"/>
          </ac:spMkLst>
        </pc:spChg>
        <pc:spChg chg="mod">
          <ac:chgData name="Dragan Javorac" userId="913c2858-fb97-4c6e-a42c-b1f1a16b225e" providerId="ADAL" clId="{EE76BDBA-469B-4D17-A0BC-1281D6E1C471}" dt="2023-05-21T18:13:31.262" v="157" actId="20577"/>
          <ac:spMkLst>
            <pc:docMk/>
            <pc:sldMk cId="52528956" sldId="287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EE76BDBA-469B-4D17-A0BC-1281D6E1C471}" dt="2023-05-21T18:13:33.189" v="158" actId="1076"/>
          <ac:picMkLst>
            <pc:docMk/>
            <pc:sldMk cId="52528956" sldId="287"/>
            <ac:picMk id="4" creationId="{8C5F9E56-FA5D-A768-92E2-3CBB96DD31A2}"/>
          </ac:picMkLst>
        </pc:picChg>
        <pc:picChg chg="del">
          <ac:chgData name="Dragan Javorac" userId="913c2858-fb97-4c6e-a42c-b1f1a16b225e" providerId="ADAL" clId="{EE76BDBA-469B-4D17-A0BC-1281D6E1C471}" dt="2023-05-21T18:11:15.701" v="64" actId="478"/>
          <ac:picMkLst>
            <pc:docMk/>
            <pc:sldMk cId="52528956" sldId="287"/>
            <ac:picMk id="6" creationId="{613BEB38-63F9-DFB3-9A8E-D671594FD49F}"/>
          </ac:picMkLst>
        </pc:picChg>
        <pc:picChg chg="add mod">
          <ac:chgData name="Dragan Javorac" userId="913c2858-fb97-4c6e-a42c-b1f1a16b225e" providerId="ADAL" clId="{EE76BDBA-469B-4D17-A0BC-1281D6E1C471}" dt="2023-05-21T18:13:11.200" v="84" actId="14100"/>
          <ac:picMkLst>
            <pc:docMk/>
            <pc:sldMk cId="52528956" sldId="287"/>
            <ac:picMk id="7" creationId="{C9CE8BC1-8F6F-9370-E95F-CD6237DB45B0}"/>
          </ac:picMkLst>
        </pc:picChg>
        <pc:picChg chg="add mod">
          <ac:chgData name="Dragan Javorac" userId="913c2858-fb97-4c6e-a42c-b1f1a16b225e" providerId="ADAL" clId="{EE76BDBA-469B-4D17-A0BC-1281D6E1C471}" dt="2023-05-21T18:13:12.528" v="86" actId="1076"/>
          <ac:picMkLst>
            <pc:docMk/>
            <pc:sldMk cId="52528956" sldId="287"/>
            <ac:picMk id="9" creationId="{BEBB0258-2729-935C-0729-72E2A7D6733D}"/>
          </ac:picMkLst>
        </pc:picChg>
      </pc:sldChg>
      <pc:sldChg chg="del">
        <pc:chgData name="Dragan Javorac" userId="913c2858-fb97-4c6e-a42c-b1f1a16b225e" providerId="ADAL" clId="{EE76BDBA-469B-4D17-A0BC-1281D6E1C471}" dt="2023-05-21T18:04:36.031" v="1" actId="47"/>
        <pc:sldMkLst>
          <pc:docMk/>
          <pc:sldMk cId="3375452406" sldId="287"/>
        </pc:sldMkLst>
      </pc:sldChg>
      <pc:sldChg chg="del">
        <pc:chgData name="Dragan Javorac" userId="913c2858-fb97-4c6e-a42c-b1f1a16b225e" providerId="ADAL" clId="{EE76BDBA-469B-4D17-A0BC-1281D6E1C471}" dt="2023-05-21T18:04:41.936" v="2" actId="47"/>
        <pc:sldMkLst>
          <pc:docMk/>
          <pc:sldMk cId="1243157361" sldId="288"/>
        </pc:sldMkLst>
      </pc:sldChg>
      <pc:sldChg chg="addSp delSp modSp add mod">
        <pc:chgData name="Dragan Javorac" userId="913c2858-fb97-4c6e-a42c-b1f1a16b225e" providerId="ADAL" clId="{EE76BDBA-469B-4D17-A0BC-1281D6E1C471}" dt="2023-05-21T18:16:27.599" v="218" actId="1076"/>
        <pc:sldMkLst>
          <pc:docMk/>
          <pc:sldMk cId="2169055776" sldId="288"/>
        </pc:sldMkLst>
        <pc:spChg chg="mod">
          <ac:chgData name="Dragan Javorac" userId="913c2858-fb97-4c6e-a42c-b1f1a16b225e" providerId="ADAL" clId="{EE76BDBA-469B-4D17-A0BC-1281D6E1C471}" dt="2023-05-21T18:14:24.380" v="171" actId="20577"/>
          <ac:spMkLst>
            <pc:docMk/>
            <pc:sldMk cId="2169055776" sldId="288"/>
            <ac:spMk id="2" creationId="{F3046ACF-677C-4C47-B097-C82DB9EF99F7}"/>
          </ac:spMkLst>
        </pc:spChg>
        <pc:spChg chg="mod">
          <ac:chgData name="Dragan Javorac" userId="913c2858-fb97-4c6e-a42c-b1f1a16b225e" providerId="ADAL" clId="{EE76BDBA-469B-4D17-A0BC-1281D6E1C471}" dt="2023-05-21T18:14:38.787" v="214" actId="20577"/>
          <ac:spMkLst>
            <pc:docMk/>
            <pc:sldMk cId="2169055776" sldId="288"/>
            <ac:spMk id="10" creationId="{FB5033DF-5706-B77A-AC84-571C0415A371}"/>
          </ac:spMkLst>
        </pc:spChg>
        <pc:picChg chg="del">
          <ac:chgData name="Dragan Javorac" userId="913c2858-fb97-4c6e-a42c-b1f1a16b225e" providerId="ADAL" clId="{EE76BDBA-469B-4D17-A0BC-1281D6E1C471}" dt="2023-05-21T18:14:20.474" v="161" actId="478"/>
          <ac:picMkLst>
            <pc:docMk/>
            <pc:sldMk cId="2169055776" sldId="288"/>
            <ac:picMk id="4" creationId="{8C5F9E56-FA5D-A768-92E2-3CBB96DD31A2}"/>
          </ac:picMkLst>
        </pc:picChg>
        <pc:picChg chg="add mod">
          <ac:chgData name="Dragan Javorac" userId="913c2858-fb97-4c6e-a42c-b1f1a16b225e" providerId="ADAL" clId="{EE76BDBA-469B-4D17-A0BC-1281D6E1C471}" dt="2023-05-21T18:16:27.599" v="218" actId="1076"/>
          <ac:picMkLst>
            <pc:docMk/>
            <pc:sldMk cId="2169055776" sldId="288"/>
            <ac:picMk id="5" creationId="{47C67C04-4848-26A5-D5CB-580C3E942043}"/>
          </ac:picMkLst>
        </pc:picChg>
        <pc:picChg chg="del">
          <ac:chgData name="Dragan Javorac" userId="913c2858-fb97-4c6e-a42c-b1f1a16b225e" providerId="ADAL" clId="{EE76BDBA-469B-4D17-A0BC-1281D6E1C471}" dt="2023-05-21T18:14:20.200" v="160" actId="478"/>
          <ac:picMkLst>
            <pc:docMk/>
            <pc:sldMk cId="2169055776" sldId="288"/>
            <ac:picMk id="7" creationId="{C9CE8BC1-8F6F-9370-E95F-CD6237DB45B0}"/>
          </ac:picMkLst>
        </pc:picChg>
        <pc:picChg chg="del">
          <ac:chgData name="Dragan Javorac" userId="913c2858-fb97-4c6e-a42c-b1f1a16b225e" providerId="ADAL" clId="{EE76BDBA-469B-4D17-A0BC-1281D6E1C471}" dt="2023-05-21T18:14:22.155" v="162" actId="478"/>
          <ac:picMkLst>
            <pc:docMk/>
            <pc:sldMk cId="2169055776" sldId="288"/>
            <ac:picMk id="9" creationId="{BEBB0258-2729-935C-0729-72E2A7D6733D}"/>
          </ac:picMkLst>
        </pc:picChg>
      </pc:sldChg>
      <pc:sldChg chg="del">
        <pc:chgData name="Dragan Javorac" userId="913c2858-fb97-4c6e-a42c-b1f1a16b225e" providerId="ADAL" clId="{EE76BDBA-469B-4D17-A0BC-1281D6E1C471}" dt="2023-05-21T18:04:36.031" v="1" actId="47"/>
        <pc:sldMkLst>
          <pc:docMk/>
          <pc:sldMk cId="3102180251" sldId="289"/>
        </pc:sldMkLst>
      </pc:sldChg>
    </pc:docChg>
  </pc:docChgLst>
  <pc:docChgLst>
    <pc:chgData name="Dragan Javorac" userId="913c2858-fb97-4c6e-a42c-b1f1a16b225e" providerId="ADAL" clId="{60FD26E7-5DE1-4B4A-A830-D724793D68AC}"/>
    <pc:docChg chg="undo custSel addSld delSld modSld sldOrd">
      <pc:chgData name="Dragan Javorac" userId="913c2858-fb97-4c6e-a42c-b1f1a16b225e" providerId="ADAL" clId="{60FD26E7-5DE1-4B4A-A830-D724793D68AC}" dt="2022-05-24T09:58:09.703" v="3475" actId="20577"/>
      <pc:docMkLst>
        <pc:docMk/>
      </pc:docMkLst>
      <pc:sldChg chg="modSp mod">
        <pc:chgData name="Dragan Javorac" userId="913c2858-fb97-4c6e-a42c-b1f1a16b225e" providerId="ADAL" clId="{60FD26E7-5DE1-4B4A-A830-D724793D68AC}" dt="2022-05-23T06:10:33.427" v="3456" actId="27636"/>
        <pc:sldMkLst>
          <pc:docMk/>
          <pc:sldMk cId="267494202" sldId="260"/>
        </pc:sldMkLst>
        <pc:spChg chg="mod">
          <ac:chgData name="Dragan Javorac" userId="913c2858-fb97-4c6e-a42c-b1f1a16b225e" providerId="ADAL" clId="{60FD26E7-5DE1-4B4A-A830-D724793D68AC}" dt="2022-05-15T06:51:15.991" v="832" actId="6549"/>
          <ac:spMkLst>
            <pc:docMk/>
            <pc:sldMk cId="267494202" sldId="260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3T06:10:33.427" v="3456" actId="27636"/>
          <ac:spMkLst>
            <pc:docMk/>
            <pc:sldMk cId="267494202" sldId="260"/>
            <ac:spMk id="3" creationId="{9C1B0ED0-FD23-4DF4-8487-56E64A4517DA}"/>
          </ac:spMkLst>
        </pc:spChg>
      </pc:sldChg>
      <pc:sldChg chg="addSp delSp modSp mod">
        <pc:chgData name="Dragan Javorac" userId="913c2858-fb97-4c6e-a42c-b1f1a16b225e" providerId="ADAL" clId="{60FD26E7-5DE1-4B4A-A830-D724793D68AC}" dt="2022-05-12T11:48:26.912" v="391" actId="478"/>
        <pc:sldMkLst>
          <pc:docMk/>
          <pc:sldMk cId="678353431" sldId="265"/>
        </pc:sldMkLst>
        <pc:spChg chg="mod">
          <ac:chgData name="Dragan Javorac" userId="913c2858-fb97-4c6e-a42c-b1f1a16b225e" providerId="ADAL" clId="{60FD26E7-5DE1-4B4A-A830-D724793D68AC}" dt="2022-05-12T11:44:39.802" v="0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2T11:45:07.439" v="119" actId="20577"/>
          <ac:spMkLst>
            <pc:docMk/>
            <pc:sldMk cId="678353431" sldId="265"/>
            <ac:spMk id="3" creationId="{9C1B0ED0-FD23-4DF4-8487-56E64A4517DA}"/>
          </ac:spMkLst>
        </pc:spChg>
        <pc:picChg chg="del">
          <ac:chgData name="Dragan Javorac" userId="913c2858-fb97-4c6e-a42c-b1f1a16b225e" providerId="ADAL" clId="{60FD26E7-5DE1-4B4A-A830-D724793D68AC}" dt="2022-05-12T11:45:18.022" v="132" actId="478"/>
          <ac:picMkLst>
            <pc:docMk/>
            <pc:sldMk cId="678353431" sldId="265"/>
            <ac:picMk id="5" creationId="{9217EF02-164C-6A9C-1FA4-A03B40835D25}"/>
          </ac:picMkLst>
        </pc:picChg>
        <pc:picChg chg="add del mod">
          <ac:chgData name="Dragan Javorac" userId="913c2858-fb97-4c6e-a42c-b1f1a16b225e" providerId="ADAL" clId="{60FD26E7-5DE1-4B4A-A830-D724793D68AC}" dt="2022-05-12T11:48:26.912" v="391" actId="478"/>
          <ac:picMkLst>
            <pc:docMk/>
            <pc:sldMk cId="678353431" sldId="265"/>
            <ac:picMk id="6" creationId="{45E1EE70-173C-5B1A-4729-C6743FA89DFB}"/>
          </ac:picMkLst>
        </pc:picChg>
        <pc:picChg chg="add mod">
          <ac:chgData name="Dragan Javorac" userId="913c2858-fb97-4c6e-a42c-b1f1a16b225e" providerId="ADAL" clId="{60FD26E7-5DE1-4B4A-A830-D724793D68AC}" dt="2022-05-12T11:48:24.270" v="389" actId="1076"/>
          <ac:picMkLst>
            <pc:docMk/>
            <pc:sldMk cId="678353431" sldId="265"/>
            <ac:picMk id="7" creationId="{E7BC6891-AFE5-919B-0CB7-18AA2C0EB3CC}"/>
          </ac:picMkLst>
        </pc:picChg>
      </pc:sldChg>
      <pc:sldChg chg="del">
        <pc:chgData name="Dragan Javorac" userId="913c2858-fb97-4c6e-a42c-b1f1a16b225e" providerId="ADAL" clId="{60FD26E7-5DE1-4B4A-A830-D724793D68AC}" dt="2022-05-12T11:50:17.365" v="418" actId="47"/>
        <pc:sldMkLst>
          <pc:docMk/>
          <pc:sldMk cId="2010496712" sldId="267"/>
        </pc:sldMkLst>
      </pc:sldChg>
      <pc:sldChg chg="addSp delSp modSp mod">
        <pc:chgData name="Dragan Javorac" userId="913c2858-fb97-4c6e-a42c-b1f1a16b225e" providerId="ADAL" clId="{60FD26E7-5DE1-4B4A-A830-D724793D68AC}" dt="2022-05-12T11:48:40.387" v="394" actId="1076"/>
        <pc:sldMkLst>
          <pc:docMk/>
          <pc:sldMk cId="384059242" sldId="270"/>
        </pc:sldMkLst>
        <pc:spChg chg="mod">
          <ac:chgData name="Dragan Javorac" userId="913c2858-fb97-4c6e-a42c-b1f1a16b225e" providerId="ADAL" clId="{60FD26E7-5DE1-4B4A-A830-D724793D68AC}" dt="2022-05-12T11:46:32.020" v="385" actId="20577"/>
          <ac:spMkLst>
            <pc:docMk/>
            <pc:sldMk cId="384059242" sldId="270"/>
            <ac:spMk id="3" creationId="{9C1B0ED0-FD23-4DF4-8487-56E64A4517DA}"/>
          </ac:spMkLst>
        </pc:spChg>
        <pc:picChg chg="add del mod">
          <ac:chgData name="Dragan Javorac" userId="913c2858-fb97-4c6e-a42c-b1f1a16b225e" providerId="ADAL" clId="{60FD26E7-5DE1-4B4A-A830-D724793D68AC}" dt="2022-05-12T11:48:29.330" v="392" actId="478"/>
          <ac:picMkLst>
            <pc:docMk/>
            <pc:sldMk cId="384059242" sldId="270"/>
            <ac:picMk id="4" creationId="{428C9801-02B4-E358-996D-A8BEF06AC656}"/>
          </ac:picMkLst>
        </pc:picChg>
        <pc:picChg chg="del">
          <ac:chgData name="Dragan Javorac" userId="913c2858-fb97-4c6e-a42c-b1f1a16b225e" providerId="ADAL" clId="{60FD26E7-5DE1-4B4A-A830-D724793D68AC}" dt="2022-05-12T11:45:16.559" v="131" actId="478"/>
          <ac:picMkLst>
            <pc:docMk/>
            <pc:sldMk cId="384059242" sldId="270"/>
            <ac:picMk id="5" creationId="{E42EB782-AD05-4A92-8CBB-B918CC17AFB0}"/>
          </ac:picMkLst>
        </pc:picChg>
        <pc:picChg chg="add mod">
          <ac:chgData name="Dragan Javorac" userId="913c2858-fb97-4c6e-a42c-b1f1a16b225e" providerId="ADAL" clId="{60FD26E7-5DE1-4B4A-A830-D724793D68AC}" dt="2022-05-12T11:48:40.387" v="394" actId="1076"/>
          <ac:picMkLst>
            <pc:docMk/>
            <pc:sldMk cId="384059242" sldId="270"/>
            <ac:picMk id="6" creationId="{6C4D5AB1-4014-F469-CF47-C1FDA859F46E}"/>
          </ac:picMkLst>
        </pc:picChg>
      </pc:sldChg>
      <pc:sldChg chg="del">
        <pc:chgData name="Dragan Javorac" userId="913c2858-fb97-4c6e-a42c-b1f1a16b225e" providerId="ADAL" clId="{60FD26E7-5DE1-4B4A-A830-D724793D68AC}" dt="2022-05-12T11:50:17.365" v="418" actId="47"/>
        <pc:sldMkLst>
          <pc:docMk/>
          <pc:sldMk cId="4082708953" sldId="271"/>
        </pc:sldMkLst>
      </pc:sldChg>
      <pc:sldChg chg="del">
        <pc:chgData name="Dragan Javorac" userId="913c2858-fb97-4c6e-a42c-b1f1a16b225e" providerId="ADAL" clId="{60FD26E7-5DE1-4B4A-A830-D724793D68AC}" dt="2022-05-12T11:50:21.617" v="419" actId="47"/>
        <pc:sldMkLst>
          <pc:docMk/>
          <pc:sldMk cId="1681488424" sldId="272"/>
        </pc:sldMkLst>
      </pc:sldChg>
      <pc:sldChg chg="del">
        <pc:chgData name="Dragan Javorac" userId="913c2858-fb97-4c6e-a42c-b1f1a16b225e" providerId="ADAL" clId="{60FD26E7-5DE1-4B4A-A830-D724793D68AC}" dt="2022-05-12T11:50:25.498" v="420" actId="47"/>
        <pc:sldMkLst>
          <pc:docMk/>
          <pc:sldMk cId="3586748730" sldId="273"/>
        </pc:sldMkLst>
      </pc:sldChg>
      <pc:sldChg chg="del">
        <pc:chgData name="Dragan Javorac" userId="913c2858-fb97-4c6e-a42c-b1f1a16b225e" providerId="ADAL" clId="{60FD26E7-5DE1-4B4A-A830-D724793D68AC}" dt="2022-05-12T11:50:25.498" v="420" actId="47"/>
        <pc:sldMkLst>
          <pc:docMk/>
          <pc:sldMk cId="3802576021" sldId="274"/>
        </pc:sldMkLst>
      </pc:sldChg>
      <pc:sldChg chg="del">
        <pc:chgData name="Dragan Javorac" userId="913c2858-fb97-4c6e-a42c-b1f1a16b225e" providerId="ADAL" clId="{60FD26E7-5DE1-4B4A-A830-D724793D68AC}" dt="2022-05-12T11:50:27.365" v="421" actId="47"/>
        <pc:sldMkLst>
          <pc:docMk/>
          <pc:sldMk cId="1125492090" sldId="275"/>
        </pc:sldMkLst>
      </pc:sldChg>
      <pc:sldChg chg="addSp delSp modSp add mod">
        <pc:chgData name="Dragan Javorac" userId="913c2858-fb97-4c6e-a42c-b1f1a16b225e" providerId="ADAL" clId="{60FD26E7-5DE1-4B4A-A830-D724793D68AC}" dt="2022-05-12T11:50:07.722" v="417" actId="1076"/>
        <pc:sldMkLst>
          <pc:docMk/>
          <pc:sldMk cId="2739902276" sldId="276"/>
        </pc:sldMkLst>
        <pc:spChg chg="mod">
          <ac:chgData name="Dragan Javorac" userId="913c2858-fb97-4c6e-a42c-b1f1a16b225e" providerId="ADAL" clId="{60FD26E7-5DE1-4B4A-A830-D724793D68AC}" dt="2022-05-12T11:49:03.056" v="414" actId="20577"/>
          <ac:spMkLst>
            <pc:docMk/>
            <pc:sldMk cId="2739902276" sldId="276"/>
            <ac:spMk id="3" creationId="{9C1B0ED0-FD23-4DF4-8487-56E64A4517DA}"/>
          </ac:spMkLst>
        </pc:spChg>
        <pc:picChg chg="add mod">
          <ac:chgData name="Dragan Javorac" userId="913c2858-fb97-4c6e-a42c-b1f1a16b225e" providerId="ADAL" clId="{60FD26E7-5DE1-4B4A-A830-D724793D68AC}" dt="2022-05-12T11:50:07.722" v="417" actId="1076"/>
          <ac:picMkLst>
            <pc:docMk/>
            <pc:sldMk cId="2739902276" sldId="276"/>
            <ac:picMk id="4" creationId="{7BB687DC-B596-5542-76DE-1C65AF01879D}"/>
          </ac:picMkLst>
        </pc:picChg>
        <pc:picChg chg="del">
          <ac:chgData name="Dragan Javorac" userId="913c2858-fb97-4c6e-a42c-b1f1a16b225e" providerId="ADAL" clId="{60FD26E7-5DE1-4B4A-A830-D724793D68AC}" dt="2022-05-12T11:50:06.044" v="416" actId="478"/>
          <ac:picMkLst>
            <pc:docMk/>
            <pc:sldMk cId="2739902276" sldId="276"/>
            <ac:picMk id="6" creationId="{6C4D5AB1-4014-F469-CF47-C1FDA859F46E}"/>
          </ac:picMkLst>
        </pc:picChg>
      </pc:sldChg>
      <pc:sldChg chg="addSp delSp modSp add del mod ord">
        <pc:chgData name="Dragan Javorac" userId="913c2858-fb97-4c6e-a42c-b1f1a16b225e" providerId="ADAL" clId="{60FD26E7-5DE1-4B4A-A830-D724793D68AC}" dt="2022-05-22T18:06:20.653" v="3401" actId="47"/>
        <pc:sldMkLst>
          <pc:docMk/>
          <pc:sldMk cId="1690484953" sldId="277"/>
        </pc:sldMkLst>
        <pc:spChg chg="mod">
          <ac:chgData name="Dragan Javorac" userId="913c2858-fb97-4c6e-a42c-b1f1a16b225e" providerId="ADAL" clId="{60FD26E7-5DE1-4B4A-A830-D724793D68AC}" dt="2022-05-13T08:28:09.599" v="625"/>
          <ac:spMkLst>
            <pc:docMk/>
            <pc:sldMk cId="1690484953" sldId="277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5T13:38:46.821" v="1449" actId="27636"/>
          <ac:spMkLst>
            <pc:docMk/>
            <pc:sldMk cId="1690484953" sldId="277"/>
            <ac:spMk id="3" creationId="{9C1B0ED0-FD23-4DF4-8487-56E64A4517DA}"/>
          </ac:spMkLst>
        </pc:spChg>
        <pc:picChg chg="add mod">
          <ac:chgData name="Dragan Javorac" userId="913c2858-fb97-4c6e-a42c-b1f1a16b225e" providerId="ADAL" clId="{60FD26E7-5DE1-4B4A-A830-D724793D68AC}" dt="2022-05-15T13:31:45.757" v="1269" actId="1076"/>
          <ac:picMkLst>
            <pc:docMk/>
            <pc:sldMk cId="1690484953" sldId="277"/>
            <ac:picMk id="5" creationId="{28423A5E-8689-B84C-FAB4-35D82ECE1C0A}"/>
          </ac:picMkLst>
        </pc:picChg>
        <pc:picChg chg="add del mod">
          <ac:chgData name="Dragan Javorac" userId="913c2858-fb97-4c6e-a42c-b1f1a16b225e" providerId="ADAL" clId="{60FD26E7-5DE1-4B4A-A830-D724793D68AC}" dt="2022-05-15T13:31:03.670" v="1264" actId="478"/>
          <ac:picMkLst>
            <pc:docMk/>
            <pc:sldMk cId="1690484953" sldId="277"/>
            <ac:picMk id="6" creationId="{35F90EF2-EF10-81AA-4032-99CF81FFACF7}"/>
          </ac:picMkLst>
        </pc:picChg>
        <pc:picChg chg="del">
          <ac:chgData name="Dragan Javorac" userId="913c2858-fb97-4c6e-a42c-b1f1a16b225e" providerId="ADAL" clId="{60FD26E7-5DE1-4B4A-A830-D724793D68AC}" dt="2022-05-13T08:23:58.396" v="593" actId="478"/>
          <ac:picMkLst>
            <pc:docMk/>
            <pc:sldMk cId="1690484953" sldId="277"/>
            <ac:picMk id="7" creationId="{E7BC6891-AFE5-919B-0CB7-18AA2C0EB3CC}"/>
          </ac:picMkLst>
        </pc:picChg>
        <pc:picChg chg="add mod">
          <ac:chgData name="Dragan Javorac" userId="913c2858-fb97-4c6e-a42c-b1f1a16b225e" providerId="ADAL" clId="{60FD26E7-5DE1-4B4A-A830-D724793D68AC}" dt="2022-05-15T13:31:35.944" v="1267" actId="27614"/>
          <ac:picMkLst>
            <pc:docMk/>
            <pc:sldMk cId="1690484953" sldId="277"/>
            <ac:picMk id="8" creationId="{E46F01A6-D72C-B10D-9555-631A2DAE849B}"/>
          </ac:picMkLst>
        </pc:picChg>
      </pc:sldChg>
      <pc:sldChg chg="modSp add mod">
        <pc:chgData name="Dragan Javorac" userId="913c2858-fb97-4c6e-a42c-b1f1a16b225e" providerId="ADAL" clId="{60FD26E7-5DE1-4B4A-A830-D724793D68AC}" dt="2022-05-17T08:41:43.730" v="1818" actId="27636"/>
        <pc:sldMkLst>
          <pc:docMk/>
          <pc:sldMk cId="2546539525" sldId="278"/>
        </pc:sldMkLst>
        <pc:spChg chg="mod">
          <ac:chgData name="Dragan Javorac" userId="913c2858-fb97-4c6e-a42c-b1f1a16b225e" providerId="ADAL" clId="{60FD26E7-5DE1-4B4A-A830-D724793D68AC}" dt="2022-05-17T08:41:43.730" v="1818" actId="27636"/>
          <ac:spMkLst>
            <pc:docMk/>
            <pc:sldMk cId="2546539525" sldId="278"/>
            <ac:spMk id="3" creationId="{9C1B0ED0-FD23-4DF4-8487-56E64A4517DA}"/>
          </ac:spMkLst>
        </pc:spChg>
      </pc:sldChg>
      <pc:sldChg chg="addSp delSp modSp add del mod">
        <pc:chgData name="Dragan Javorac" userId="913c2858-fb97-4c6e-a42c-b1f1a16b225e" providerId="ADAL" clId="{60FD26E7-5DE1-4B4A-A830-D724793D68AC}" dt="2022-05-22T17:53:16.678" v="3003" actId="47"/>
        <pc:sldMkLst>
          <pc:docMk/>
          <pc:sldMk cId="1696777183" sldId="279"/>
        </pc:sldMkLst>
        <pc:spChg chg="mod">
          <ac:chgData name="Dragan Javorac" userId="913c2858-fb97-4c6e-a42c-b1f1a16b225e" providerId="ADAL" clId="{60FD26E7-5DE1-4B4A-A830-D724793D68AC}" dt="2022-05-22T17:35:11.209" v="2163" actId="20577"/>
          <ac:spMkLst>
            <pc:docMk/>
            <pc:sldMk cId="1696777183" sldId="279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5T06:52:30.681" v="863" actId="21"/>
          <ac:spMkLst>
            <pc:docMk/>
            <pc:sldMk cId="1696777183" sldId="279"/>
            <ac:spMk id="3" creationId="{9C1B0ED0-FD23-4DF4-8487-56E64A4517DA}"/>
          </ac:spMkLst>
        </pc:spChg>
        <pc:picChg chg="del">
          <ac:chgData name="Dragan Javorac" userId="913c2858-fb97-4c6e-a42c-b1f1a16b225e" providerId="ADAL" clId="{60FD26E7-5DE1-4B4A-A830-D724793D68AC}" dt="2022-05-15T06:52:27.706" v="862" actId="478"/>
          <ac:picMkLst>
            <pc:docMk/>
            <pc:sldMk cId="1696777183" sldId="279"/>
            <ac:picMk id="5" creationId="{28423A5E-8689-B84C-FAB4-35D82ECE1C0A}"/>
          </ac:picMkLst>
        </pc:picChg>
        <pc:picChg chg="add mod">
          <ac:chgData name="Dragan Javorac" userId="913c2858-fb97-4c6e-a42c-b1f1a16b225e" providerId="ADAL" clId="{60FD26E7-5DE1-4B4A-A830-D724793D68AC}" dt="2022-05-15T06:52:34.614" v="865" actId="1076"/>
          <ac:picMkLst>
            <pc:docMk/>
            <pc:sldMk cId="1696777183" sldId="279"/>
            <ac:picMk id="6" creationId="{7A4AC1AD-C972-4CE7-0737-1438753469B6}"/>
          </ac:picMkLst>
        </pc:picChg>
      </pc:sldChg>
      <pc:sldChg chg="addSp delSp modSp add mod">
        <pc:chgData name="Dragan Javorac" userId="913c2858-fb97-4c6e-a42c-b1f1a16b225e" providerId="ADAL" clId="{60FD26E7-5DE1-4B4A-A830-D724793D68AC}" dt="2022-05-22T18:07:53.742" v="3433" actId="1037"/>
        <pc:sldMkLst>
          <pc:docMk/>
          <pc:sldMk cId="4018253664" sldId="280"/>
        </pc:sldMkLst>
        <pc:spChg chg="mod">
          <ac:chgData name="Dragan Javorac" userId="913c2858-fb97-4c6e-a42c-b1f1a16b225e" providerId="ADAL" clId="{60FD26E7-5DE1-4B4A-A830-D724793D68AC}" dt="2022-05-22T17:59:40.937" v="3144" actId="20577"/>
          <ac:spMkLst>
            <pc:docMk/>
            <pc:sldMk cId="4018253664" sldId="280"/>
            <ac:spMk id="2" creationId="{F3046ACF-677C-4C47-B097-C82DB9EF99F7}"/>
          </ac:spMkLst>
        </pc:spChg>
        <pc:spChg chg="del">
          <ac:chgData name="Dragan Javorac" userId="913c2858-fb97-4c6e-a42c-b1f1a16b225e" providerId="ADAL" clId="{60FD26E7-5DE1-4B4A-A830-D724793D68AC}" dt="2022-05-15T06:53:06.531" v="868"/>
          <ac:spMkLst>
            <pc:docMk/>
            <pc:sldMk cId="4018253664" sldId="280"/>
            <ac:spMk id="3" creationId="{9C1B0ED0-FD23-4DF4-8487-56E64A4517DA}"/>
          </ac:spMkLst>
        </pc:spChg>
        <pc:spChg chg="add mod">
          <ac:chgData name="Dragan Javorac" userId="913c2858-fb97-4c6e-a42c-b1f1a16b225e" providerId="ADAL" clId="{60FD26E7-5DE1-4B4A-A830-D724793D68AC}" dt="2022-05-22T18:01:05.067" v="3251" actId="20577"/>
          <ac:spMkLst>
            <pc:docMk/>
            <pc:sldMk cId="4018253664" sldId="280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15T06:57:28.679" v="871" actId="478"/>
          <ac:picMkLst>
            <pc:docMk/>
            <pc:sldMk cId="4018253664" sldId="280"/>
            <ac:picMk id="5" creationId="{B4B376CF-4A2C-FCF0-5644-EDBDD6A26494}"/>
          </ac:picMkLst>
        </pc:picChg>
        <pc:picChg chg="del">
          <ac:chgData name="Dragan Javorac" userId="913c2858-fb97-4c6e-a42c-b1f1a16b225e" providerId="ADAL" clId="{60FD26E7-5DE1-4B4A-A830-D724793D68AC}" dt="2022-05-15T06:53:06.129" v="867" actId="478"/>
          <ac:picMkLst>
            <pc:docMk/>
            <pc:sldMk cId="4018253664" sldId="280"/>
            <ac:picMk id="6" creationId="{7A4AC1AD-C972-4CE7-0737-1438753469B6}"/>
          </ac:picMkLst>
        </pc:picChg>
        <pc:picChg chg="add mod">
          <ac:chgData name="Dragan Javorac" userId="913c2858-fb97-4c6e-a42c-b1f1a16b225e" providerId="ADAL" clId="{60FD26E7-5DE1-4B4A-A830-D724793D68AC}" dt="2022-05-22T18:07:53.742" v="3433" actId="1037"/>
          <ac:picMkLst>
            <pc:docMk/>
            <pc:sldMk cId="4018253664" sldId="280"/>
            <ac:picMk id="8" creationId="{1241EFE7-38B9-734F-D694-10EE483D3B4A}"/>
          </ac:picMkLst>
        </pc:picChg>
        <pc:picChg chg="add mod">
          <ac:chgData name="Dragan Javorac" userId="913c2858-fb97-4c6e-a42c-b1f1a16b225e" providerId="ADAL" clId="{60FD26E7-5DE1-4B4A-A830-D724793D68AC}" dt="2022-05-22T18:07:53.742" v="3433" actId="1037"/>
          <ac:picMkLst>
            <pc:docMk/>
            <pc:sldMk cId="4018253664" sldId="280"/>
            <ac:picMk id="12" creationId="{94B4A273-5CAF-A6AA-7BED-25BFE99EFE39}"/>
          </ac:picMkLst>
        </pc:picChg>
        <pc:picChg chg="add del mod">
          <ac:chgData name="Dragan Javorac" userId="913c2858-fb97-4c6e-a42c-b1f1a16b225e" providerId="ADAL" clId="{60FD26E7-5DE1-4B4A-A830-D724793D68AC}" dt="2022-05-15T07:00:19.129" v="1104" actId="478"/>
          <ac:picMkLst>
            <pc:docMk/>
            <pc:sldMk cId="4018253664" sldId="280"/>
            <ac:picMk id="14" creationId="{57FCB5AD-CA68-6778-447C-64825D555C3B}"/>
          </ac:picMkLst>
        </pc:picChg>
      </pc:sldChg>
      <pc:sldChg chg="add del">
        <pc:chgData name="Dragan Javorac" userId="913c2858-fb97-4c6e-a42c-b1f1a16b225e" providerId="ADAL" clId="{60FD26E7-5DE1-4B4A-A830-D724793D68AC}" dt="2022-05-15T07:00:25.353" v="1106" actId="2696"/>
        <pc:sldMkLst>
          <pc:docMk/>
          <pc:sldMk cId="2861790622" sldId="281"/>
        </pc:sldMkLst>
      </pc:sldChg>
      <pc:sldChg chg="addSp delSp modSp add mod">
        <pc:chgData name="Dragan Javorac" userId="913c2858-fb97-4c6e-a42c-b1f1a16b225e" providerId="ADAL" clId="{60FD26E7-5DE1-4B4A-A830-D724793D68AC}" dt="2022-05-22T18:07:46.973" v="3427" actId="1076"/>
        <pc:sldMkLst>
          <pc:docMk/>
          <pc:sldMk cId="1200983595" sldId="282"/>
        </pc:sldMkLst>
        <pc:spChg chg="mod">
          <ac:chgData name="Dragan Javorac" userId="913c2858-fb97-4c6e-a42c-b1f1a16b225e" providerId="ADAL" clId="{60FD26E7-5DE1-4B4A-A830-D724793D68AC}" dt="2022-05-22T17:59:44.126" v="3147" actId="6549"/>
          <ac:spMkLst>
            <pc:docMk/>
            <pc:sldMk cId="1200983595" sldId="282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7:59:56.990" v="3152" actId="14"/>
          <ac:spMkLst>
            <pc:docMk/>
            <pc:sldMk cId="1200983595" sldId="282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60FD26E7-5DE1-4B4A-A830-D724793D68AC}" dt="2022-05-22T18:07:37.659" v="3422" actId="1076"/>
          <ac:picMkLst>
            <pc:docMk/>
            <pc:sldMk cId="1200983595" sldId="282"/>
            <ac:picMk id="4" creationId="{31C5B373-4DD2-FB98-93D2-3CB9A25F5DD9}"/>
          </ac:picMkLst>
        </pc:picChg>
        <pc:picChg chg="add mod modCrop">
          <ac:chgData name="Dragan Javorac" userId="913c2858-fb97-4c6e-a42c-b1f1a16b225e" providerId="ADAL" clId="{60FD26E7-5DE1-4B4A-A830-D724793D68AC}" dt="2022-05-22T18:07:46.973" v="3427" actId="1076"/>
          <ac:picMkLst>
            <pc:docMk/>
            <pc:sldMk cId="1200983595" sldId="282"/>
            <ac:picMk id="5" creationId="{4050817C-9A38-EDF9-234B-E712502C092A}"/>
          </ac:picMkLst>
        </pc:picChg>
        <pc:picChg chg="del">
          <ac:chgData name="Dragan Javorac" userId="913c2858-fb97-4c6e-a42c-b1f1a16b225e" providerId="ADAL" clId="{60FD26E7-5DE1-4B4A-A830-D724793D68AC}" dt="2022-05-15T06:59:16.606" v="879" actId="478"/>
          <ac:picMkLst>
            <pc:docMk/>
            <pc:sldMk cId="1200983595" sldId="282"/>
            <ac:picMk id="8" creationId="{1241EFE7-38B9-734F-D694-10EE483D3B4A}"/>
          </ac:picMkLst>
        </pc:picChg>
        <pc:picChg chg="del">
          <ac:chgData name="Dragan Javorac" userId="913c2858-fb97-4c6e-a42c-b1f1a16b225e" providerId="ADAL" clId="{60FD26E7-5DE1-4B4A-A830-D724793D68AC}" dt="2022-05-15T06:59:17.539" v="880" actId="478"/>
          <ac:picMkLst>
            <pc:docMk/>
            <pc:sldMk cId="1200983595" sldId="282"/>
            <ac:picMk id="12" creationId="{94B4A273-5CAF-A6AA-7BED-25BFE99EFE39}"/>
          </ac:picMkLst>
        </pc:picChg>
        <pc:picChg chg="del mod">
          <ac:chgData name="Dragan Javorac" userId="913c2858-fb97-4c6e-a42c-b1f1a16b225e" providerId="ADAL" clId="{60FD26E7-5DE1-4B4A-A830-D724793D68AC}" dt="2022-05-15T13:39:28.796" v="1450" actId="478"/>
          <ac:picMkLst>
            <pc:docMk/>
            <pc:sldMk cId="1200983595" sldId="282"/>
            <ac:picMk id="14" creationId="{57FCB5AD-CA68-6778-447C-64825D555C3B}"/>
          </ac:picMkLst>
        </pc:picChg>
      </pc:sldChg>
      <pc:sldChg chg="addSp delSp modSp add mod modNotesTx">
        <pc:chgData name="Dragan Javorac" userId="913c2858-fb97-4c6e-a42c-b1f1a16b225e" providerId="ADAL" clId="{60FD26E7-5DE1-4B4A-A830-D724793D68AC}" dt="2022-05-24T09:58:09.703" v="3475" actId="20577"/>
        <pc:sldMkLst>
          <pc:docMk/>
          <pc:sldMk cId="2385799803" sldId="283"/>
        </pc:sldMkLst>
        <pc:spChg chg="mod">
          <ac:chgData name="Dragan Javorac" userId="913c2858-fb97-4c6e-a42c-b1f1a16b225e" providerId="ADAL" clId="{60FD26E7-5DE1-4B4A-A830-D724793D68AC}" dt="2022-05-22T18:00:45.932" v="3230" actId="20577"/>
          <ac:spMkLst>
            <pc:docMk/>
            <pc:sldMk cId="2385799803" sldId="283"/>
            <ac:spMk id="2" creationId="{F3046ACF-677C-4C47-B097-C82DB9EF99F7}"/>
          </ac:spMkLst>
        </pc:spChg>
        <pc:spChg chg="add del mod">
          <ac:chgData name="Dragan Javorac" userId="913c2858-fb97-4c6e-a42c-b1f1a16b225e" providerId="ADAL" clId="{60FD26E7-5DE1-4B4A-A830-D724793D68AC}" dt="2022-05-15T13:38:13.403" v="1425" actId="478"/>
          <ac:spMkLst>
            <pc:docMk/>
            <pc:sldMk cId="2385799803" sldId="283"/>
            <ac:spMk id="7" creationId="{760F4800-AF3D-D639-D3F5-F16D31905C0F}"/>
          </ac:spMkLst>
        </pc:spChg>
        <pc:spChg chg="mod">
          <ac:chgData name="Dragan Javorac" userId="913c2858-fb97-4c6e-a42c-b1f1a16b225e" providerId="ADAL" clId="{60FD26E7-5DE1-4B4A-A830-D724793D68AC}" dt="2022-05-24T09:58:09.703" v="3475" actId="20577"/>
          <ac:spMkLst>
            <pc:docMk/>
            <pc:sldMk cId="2385799803" sldId="283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22T17:45:14.321" v="2679" actId="478"/>
          <ac:picMkLst>
            <pc:docMk/>
            <pc:sldMk cId="2385799803" sldId="283"/>
            <ac:picMk id="4" creationId="{6A9F01C7-D336-FC20-4664-EC851CB8FDC9}"/>
          </ac:picMkLst>
        </pc:picChg>
        <pc:picChg chg="add del mod">
          <ac:chgData name="Dragan Javorac" userId="913c2858-fb97-4c6e-a42c-b1f1a16b225e" providerId="ADAL" clId="{60FD26E7-5DE1-4B4A-A830-D724793D68AC}" dt="2022-05-22T17:45:58.077" v="2684" actId="478"/>
          <ac:picMkLst>
            <pc:docMk/>
            <pc:sldMk cId="2385799803" sldId="283"/>
            <ac:picMk id="5" creationId="{2997C795-BEE6-BC17-EC37-058E5DB1C9F6}"/>
          </ac:picMkLst>
        </pc:picChg>
        <pc:picChg chg="add del mod">
          <ac:chgData name="Dragan Javorac" userId="913c2858-fb97-4c6e-a42c-b1f1a16b225e" providerId="ADAL" clId="{60FD26E7-5DE1-4B4A-A830-D724793D68AC}" dt="2022-05-22T17:46:36.462" v="2691" actId="478"/>
          <ac:picMkLst>
            <pc:docMk/>
            <pc:sldMk cId="2385799803" sldId="283"/>
            <ac:picMk id="7" creationId="{94D04FF7-465D-E429-AC82-2EF42744CBEB}"/>
          </ac:picMkLst>
        </pc:picChg>
        <pc:picChg chg="add mod">
          <ac:chgData name="Dragan Javorac" userId="913c2858-fb97-4c6e-a42c-b1f1a16b225e" providerId="ADAL" clId="{60FD26E7-5DE1-4B4A-A830-D724793D68AC}" dt="2022-05-22T18:07:57.526" v="3434" actId="1076"/>
          <ac:picMkLst>
            <pc:docMk/>
            <pc:sldMk cId="2385799803" sldId="283"/>
            <ac:picMk id="9" creationId="{DC467F40-8574-E94E-2B32-3F005489848F}"/>
          </ac:picMkLst>
        </pc:picChg>
        <pc:picChg chg="add del mod">
          <ac:chgData name="Dragan Javorac" userId="913c2858-fb97-4c6e-a42c-b1f1a16b225e" providerId="ADAL" clId="{60FD26E7-5DE1-4B4A-A830-D724793D68AC}" dt="2022-05-22T17:59:04.928" v="3132"/>
          <ac:picMkLst>
            <pc:docMk/>
            <pc:sldMk cId="2385799803" sldId="283"/>
            <ac:picMk id="11" creationId="{BBD60226-4C9E-4619-1476-6990C147B45C}"/>
          </ac:picMkLst>
        </pc:picChg>
        <pc:picChg chg="del">
          <ac:chgData name="Dragan Javorac" userId="913c2858-fb97-4c6e-a42c-b1f1a16b225e" providerId="ADAL" clId="{60FD26E7-5DE1-4B4A-A830-D724793D68AC}" dt="2022-05-15T13:35:29.702" v="1295" actId="478"/>
          <ac:picMkLst>
            <pc:docMk/>
            <pc:sldMk cId="2385799803" sldId="283"/>
            <ac:picMk id="14" creationId="{57FCB5AD-CA68-6778-447C-64825D555C3B}"/>
          </ac:picMkLst>
        </pc:picChg>
      </pc:sldChg>
      <pc:sldChg chg="addSp delSp modSp add mod ord">
        <pc:chgData name="Dragan Javorac" userId="913c2858-fb97-4c6e-a42c-b1f1a16b225e" providerId="ADAL" clId="{60FD26E7-5DE1-4B4A-A830-D724793D68AC}" dt="2022-05-22T18:03:17.248" v="3335" actId="14"/>
        <pc:sldMkLst>
          <pc:docMk/>
          <pc:sldMk cId="3652451323" sldId="284"/>
        </pc:sldMkLst>
        <pc:spChg chg="mod">
          <ac:chgData name="Dragan Javorac" userId="913c2858-fb97-4c6e-a42c-b1f1a16b225e" providerId="ADAL" clId="{60FD26E7-5DE1-4B4A-A830-D724793D68AC}" dt="2022-05-22T18:03:12.962" v="3332" actId="20577"/>
          <ac:spMkLst>
            <pc:docMk/>
            <pc:sldMk cId="3652451323" sldId="284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8:03:17.248" v="3335" actId="14"/>
          <ac:spMkLst>
            <pc:docMk/>
            <pc:sldMk cId="3652451323" sldId="284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15T13:36:45.427" v="1335" actId="478"/>
          <ac:picMkLst>
            <pc:docMk/>
            <pc:sldMk cId="3652451323" sldId="284"/>
            <ac:picMk id="4" creationId="{F897346D-2A05-C5AC-1109-0AC378D3241C}"/>
          </ac:picMkLst>
        </pc:picChg>
        <pc:picChg chg="add mod">
          <ac:chgData name="Dragan Javorac" userId="913c2858-fb97-4c6e-a42c-b1f1a16b225e" providerId="ADAL" clId="{60FD26E7-5DE1-4B4A-A830-D724793D68AC}" dt="2022-05-15T13:36:47.152" v="1336" actId="1076"/>
          <ac:picMkLst>
            <pc:docMk/>
            <pc:sldMk cId="3652451323" sldId="284"/>
            <ac:picMk id="6" creationId="{613BEB38-63F9-DFB3-9A8E-D671594FD49F}"/>
          </ac:picMkLst>
        </pc:picChg>
        <pc:picChg chg="del">
          <ac:chgData name="Dragan Javorac" userId="913c2858-fb97-4c6e-a42c-b1f1a16b225e" providerId="ADAL" clId="{60FD26E7-5DE1-4B4A-A830-D724793D68AC}" dt="2022-05-15T13:36:23.411" v="1331" actId="478"/>
          <ac:picMkLst>
            <pc:docMk/>
            <pc:sldMk cId="3652451323" sldId="284"/>
            <ac:picMk id="14" creationId="{57FCB5AD-CA68-6778-447C-64825D555C3B}"/>
          </ac:picMkLst>
        </pc:picChg>
      </pc:sldChg>
      <pc:sldChg chg="addSp modSp add mod">
        <pc:chgData name="Dragan Javorac" userId="913c2858-fb97-4c6e-a42c-b1f1a16b225e" providerId="ADAL" clId="{60FD26E7-5DE1-4B4A-A830-D724793D68AC}" dt="2022-05-17T09:29:17.844" v="1821" actId="14100"/>
        <pc:sldMkLst>
          <pc:docMk/>
          <pc:sldMk cId="3591907075" sldId="285"/>
        </pc:sldMkLst>
        <pc:spChg chg="mod">
          <ac:chgData name="Dragan Javorac" userId="913c2858-fb97-4c6e-a42c-b1f1a16b225e" providerId="ADAL" clId="{60FD26E7-5DE1-4B4A-A830-D724793D68AC}" dt="2022-05-15T13:40:02.618" v="1479" actId="20577"/>
          <ac:spMkLst>
            <pc:docMk/>
            <pc:sldMk cId="3591907075" sldId="285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5T13:40:10.593" v="1482" actId="27636"/>
          <ac:spMkLst>
            <pc:docMk/>
            <pc:sldMk cId="3591907075" sldId="285"/>
            <ac:spMk id="3" creationId="{9C1B0ED0-FD23-4DF4-8487-56E64A4517DA}"/>
          </ac:spMkLst>
        </pc:spChg>
        <pc:picChg chg="add mod">
          <ac:chgData name="Dragan Javorac" userId="913c2858-fb97-4c6e-a42c-b1f1a16b225e" providerId="ADAL" clId="{60FD26E7-5DE1-4B4A-A830-D724793D68AC}" dt="2022-05-17T09:29:17.844" v="1821" actId="14100"/>
          <ac:picMkLst>
            <pc:docMk/>
            <pc:sldMk cId="3591907075" sldId="285"/>
            <ac:picMk id="4" creationId="{AD12C19C-2DBB-85DC-4846-5F7BD9234F7C}"/>
          </ac:picMkLst>
        </pc:picChg>
      </pc:sldChg>
      <pc:sldChg chg="modSp add mod">
        <pc:chgData name="Dragan Javorac" userId="913c2858-fb97-4c6e-a42c-b1f1a16b225e" providerId="ADAL" clId="{60FD26E7-5DE1-4B4A-A830-D724793D68AC}" dt="2022-05-22T18:07:16.310" v="3419" actId="1076"/>
        <pc:sldMkLst>
          <pc:docMk/>
          <pc:sldMk cId="1880708128" sldId="286"/>
        </pc:sldMkLst>
        <pc:spChg chg="mod">
          <ac:chgData name="Dragan Javorac" userId="913c2858-fb97-4c6e-a42c-b1f1a16b225e" providerId="ADAL" clId="{60FD26E7-5DE1-4B4A-A830-D724793D68AC}" dt="2022-05-22T18:06:35.897" v="3406" actId="14100"/>
          <ac:spMkLst>
            <pc:docMk/>
            <pc:sldMk cId="1880708128" sldId="286"/>
            <ac:spMk id="3" creationId="{9C1B0ED0-FD23-4DF4-8487-56E64A4517DA}"/>
          </ac:spMkLst>
        </pc:spChg>
        <pc:picChg chg="mod">
          <ac:chgData name="Dragan Javorac" userId="913c2858-fb97-4c6e-a42c-b1f1a16b225e" providerId="ADAL" clId="{60FD26E7-5DE1-4B4A-A830-D724793D68AC}" dt="2022-05-22T18:07:07.359" v="3415" actId="1076"/>
          <ac:picMkLst>
            <pc:docMk/>
            <pc:sldMk cId="1880708128" sldId="286"/>
            <ac:picMk id="5" creationId="{28423A5E-8689-B84C-FAB4-35D82ECE1C0A}"/>
          </ac:picMkLst>
        </pc:picChg>
        <pc:picChg chg="mod">
          <ac:chgData name="Dragan Javorac" userId="913c2858-fb97-4c6e-a42c-b1f1a16b225e" providerId="ADAL" clId="{60FD26E7-5DE1-4B4A-A830-D724793D68AC}" dt="2022-05-22T18:07:16.310" v="3419" actId="1076"/>
          <ac:picMkLst>
            <pc:docMk/>
            <pc:sldMk cId="1880708128" sldId="286"/>
            <ac:picMk id="8" creationId="{E46F01A6-D72C-B10D-9555-631A2DAE849B}"/>
          </ac:picMkLst>
        </pc:picChg>
      </pc:sldChg>
      <pc:sldChg chg="add del">
        <pc:chgData name="Dragan Javorac" userId="913c2858-fb97-4c6e-a42c-b1f1a16b225e" providerId="ADAL" clId="{60FD26E7-5DE1-4B4A-A830-D724793D68AC}" dt="2022-05-22T17:32:12.544" v="2012" actId="47"/>
        <pc:sldMkLst>
          <pc:docMk/>
          <pc:sldMk cId="3529042682" sldId="286"/>
        </pc:sldMkLst>
      </pc:sldChg>
      <pc:sldChg chg="addSp delSp modSp add mod ord">
        <pc:chgData name="Dragan Javorac" userId="913c2858-fb97-4c6e-a42c-b1f1a16b225e" providerId="ADAL" clId="{60FD26E7-5DE1-4B4A-A830-D724793D68AC}" dt="2022-05-22T18:04:45.458" v="3355" actId="1076"/>
        <pc:sldMkLst>
          <pc:docMk/>
          <pc:sldMk cId="3375452406" sldId="287"/>
        </pc:sldMkLst>
        <pc:spChg chg="mod">
          <ac:chgData name="Dragan Javorac" userId="913c2858-fb97-4c6e-a42c-b1f1a16b225e" providerId="ADAL" clId="{60FD26E7-5DE1-4B4A-A830-D724793D68AC}" dt="2022-05-22T17:36:22.059" v="2215" actId="20577"/>
          <ac:spMkLst>
            <pc:docMk/>
            <pc:sldMk cId="3375452406" sldId="287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7:56:45.209" v="3067" actId="20577"/>
          <ac:spMkLst>
            <pc:docMk/>
            <pc:sldMk cId="3375452406" sldId="287"/>
            <ac:spMk id="10" creationId="{FB5033DF-5706-B77A-AC84-571C0415A371}"/>
          </ac:spMkLst>
        </pc:spChg>
        <pc:picChg chg="del mod modCrop">
          <ac:chgData name="Dragan Javorac" userId="913c2858-fb97-4c6e-a42c-b1f1a16b225e" providerId="ADAL" clId="{60FD26E7-5DE1-4B4A-A830-D724793D68AC}" dt="2022-05-22T17:46:07.879" v="2689" actId="478"/>
          <ac:picMkLst>
            <pc:docMk/>
            <pc:sldMk cId="3375452406" sldId="287"/>
            <ac:picMk id="4" creationId="{6A9F01C7-D336-FC20-4664-EC851CB8FDC9}"/>
          </ac:picMkLst>
        </pc:picChg>
        <pc:picChg chg="add del mod">
          <ac:chgData name="Dragan Javorac" userId="913c2858-fb97-4c6e-a42c-b1f1a16b225e" providerId="ADAL" clId="{60FD26E7-5DE1-4B4A-A830-D724793D68AC}" dt="2022-05-22T17:40:04.857" v="2535" actId="478"/>
          <ac:picMkLst>
            <pc:docMk/>
            <pc:sldMk cId="3375452406" sldId="287"/>
            <ac:picMk id="5" creationId="{F665F3DF-4F48-5272-2C68-B817A7B93B42}"/>
          </ac:picMkLst>
        </pc:picChg>
        <pc:picChg chg="add del mod">
          <ac:chgData name="Dragan Javorac" userId="913c2858-fb97-4c6e-a42c-b1f1a16b225e" providerId="ADAL" clId="{60FD26E7-5DE1-4B4A-A830-D724793D68AC}" dt="2022-05-22T17:55:49.022" v="3049" actId="478"/>
          <ac:picMkLst>
            <pc:docMk/>
            <pc:sldMk cId="3375452406" sldId="287"/>
            <ac:picMk id="7" creationId="{F25D81BA-D7FC-A035-B5D1-05A40E5D8540}"/>
          </ac:picMkLst>
        </pc:picChg>
        <pc:picChg chg="add del mod modCrop">
          <ac:chgData name="Dragan Javorac" userId="913c2858-fb97-4c6e-a42c-b1f1a16b225e" providerId="ADAL" clId="{60FD26E7-5DE1-4B4A-A830-D724793D68AC}" dt="2022-05-22T17:54:24.891" v="3010" actId="478"/>
          <ac:picMkLst>
            <pc:docMk/>
            <pc:sldMk cId="3375452406" sldId="287"/>
            <ac:picMk id="9" creationId="{26CA451F-8E4F-0961-BCCA-0DC2E81848D0}"/>
          </ac:picMkLst>
        </pc:picChg>
        <pc:picChg chg="add mod modCrop">
          <ac:chgData name="Dragan Javorac" userId="913c2858-fb97-4c6e-a42c-b1f1a16b225e" providerId="ADAL" clId="{60FD26E7-5DE1-4B4A-A830-D724793D68AC}" dt="2022-05-22T18:04:39.936" v="3354" actId="1076"/>
          <ac:picMkLst>
            <pc:docMk/>
            <pc:sldMk cId="3375452406" sldId="287"/>
            <ac:picMk id="11" creationId="{1D42C71D-748D-C092-95AB-269EBDCCFCCC}"/>
          </ac:picMkLst>
        </pc:picChg>
        <pc:picChg chg="add mod">
          <ac:chgData name="Dragan Javorac" userId="913c2858-fb97-4c6e-a42c-b1f1a16b225e" providerId="ADAL" clId="{60FD26E7-5DE1-4B4A-A830-D724793D68AC}" dt="2022-05-22T18:04:39.936" v="3354" actId="1076"/>
          <ac:picMkLst>
            <pc:docMk/>
            <pc:sldMk cId="3375452406" sldId="287"/>
            <ac:picMk id="13" creationId="{C5102998-6E4F-ABE5-B2E3-ADE2A5064C85}"/>
          </ac:picMkLst>
        </pc:picChg>
        <pc:picChg chg="add mod modCrop">
          <ac:chgData name="Dragan Javorac" userId="913c2858-fb97-4c6e-a42c-b1f1a16b225e" providerId="ADAL" clId="{60FD26E7-5DE1-4B4A-A830-D724793D68AC}" dt="2022-05-22T18:04:45.458" v="3355" actId="1076"/>
          <ac:picMkLst>
            <pc:docMk/>
            <pc:sldMk cId="3375452406" sldId="287"/>
            <ac:picMk id="14" creationId="{D3ABA90F-21B5-C164-5539-7DFC03BB4694}"/>
          </ac:picMkLst>
        </pc:picChg>
      </pc:sldChg>
      <pc:sldChg chg="addSp delSp modSp add mod">
        <pc:chgData name="Dragan Javorac" userId="913c2858-fb97-4c6e-a42c-b1f1a16b225e" providerId="ADAL" clId="{60FD26E7-5DE1-4B4A-A830-D724793D68AC}" dt="2022-05-23T06:16:33.272" v="3468" actId="1076"/>
        <pc:sldMkLst>
          <pc:docMk/>
          <pc:sldMk cId="1243157361" sldId="288"/>
        </pc:sldMkLst>
        <pc:spChg chg="mod">
          <ac:chgData name="Dragan Javorac" userId="913c2858-fb97-4c6e-a42c-b1f1a16b225e" providerId="ADAL" clId="{60FD26E7-5DE1-4B4A-A830-D724793D68AC}" dt="2022-05-22T17:50:09.849" v="2854" actId="20577"/>
          <ac:spMkLst>
            <pc:docMk/>
            <pc:sldMk cId="1243157361" sldId="288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8:05:27.514" v="3398" actId="20577"/>
          <ac:spMkLst>
            <pc:docMk/>
            <pc:sldMk cId="1243157361" sldId="288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22T18:05:15.434" v="3359" actId="478"/>
          <ac:picMkLst>
            <pc:docMk/>
            <pc:sldMk cId="1243157361" sldId="288"/>
            <ac:picMk id="4" creationId="{B54D2150-0196-46B5-342F-24971E56F7F7}"/>
          </ac:picMkLst>
        </pc:picChg>
        <pc:picChg chg="add mod modCrop">
          <ac:chgData name="Dragan Javorac" userId="913c2858-fb97-4c6e-a42c-b1f1a16b225e" providerId="ADAL" clId="{60FD26E7-5DE1-4B4A-A830-D724793D68AC}" dt="2022-05-23T06:16:33.272" v="3468" actId="1076"/>
          <ac:picMkLst>
            <pc:docMk/>
            <pc:sldMk cId="1243157361" sldId="288"/>
            <ac:picMk id="4" creationId="{C4B4585C-5D68-5A08-92EE-CF264DC6CDE7}"/>
          </ac:picMkLst>
        </pc:picChg>
        <pc:picChg chg="add del mod modCrop">
          <ac:chgData name="Dragan Javorac" userId="913c2858-fb97-4c6e-a42c-b1f1a16b225e" providerId="ADAL" clId="{60FD26E7-5DE1-4B4A-A830-D724793D68AC}" dt="2022-05-22T17:53:36.021" v="3004" actId="478"/>
          <ac:picMkLst>
            <pc:docMk/>
            <pc:sldMk cId="1243157361" sldId="288"/>
            <ac:picMk id="7" creationId="{E5943BBE-8F43-47B9-1164-699960AC2DF3}"/>
          </ac:picMkLst>
        </pc:picChg>
        <pc:picChg chg="del">
          <ac:chgData name="Dragan Javorac" userId="913c2858-fb97-4c6e-a42c-b1f1a16b225e" providerId="ADAL" clId="{60FD26E7-5DE1-4B4A-A830-D724793D68AC}" dt="2022-05-22T17:48:07.293" v="2696" actId="478"/>
          <ac:picMkLst>
            <pc:docMk/>
            <pc:sldMk cId="1243157361" sldId="288"/>
            <ac:picMk id="9" creationId="{DC467F40-8574-E94E-2B32-3F005489848F}"/>
          </ac:picMkLst>
        </pc:picChg>
      </pc:sldChg>
      <pc:sldChg chg="addSp delSp modSp add mod ord">
        <pc:chgData name="Dragan Javorac" userId="913c2858-fb97-4c6e-a42c-b1f1a16b225e" providerId="ADAL" clId="{60FD26E7-5DE1-4B4A-A830-D724793D68AC}" dt="2022-05-23T06:13:02.848" v="3463" actId="6549"/>
        <pc:sldMkLst>
          <pc:docMk/>
          <pc:sldMk cId="3102180251" sldId="289"/>
        </pc:sldMkLst>
        <pc:spChg chg="mod">
          <ac:chgData name="Dragan Javorac" userId="913c2858-fb97-4c6e-a42c-b1f1a16b225e" providerId="ADAL" clId="{60FD26E7-5DE1-4B4A-A830-D724793D68AC}" dt="2022-05-22T17:52:34.493" v="2996" actId="1076"/>
          <ac:spMkLst>
            <pc:docMk/>
            <pc:sldMk cId="3102180251" sldId="289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3T06:13:02.848" v="3463" actId="6549"/>
          <ac:spMkLst>
            <pc:docMk/>
            <pc:sldMk cId="3102180251" sldId="289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60FD26E7-5DE1-4B4A-A830-D724793D68AC}" dt="2022-05-23T06:11:47.298" v="3458" actId="1076"/>
          <ac:picMkLst>
            <pc:docMk/>
            <pc:sldMk cId="3102180251" sldId="289"/>
            <ac:picMk id="4" creationId="{B03031FB-9FFD-C475-8597-3E228A46E025}"/>
          </ac:picMkLst>
        </pc:picChg>
        <pc:picChg chg="del">
          <ac:chgData name="Dragan Javorac" userId="913c2858-fb97-4c6e-a42c-b1f1a16b225e" providerId="ADAL" clId="{60FD26E7-5DE1-4B4A-A830-D724793D68AC}" dt="2022-05-22T17:52:30.413" v="2995" actId="478"/>
          <ac:picMkLst>
            <pc:docMk/>
            <pc:sldMk cId="3102180251" sldId="289"/>
            <ac:picMk id="7" creationId="{F25D81BA-D7FC-A035-B5D1-05A40E5D8540}"/>
          </ac:picMkLst>
        </pc:picChg>
        <pc:picChg chg="add mod">
          <ac:chgData name="Dragan Javorac" userId="913c2858-fb97-4c6e-a42c-b1f1a16b225e" providerId="ADAL" clId="{60FD26E7-5DE1-4B4A-A830-D724793D68AC}" dt="2022-05-22T18:05:00.215" v="3358" actId="1076"/>
          <ac:picMkLst>
            <pc:docMk/>
            <pc:sldMk cId="3102180251" sldId="289"/>
            <ac:picMk id="8" creationId="{0CC15AB9-A8C2-D045-847C-CFE5E4B02962}"/>
          </ac:picMkLst>
        </pc:picChg>
        <pc:picChg chg="del">
          <ac:chgData name="Dragan Javorac" userId="913c2858-fb97-4c6e-a42c-b1f1a16b225e" providerId="ADAL" clId="{60FD26E7-5DE1-4B4A-A830-D724793D68AC}" dt="2022-05-22T17:52:22.987" v="2991" actId="478"/>
          <ac:picMkLst>
            <pc:docMk/>
            <pc:sldMk cId="3102180251" sldId="289"/>
            <ac:picMk id="9" creationId="{26CA451F-8E4F-0961-BCCA-0DC2E81848D0}"/>
          </ac:picMkLst>
        </pc:picChg>
      </pc:sldChg>
      <pc:sldChg chg="add del">
        <pc:chgData name="Dragan Javorac" userId="913c2858-fb97-4c6e-a42c-b1f1a16b225e" providerId="ADAL" clId="{60FD26E7-5DE1-4B4A-A830-D724793D68AC}" dt="2022-05-22T18:02:18.188" v="3276" actId="47"/>
        <pc:sldMkLst>
          <pc:docMk/>
          <pc:sldMk cId="592649408" sldId="290"/>
        </pc:sldMkLst>
      </pc:sldChg>
      <pc:sldChg chg="add del">
        <pc:chgData name="Dragan Javorac" userId="913c2858-fb97-4c6e-a42c-b1f1a16b225e" providerId="ADAL" clId="{60FD26E7-5DE1-4B4A-A830-D724793D68AC}" dt="2022-05-22T18:05:45.313" v="3400" actId="47"/>
        <pc:sldMkLst>
          <pc:docMk/>
          <pc:sldMk cId="648422989" sldId="290"/>
        </pc:sldMkLst>
      </pc:sldChg>
    </pc:docChg>
  </pc:docChgLst>
  <pc:docChgLst>
    <pc:chgData name="Dragan Javorac" userId="913c2858-fb97-4c6e-a42c-b1f1a16b225e" providerId="ADAL" clId="{78AFCC9C-A83D-4D14-83E6-0090B7AAD0EB}"/>
    <pc:docChg chg="custSel addSld delSld modSld">
      <pc:chgData name="Dragan Javorac" userId="913c2858-fb97-4c6e-a42c-b1f1a16b225e" providerId="ADAL" clId="{78AFCC9C-A83D-4D14-83E6-0090B7AAD0EB}" dt="2024-11-19T12:29:20.286" v="65" actId="1076"/>
      <pc:docMkLst>
        <pc:docMk/>
      </pc:docMkLst>
      <pc:sldChg chg="del">
        <pc:chgData name="Dragan Javorac" userId="913c2858-fb97-4c6e-a42c-b1f1a16b225e" providerId="ADAL" clId="{78AFCC9C-A83D-4D14-83E6-0090B7AAD0EB}" dt="2024-11-19T12:28:46.980" v="59" actId="47"/>
        <pc:sldMkLst>
          <pc:docMk/>
          <pc:sldMk cId="729763293" sldId="256"/>
        </pc:sldMkLst>
      </pc:sldChg>
      <pc:sldChg chg="addSp delSp modSp mod">
        <pc:chgData name="Dragan Javorac" userId="913c2858-fb97-4c6e-a42c-b1f1a16b225e" providerId="ADAL" clId="{78AFCC9C-A83D-4D14-83E6-0090B7AAD0EB}" dt="2024-11-19T12:29:20.286" v="65" actId="1076"/>
        <pc:sldMkLst>
          <pc:docMk/>
          <pc:sldMk cId="2546539525" sldId="278"/>
        </pc:sldMkLst>
        <pc:picChg chg="add mod">
          <ac:chgData name="Dragan Javorac" userId="913c2858-fb97-4c6e-a42c-b1f1a16b225e" providerId="ADAL" clId="{78AFCC9C-A83D-4D14-83E6-0090B7AAD0EB}" dt="2024-11-19T12:29:20.286" v="65" actId="1076"/>
          <ac:picMkLst>
            <pc:docMk/>
            <pc:sldMk cId="2546539525" sldId="278"/>
            <ac:picMk id="5" creationId="{1B61BDCC-5E7B-2F1D-8D7B-379EB55BAE15}"/>
          </ac:picMkLst>
        </pc:picChg>
        <pc:picChg chg="del">
          <ac:chgData name="Dragan Javorac" userId="913c2858-fb97-4c6e-a42c-b1f1a16b225e" providerId="ADAL" clId="{78AFCC9C-A83D-4D14-83E6-0090B7AAD0EB}" dt="2024-11-19T12:29:16.321" v="61" actId="478"/>
          <ac:picMkLst>
            <pc:docMk/>
            <pc:sldMk cId="2546539525" sldId="278"/>
            <ac:picMk id="6" creationId="{83EDCF2D-A7D3-3A54-19CB-7818FFC9F35F}"/>
          </ac:picMkLst>
        </pc:picChg>
      </pc:sldChg>
      <pc:sldChg chg="del">
        <pc:chgData name="Dragan Javorac" userId="913c2858-fb97-4c6e-a42c-b1f1a16b225e" providerId="ADAL" clId="{78AFCC9C-A83D-4D14-83E6-0090B7AAD0EB}" dt="2024-11-19T12:28:48.706" v="60" actId="47"/>
        <pc:sldMkLst>
          <pc:docMk/>
          <pc:sldMk cId="3271203707" sldId="289"/>
        </pc:sldMkLst>
      </pc:sldChg>
      <pc:sldChg chg="modSp add mod">
        <pc:chgData name="Dragan Javorac" userId="913c2858-fb97-4c6e-a42c-b1f1a16b225e" providerId="ADAL" clId="{78AFCC9C-A83D-4D14-83E6-0090B7AAD0EB}" dt="2024-11-19T12:28:43.437" v="58" actId="20577"/>
        <pc:sldMkLst>
          <pc:docMk/>
          <pc:sldMk cId="3820640302" sldId="298"/>
        </pc:sldMkLst>
        <pc:spChg chg="mod">
          <ac:chgData name="Dragan Javorac" userId="913c2858-fb97-4c6e-a42c-b1f1a16b225e" providerId="ADAL" clId="{78AFCC9C-A83D-4D14-83E6-0090B7AAD0EB}" dt="2024-11-19T12:28:43.437" v="58" actId="20577"/>
          <ac:spMkLst>
            <pc:docMk/>
            <pc:sldMk cId="3820640302" sldId="298"/>
            <ac:spMk id="3" creationId="{14399728-9CFD-4345-B7B5-5B803A05E80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F8475-B390-4598-930D-E80CF2195F42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DCB99-31C0-4CF8-8B52-1073427E15D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227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DCB99-31C0-4CF8-8B52-1073427E15D0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0084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598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1130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8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408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724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819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206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945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309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794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96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4">
                <a:lumMod val="75000"/>
              </a:schemeClr>
            </a:gs>
            <a:gs pos="0">
              <a:schemeClr val="accent3">
                <a:lumMod val="50000"/>
              </a:schemeClr>
            </a:gs>
            <a:gs pos="100000">
              <a:schemeClr val="accent5">
                <a:lumMod val="60000"/>
                <a:lumOff val="4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rgbClr val="A5B7D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6648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27A49-3921-4604-B6B2-61568970C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C# </a:t>
            </a:r>
            <a:r>
              <a:rPr lang="en-US" dirty="0" err="1"/>
              <a:t>Deel</a:t>
            </a:r>
            <a:r>
              <a:rPr lang="en-US" dirty="0"/>
              <a:t> 2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99728-9CFD-4345-B7B5-5B803A05E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45222"/>
          </a:xfrm>
        </p:spPr>
        <p:txBody>
          <a:bodyPr>
            <a:normAutofit fontScale="77500" lnSpcReduction="20000"/>
          </a:bodyPr>
          <a:lstStyle/>
          <a:p>
            <a:r>
              <a:rPr lang="nl-NL" noProof="0" dirty="0"/>
              <a:t>File input en output</a:t>
            </a:r>
          </a:p>
          <a:p>
            <a:r>
              <a:rPr lang="nl-NL" dirty="0"/>
              <a:t>(opslaan en lezen)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F14C14-727F-B8B5-1433-EE67AB6E0C82}"/>
              </a:ext>
            </a:extLst>
          </p:cNvPr>
          <p:cNvSpPr txBox="1">
            <a:spLocks/>
          </p:cNvSpPr>
          <p:nvPr/>
        </p:nvSpPr>
        <p:spPr>
          <a:xfrm>
            <a:off x="2771686" y="248445"/>
            <a:ext cx="9144000" cy="4095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2024-2025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2064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 err="1"/>
              <a:t>Namespace</a:t>
            </a:r>
            <a:r>
              <a:rPr lang="nl-NL" noProof="0" dirty="0"/>
              <a:t> System.IO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247"/>
            <a:ext cx="7505700" cy="5286652"/>
          </a:xfrm>
        </p:spPr>
        <p:txBody>
          <a:bodyPr>
            <a:normAutofit/>
          </a:bodyPr>
          <a:lstStyle/>
          <a:p>
            <a:endParaRPr lang="nl-NL" noProof="0" dirty="0"/>
          </a:p>
          <a:p>
            <a:endParaRPr lang="nl-NL" noProof="0" dirty="0"/>
          </a:p>
          <a:p>
            <a:r>
              <a:rPr lang="nl-NL" noProof="0" dirty="0"/>
              <a:t>De </a:t>
            </a:r>
            <a:r>
              <a:rPr lang="nl-NL" noProof="0" dirty="0" err="1"/>
              <a:t>namespace</a:t>
            </a:r>
            <a:r>
              <a:rPr lang="nl-NL" noProof="0" dirty="0"/>
              <a:t> waar de basis van alle input output classes in staan</a:t>
            </a:r>
          </a:p>
          <a:p>
            <a:endParaRPr lang="nl-NL" noProof="0" dirty="0"/>
          </a:p>
          <a:p>
            <a:endParaRPr lang="nl-NL" noProof="0" dirty="0"/>
          </a:p>
          <a:p>
            <a:r>
              <a:rPr lang="nl-NL" noProof="0" dirty="0"/>
              <a:t>Als je iets met files/bytes gaat doen staat de basis in deze </a:t>
            </a:r>
            <a:r>
              <a:rPr lang="nl-NL" noProof="0" dirty="0" err="1"/>
              <a:t>namespace</a:t>
            </a:r>
            <a:endParaRPr lang="nl-NL" noProof="0" dirty="0"/>
          </a:p>
          <a:p>
            <a:pPr lvl="1"/>
            <a:endParaRPr lang="nl-NL" noProof="0" dirty="0"/>
          </a:p>
          <a:p>
            <a:endParaRPr lang="nl-NL" noProof="0" dirty="0"/>
          </a:p>
          <a:p>
            <a:pPr marL="0" indent="0">
              <a:buNone/>
            </a:pPr>
            <a:endParaRPr lang="nl-NL" noProof="0" dirty="0">
              <a:solidFill>
                <a:srgbClr val="FFC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423A5E-8689-B84C-FAB4-35D82ECE1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775" y="2581868"/>
            <a:ext cx="2510648" cy="481012"/>
          </a:xfrm>
          <a:prstGeom prst="rect">
            <a:avLst/>
          </a:prstGeom>
        </p:spPr>
      </p:pic>
      <p:pic>
        <p:nvPicPr>
          <p:cNvPr id="8" name="Picture 7" descr="A picture containing electronics, hard disc, drive&#10;&#10;Description automatically generated">
            <a:extLst>
              <a:ext uri="{FF2B5EF4-FFF2-40B4-BE49-F238E27FC236}">
                <a16:creationId xmlns:a16="http://schemas.microsoft.com/office/drawing/2014/main" id="{E46F01A6-D72C-B10D-9555-631A2DAE84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2143" y="3296698"/>
            <a:ext cx="2523280" cy="183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08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Directory</a:t>
            </a:r>
            <a:endParaRPr lang="nl-NL" noProof="0" dirty="0">
              <a:solidFill>
                <a:srgbClr val="FFC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41EFE7-38B9-734F-D694-10EE483D3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454" y="2410403"/>
            <a:ext cx="6905625" cy="19431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4429991" cy="4351338"/>
          </a:xfrm>
        </p:spPr>
        <p:txBody>
          <a:bodyPr/>
          <a:lstStyle/>
          <a:p>
            <a:pPr marL="0" indent="0">
              <a:buNone/>
            </a:pPr>
            <a:endParaRPr lang="nl-NL" noProof="0" dirty="0"/>
          </a:p>
          <a:p>
            <a:r>
              <a:rPr lang="nl-NL" noProof="0" dirty="0"/>
              <a:t>het maken van Directories</a:t>
            </a:r>
          </a:p>
          <a:p>
            <a:r>
              <a:rPr lang="nl-NL" dirty="0"/>
              <a:t>het </a:t>
            </a:r>
            <a:r>
              <a:rPr lang="nl-NL" noProof="0" dirty="0"/>
              <a:t>bestaan checken</a:t>
            </a:r>
          </a:p>
          <a:p>
            <a:r>
              <a:rPr lang="nl-NL" noProof="0" dirty="0"/>
              <a:t>deleten/move/</a:t>
            </a:r>
            <a:r>
              <a:rPr lang="nl-NL" noProof="0" dirty="0" err="1"/>
              <a:t>rename</a:t>
            </a:r>
            <a:endParaRPr lang="nl-NL" noProof="0" dirty="0"/>
          </a:p>
          <a:p>
            <a:endParaRPr lang="nl-N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B4A273-5CAF-A6AA-7BED-25BFE99E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929" y="4599132"/>
            <a:ext cx="733425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253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 err="1"/>
              <a:t>DirectoryInfo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/>
              <a:t>wat is het volledige pad (</a:t>
            </a:r>
            <a:r>
              <a:rPr lang="nl-NL" noProof="0" dirty="0" err="1"/>
              <a:t>FullName</a:t>
            </a:r>
            <a:r>
              <a:rPr lang="nl-NL" noProof="0" dirty="0"/>
              <a:t>)</a:t>
            </a:r>
          </a:p>
          <a:p>
            <a:r>
              <a:rPr lang="nl-NL" noProof="0" dirty="0"/>
              <a:t>wanneer is deze gemaakt?</a:t>
            </a:r>
          </a:p>
          <a:p>
            <a:r>
              <a:rPr lang="nl-NL" noProof="0" dirty="0"/>
              <a:t>wat is de directory waar deze instaat?</a:t>
            </a:r>
          </a:p>
          <a:p>
            <a:r>
              <a:rPr lang="nl-NL" noProof="0" dirty="0"/>
              <a:t>wat zit er in (files/directories)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C5B373-4DD2-FB98-93D2-3CB9A25F5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84" y="4525633"/>
            <a:ext cx="9153525" cy="2143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50817C-9A38-EDF9-234B-E712502C09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1702"/>
          <a:stretch/>
        </p:blipFill>
        <p:spPr>
          <a:xfrm>
            <a:off x="7091623" y="1490663"/>
            <a:ext cx="4916124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83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File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791201" cy="4284230"/>
          </a:xfrm>
        </p:spPr>
        <p:txBody>
          <a:bodyPr>
            <a:normAutofit/>
          </a:bodyPr>
          <a:lstStyle/>
          <a:p>
            <a:r>
              <a:rPr lang="nl-NL" noProof="0" dirty="0"/>
              <a:t>het maken </a:t>
            </a:r>
            <a:r>
              <a:rPr lang="nl-NL" noProof="0"/>
              <a:t>van Files</a:t>
            </a:r>
            <a:endParaRPr lang="nl-NL" noProof="0" dirty="0"/>
          </a:p>
          <a:p>
            <a:r>
              <a:rPr lang="nl-NL" dirty="0"/>
              <a:t>het </a:t>
            </a:r>
            <a:r>
              <a:rPr lang="nl-NL" noProof="0" dirty="0"/>
              <a:t>bestaan checken</a:t>
            </a:r>
          </a:p>
          <a:p>
            <a:r>
              <a:rPr lang="nl-NL" noProof="0" dirty="0"/>
              <a:t>deleten/move/</a:t>
            </a:r>
            <a:r>
              <a:rPr lang="nl-NL" noProof="0" dirty="0" err="1"/>
              <a:t>rename</a:t>
            </a:r>
            <a:endParaRPr lang="nl-NL" noProof="0" dirty="0"/>
          </a:p>
          <a:p>
            <a:endParaRPr lang="nl-NL" noProof="0" dirty="0"/>
          </a:p>
          <a:p>
            <a:r>
              <a:rPr lang="nl-NL" dirty="0"/>
              <a:t>Snel alle tekst of bytes :</a:t>
            </a:r>
          </a:p>
          <a:p>
            <a:pPr lvl="1"/>
            <a:r>
              <a:rPr lang="nl-NL" dirty="0"/>
              <a:t>inlezen</a:t>
            </a:r>
          </a:p>
          <a:p>
            <a:pPr lvl="1"/>
            <a:r>
              <a:rPr lang="nl-NL" noProof="0" dirty="0"/>
              <a:t>schrijven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467F40-8574-E94E-2B32-3F0054898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609" y="1825625"/>
            <a:ext cx="6248400" cy="324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799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 err="1"/>
              <a:t>FileInfo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/>
              <a:t>wat is het volledige pad (</a:t>
            </a:r>
            <a:r>
              <a:rPr lang="nl-NL" noProof="0" dirty="0" err="1"/>
              <a:t>FullName</a:t>
            </a:r>
            <a:r>
              <a:rPr lang="nl-NL" noProof="0" dirty="0"/>
              <a:t>)</a:t>
            </a:r>
          </a:p>
          <a:p>
            <a:r>
              <a:rPr lang="nl-NL" noProof="0" dirty="0"/>
              <a:t>wanneer is deze gemaakt?</a:t>
            </a:r>
          </a:p>
          <a:p>
            <a:r>
              <a:rPr lang="nl-NL" noProof="0" dirty="0"/>
              <a:t>wat is de directory waar deze instaat?</a:t>
            </a:r>
          </a:p>
          <a:p>
            <a:r>
              <a:rPr lang="nl-NL" noProof="0" dirty="0"/>
              <a:t>hoe groot is de file (in bytes)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3BEB38-63F9-DFB3-9A8E-D671594FD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196" y="4302125"/>
            <a:ext cx="832485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51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Extra Drives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nl-NL" noProof="0" dirty="0"/>
              <a:t>Wat was een drive?</a:t>
            </a:r>
          </a:p>
          <a:p>
            <a:pPr lvl="1"/>
            <a:r>
              <a:rPr lang="nl-NL" dirty="0"/>
              <a:t>Alles met een Driveletter</a:t>
            </a:r>
          </a:p>
          <a:p>
            <a:pPr lvl="1"/>
            <a:r>
              <a:rPr lang="nl-NL" noProof="0" dirty="0"/>
              <a:t>OF</a:t>
            </a:r>
          </a:p>
          <a:p>
            <a:pPr lvl="1"/>
            <a:r>
              <a:rPr lang="nl-NL" dirty="0"/>
              <a:t>Met een </a:t>
            </a:r>
            <a:r>
              <a:rPr lang="nl-NL" dirty="0" err="1"/>
              <a:t>mount</a:t>
            </a:r>
            <a:r>
              <a:rPr lang="nl-NL" dirty="0"/>
              <a:t> point (</a:t>
            </a:r>
            <a:r>
              <a:rPr lang="nl-NL" dirty="0" err="1"/>
              <a:t>linux</a:t>
            </a:r>
            <a:r>
              <a:rPr lang="nl-NL" dirty="0"/>
              <a:t>)</a:t>
            </a:r>
            <a:endParaRPr lang="nl-NL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5F9E56-FA5D-A768-92E2-3CBB96DD3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532" y="3429000"/>
            <a:ext cx="2706012" cy="191862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CE8BC1-8F6F-9370-E95F-CD6237DB4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569" y="1027906"/>
            <a:ext cx="2595095" cy="17147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BB0258-2729-935C-0729-72E2A7D67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556" y="4373413"/>
            <a:ext cx="3194417" cy="191862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528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 err="1"/>
              <a:t>DriveInfo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nl-NL" noProof="0" dirty="0"/>
              <a:t>Drives opvragen</a:t>
            </a:r>
          </a:p>
          <a:p>
            <a:r>
              <a:rPr lang="nl-NL" dirty="0"/>
              <a:t>Extra informatie</a:t>
            </a:r>
            <a:endParaRPr lang="nl-NL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67C04-4848-26A5-D5CB-580C3E942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240" y="3553195"/>
            <a:ext cx="6564957" cy="232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55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Opdrachten</a:t>
            </a:r>
            <a:endParaRPr lang="nl-NL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1BDCC-5E7B-2F1D-8D7B-379EB55BA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046956"/>
            <a:ext cx="4229100" cy="494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39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730</TotalTime>
  <Words>169</Words>
  <Application>Microsoft Office PowerPoint</Application>
  <PresentationFormat>Widescreen</PresentationFormat>
  <Paragraphs>46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C# Deel 2</vt:lpstr>
      <vt:lpstr>Namespace System.IO</vt:lpstr>
      <vt:lpstr>Directory</vt:lpstr>
      <vt:lpstr>DirectoryInfo</vt:lpstr>
      <vt:lpstr>File</vt:lpstr>
      <vt:lpstr>FileInfo</vt:lpstr>
      <vt:lpstr>Extra Drives</vt:lpstr>
      <vt:lpstr>DriveInfo</vt:lpstr>
      <vt:lpstr>Deze 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Deel 2</dc:title>
  <dc:creator>Dragan Javorac</dc:creator>
  <cp:lastModifiedBy>Dragan Javorac</cp:lastModifiedBy>
  <cp:revision>2</cp:revision>
  <cp:lastPrinted>2022-05-23T06:13:09Z</cp:lastPrinted>
  <dcterms:created xsi:type="dcterms:W3CDTF">2022-04-26T11:06:09Z</dcterms:created>
  <dcterms:modified xsi:type="dcterms:W3CDTF">2024-11-19T12:29:21Z</dcterms:modified>
</cp:coreProperties>
</file>