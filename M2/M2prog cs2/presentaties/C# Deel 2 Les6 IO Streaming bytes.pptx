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5"/>
  </p:notesMasterIdLst>
  <p:sldIdLst>
    <p:sldId id="256" r:id="rId5"/>
    <p:sldId id="304" r:id="rId6"/>
    <p:sldId id="293" r:id="rId7"/>
    <p:sldId id="294" r:id="rId8"/>
    <p:sldId id="295" r:id="rId9"/>
    <p:sldId id="296" r:id="rId10"/>
    <p:sldId id="287" r:id="rId11"/>
    <p:sldId id="289" r:id="rId12"/>
    <p:sldId id="300" r:id="rId13"/>
    <p:sldId id="301" r:id="rId14"/>
    <p:sldId id="299" r:id="rId15"/>
    <p:sldId id="288" r:id="rId16"/>
    <p:sldId id="298" r:id="rId17"/>
    <p:sldId id="302" r:id="rId18"/>
    <p:sldId id="290" r:id="rId19"/>
    <p:sldId id="297" r:id="rId20"/>
    <p:sldId id="292" r:id="rId21"/>
    <p:sldId id="291" r:id="rId22"/>
    <p:sldId id="303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49" autoAdjust="0"/>
  </p:normalViewPr>
  <p:slideViewPr>
    <p:cSldViewPr snapToGrid="0">
      <p:cViewPr varScale="1">
        <p:scale>
          <a:sx n="96" d="100"/>
          <a:sy n="96" d="100"/>
        </p:scale>
        <p:origin x="35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FD4F2C99-50EE-4D90-AA85-3996A23C9974}"/>
    <pc:docChg chg="undo custSel addSld delSld modSld sldOrd modMainMaster">
      <pc:chgData name="Dragan Javorac" userId="913c2858-fb97-4c6e-a42c-b1f1a16b225e" providerId="ADAL" clId="{FD4F2C99-50EE-4D90-AA85-3996A23C9974}" dt="2022-05-09T06:29:40.818" v="2299" actId="20577"/>
      <pc:docMkLst>
        <pc:docMk/>
      </pc:docMkLst>
      <pc:sldChg chg="addSp delSp modSp mod setBg">
        <pc:chgData name="Dragan Javorac" userId="913c2858-fb97-4c6e-a42c-b1f1a16b225e" providerId="ADAL" clId="{FD4F2C99-50EE-4D90-AA85-3996A23C9974}" dt="2022-04-28T09:56:02.870" v="1613" actId="21"/>
        <pc:sldMkLst>
          <pc:docMk/>
          <pc:sldMk cId="729763293" sldId="256"/>
        </pc:sldMkLst>
        <pc:spChg chg="mod">
          <ac:chgData name="Dragan Javorac" userId="913c2858-fb97-4c6e-a42c-b1f1a16b225e" providerId="ADAL" clId="{FD4F2C99-50EE-4D90-AA85-3996A23C9974}" dt="2022-04-26T13:19:57.335" v="115" actId="20577"/>
          <ac:spMkLst>
            <pc:docMk/>
            <pc:sldMk cId="729763293" sldId="256"/>
            <ac:spMk id="3" creationId="{14399728-9CFD-4345-B7B5-5B803A05E807}"/>
          </ac:spMkLst>
        </pc:spChg>
        <pc:picChg chg="add del mod">
          <ac:chgData name="Dragan Javorac" userId="913c2858-fb97-4c6e-a42c-b1f1a16b225e" providerId="ADAL" clId="{FD4F2C99-50EE-4D90-AA85-3996A23C9974}" dt="2022-04-28T09:56:02.870" v="1613" actId="21"/>
          <ac:picMkLst>
            <pc:docMk/>
            <pc:sldMk cId="729763293" sldId="256"/>
            <ac:picMk id="5" creationId="{75FDB555-0945-4C60-80F1-4A81689233EE}"/>
          </ac:picMkLst>
        </pc:picChg>
      </pc:sldChg>
      <pc:sldChg chg="del">
        <pc:chgData name="Dragan Javorac" userId="913c2858-fb97-4c6e-a42c-b1f1a16b225e" providerId="ADAL" clId="{FD4F2C99-50EE-4D90-AA85-3996A23C9974}" dt="2022-04-26T13:18:24.338" v="21" actId="47"/>
        <pc:sldMkLst>
          <pc:docMk/>
          <pc:sldMk cId="430353690" sldId="257"/>
        </pc:sldMkLst>
      </pc:sldChg>
      <pc:sldChg chg="del">
        <pc:chgData name="Dragan Javorac" userId="913c2858-fb97-4c6e-a42c-b1f1a16b225e" providerId="ADAL" clId="{FD4F2C99-50EE-4D90-AA85-3996A23C9974}" dt="2022-04-28T06:22:43.844" v="380" actId="2696"/>
        <pc:sldMkLst>
          <pc:docMk/>
          <pc:sldMk cId="546352839" sldId="258"/>
        </pc:sldMkLst>
      </pc:sldChg>
      <pc:sldChg chg="modSp mod setBg">
        <pc:chgData name="Dragan Javorac" userId="913c2858-fb97-4c6e-a42c-b1f1a16b225e" providerId="ADAL" clId="{FD4F2C99-50EE-4D90-AA85-3996A23C9974}" dt="2022-05-08T16:34:20.666" v="2111" actId="20577"/>
        <pc:sldMkLst>
          <pc:docMk/>
          <pc:sldMk cId="3110653216" sldId="259"/>
        </pc:sldMkLst>
        <pc:spChg chg="mod">
          <ac:chgData name="Dragan Javorac" userId="913c2858-fb97-4c6e-a42c-b1f1a16b225e" providerId="ADAL" clId="{FD4F2C99-50EE-4D90-AA85-3996A23C9974}" dt="2022-05-08T16:34:20.666" v="2111" actId="20577"/>
          <ac:spMkLst>
            <pc:docMk/>
            <pc:sldMk cId="3110653216" sldId="259"/>
            <ac:spMk id="3" creationId="{9C1B0ED0-FD23-4DF4-8487-56E64A4517DA}"/>
          </ac:spMkLst>
        </pc:spChg>
      </pc:sldChg>
      <pc:sldChg chg="modSp add mod setBg">
        <pc:chgData name="Dragan Javorac" userId="913c2858-fb97-4c6e-a42c-b1f1a16b225e" providerId="ADAL" clId="{FD4F2C99-50EE-4D90-AA85-3996A23C9974}" dt="2022-05-09T06:29:40.818" v="2299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D4F2C99-50EE-4D90-AA85-3996A23C9974}" dt="2022-04-28T06:22:37.117" v="379" actId="20577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9T06:29:40.818" v="2299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FD4F2C99-50EE-4D90-AA85-3996A23C9974}" dt="2022-04-28T10:07:55.912" v="1782" actId="2696"/>
        <pc:sldMkLst>
          <pc:docMk/>
          <pc:sldMk cId="2461773718" sldId="261"/>
        </pc:sldMkLst>
        <pc:spChg chg="mod">
          <ac:chgData name="Dragan Javorac" userId="913c2858-fb97-4c6e-a42c-b1f1a16b225e" providerId="ADAL" clId="{FD4F2C99-50EE-4D90-AA85-3996A23C9974}" dt="2022-04-28T10:07:31.500" v="1741" actId="20577"/>
          <ac:spMkLst>
            <pc:docMk/>
            <pc:sldMk cId="2461773718" sldId="261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07:48.983" v="1781" actId="20577"/>
          <ac:spMkLst>
            <pc:docMk/>
            <pc:sldMk cId="2461773718" sldId="261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FD4F2C99-50EE-4D90-AA85-3996A23C9974}" dt="2022-04-28T10:07:11.358" v="1734" actId="478"/>
          <ac:picMkLst>
            <pc:docMk/>
            <pc:sldMk cId="2461773718" sldId="261"/>
            <ac:picMk id="5" creationId="{7562378C-C524-4604-B703-694B9896A744}"/>
          </ac:picMkLst>
        </pc:picChg>
        <pc:picChg chg="add del mod">
          <ac:chgData name="Dragan Javorac" userId="913c2858-fb97-4c6e-a42c-b1f1a16b225e" providerId="ADAL" clId="{FD4F2C99-50EE-4D90-AA85-3996A23C9974}" dt="2022-04-28T10:07:18.082" v="1735" actId="478"/>
          <ac:picMkLst>
            <pc:docMk/>
            <pc:sldMk cId="2461773718" sldId="261"/>
            <ac:picMk id="7" creationId="{3D07312A-3C34-4FA0-89F1-F36AA1400183}"/>
          </ac:picMkLst>
        </pc:picChg>
      </pc:sldChg>
      <pc:sldChg chg="modSp add mod">
        <pc:chgData name="Dragan Javorac" userId="913c2858-fb97-4c6e-a42c-b1f1a16b225e" providerId="ADAL" clId="{FD4F2C99-50EE-4D90-AA85-3996A23C9974}" dt="2022-05-08T16:26:19.637" v="2010" actId="313"/>
        <pc:sldMkLst>
          <pc:docMk/>
          <pc:sldMk cId="3673759068" sldId="262"/>
        </pc:sldMkLst>
        <pc:spChg chg="mod">
          <ac:chgData name="Dragan Javorac" userId="913c2858-fb97-4c6e-a42c-b1f1a16b225e" providerId="ADAL" clId="{FD4F2C99-50EE-4D90-AA85-3996A23C9974}" dt="2022-04-28T08:45:34.348" v="1139" actId="20577"/>
          <ac:spMkLst>
            <pc:docMk/>
            <pc:sldMk cId="3673759068" sldId="262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8T16:26:19.637" v="2010" actId="313"/>
          <ac:spMkLst>
            <pc:docMk/>
            <pc:sldMk cId="3673759068" sldId="262"/>
            <ac:spMk id="3" creationId="{9C1B0ED0-FD23-4DF4-8487-56E64A4517DA}"/>
          </ac:spMkLst>
        </pc:spChg>
      </pc:sldChg>
      <pc:sldChg chg="addSp modSp add mod ord">
        <pc:chgData name="Dragan Javorac" userId="913c2858-fb97-4c6e-a42c-b1f1a16b225e" providerId="ADAL" clId="{FD4F2C99-50EE-4D90-AA85-3996A23C9974}" dt="2022-04-28T10:08:33.544" v="1788"/>
        <pc:sldMkLst>
          <pc:docMk/>
          <pc:sldMk cId="3463112225" sldId="263"/>
        </pc:sldMkLst>
        <pc:spChg chg="mod">
          <ac:chgData name="Dragan Javorac" userId="913c2858-fb97-4c6e-a42c-b1f1a16b225e" providerId="ADAL" clId="{FD4F2C99-50EE-4D90-AA85-3996A23C9974}" dt="2022-04-28T09:52:56.463" v="1402" actId="20577"/>
          <ac:spMkLst>
            <pc:docMk/>
            <pc:sldMk cId="3463112225" sldId="263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4:27.546" v="1494" actId="108"/>
          <ac:spMkLst>
            <pc:docMk/>
            <pc:sldMk cId="3463112225" sldId="26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D4F2C99-50EE-4D90-AA85-3996A23C9974}" dt="2022-04-28T09:54:00.380" v="1457" actId="1076"/>
          <ac:picMkLst>
            <pc:docMk/>
            <pc:sldMk cId="3463112225" sldId="263"/>
            <ac:picMk id="5" creationId="{D3266324-B2D1-40FD-A0F3-4B3731EAF7F4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9T06:51:36.983" v="1978" actId="20577"/>
        <pc:sldMkLst>
          <pc:docMk/>
          <pc:sldMk cId="3802254887" sldId="264"/>
        </pc:sldMkLst>
        <pc:spChg chg="mod">
          <ac:chgData name="Dragan Javorac" userId="913c2858-fb97-4c6e-a42c-b1f1a16b225e" providerId="ADAL" clId="{FD4F2C99-50EE-4D90-AA85-3996A23C9974}" dt="2022-04-29T06:49:00.764" v="1909" actId="5793"/>
          <ac:spMkLst>
            <pc:docMk/>
            <pc:sldMk cId="3802254887" sldId="264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5:16.257" v="1535" actId="5793"/>
          <ac:spMkLst>
            <pc:docMk/>
            <pc:sldMk cId="3802254887" sldId="264"/>
            <ac:spMk id="3" creationId="{9C1B0ED0-FD23-4DF4-8487-56E64A4517DA}"/>
          </ac:spMkLst>
        </pc:spChg>
        <pc:spChg chg="add del">
          <ac:chgData name="Dragan Javorac" userId="913c2858-fb97-4c6e-a42c-b1f1a16b225e" providerId="ADAL" clId="{FD4F2C99-50EE-4D90-AA85-3996A23C9974}" dt="2022-04-28T09:55:21.604" v="1537" actId="22"/>
          <ac:spMkLst>
            <pc:docMk/>
            <pc:sldMk cId="3802254887" sldId="264"/>
            <ac:spMk id="6" creationId="{6248A34C-64BB-4FA6-A08B-923295726515}"/>
          </ac:spMkLst>
        </pc:spChg>
        <pc:spChg chg="add mod">
          <ac:chgData name="Dragan Javorac" userId="913c2858-fb97-4c6e-a42c-b1f1a16b225e" providerId="ADAL" clId="{FD4F2C99-50EE-4D90-AA85-3996A23C9974}" dt="2022-04-29T06:51:36.983" v="1978" actId="20577"/>
          <ac:spMkLst>
            <pc:docMk/>
            <pc:sldMk cId="3802254887" sldId="264"/>
            <ac:spMk id="7" creationId="{9231722B-498E-4B92-910F-114371BF5C0C}"/>
          </ac:spMkLst>
        </pc:spChg>
        <pc:picChg chg="add mod">
          <ac:chgData name="Dragan Javorac" userId="913c2858-fb97-4c6e-a42c-b1f1a16b225e" providerId="ADAL" clId="{FD4F2C99-50EE-4D90-AA85-3996A23C9974}" dt="2022-04-29T06:51:24.985" v="1975" actId="1076"/>
          <ac:picMkLst>
            <pc:docMk/>
            <pc:sldMk cId="3802254887" sldId="264"/>
            <ac:picMk id="5" creationId="{318208AF-B5C9-4DF0-A0D5-57347E6ACD3E}"/>
          </ac:picMkLst>
        </pc:picChg>
        <pc:picChg chg="del">
          <ac:chgData name="Dragan Javorac" userId="913c2858-fb97-4c6e-a42c-b1f1a16b225e" providerId="ADAL" clId="{FD4F2C99-50EE-4D90-AA85-3996A23C9974}" dt="2022-04-28T09:56:10.786" v="1616" actId="478"/>
          <ac:picMkLst>
            <pc:docMk/>
            <pc:sldMk cId="3802254887" sldId="264"/>
            <ac:picMk id="5" creationId="{D3266324-B2D1-40FD-A0F3-4B3731EAF7F4}"/>
          </ac:picMkLst>
        </pc:picChg>
        <pc:picChg chg="add del mod">
          <ac:chgData name="Dragan Javorac" userId="913c2858-fb97-4c6e-a42c-b1f1a16b225e" providerId="ADAL" clId="{FD4F2C99-50EE-4D90-AA85-3996A23C9974}" dt="2022-04-29T06:49:34.547" v="1914" actId="478"/>
          <ac:picMkLst>
            <pc:docMk/>
            <pc:sldMk cId="3802254887" sldId="264"/>
            <ac:picMk id="8" creationId="{C1B4BDBD-993F-4302-9AFE-BFDA209A7AA9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11:34.780" v="1883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D4F2C99-50EE-4D90-AA85-3996A23C9974}" dt="2022-04-28T10:10:20.031" v="181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11:34.780" v="1883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FD4F2C99-50EE-4D90-AA85-3996A23C9974}" dt="2022-04-28T10:10:22.476" v="1818" actId="478"/>
          <ac:picMkLst>
            <pc:docMk/>
            <pc:sldMk cId="678353431" sldId="265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11:08.420" v="1822" actId="1076"/>
          <ac:picMkLst>
            <pc:docMk/>
            <pc:sldMk cId="678353431" sldId="265"/>
            <ac:picMk id="6" creationId="{6B8145DF-71BC-4EDD-95D4-F88D3DD450DC}"/>
          </ac:picMkLst>
        </pc:picChg>
        <pc:picChg chg="del mod">
          <ac:chgData name="Dragan Javorac" userId="913c2858-fb97-4c6e-a42c-b1f1a16b225e" providerId="ADAL" clId="{FD4F2C99-50EE-4D90-AA85-3996A23C9974}" dt="2022-04-28T10:10:23.750" v="1820" actId="478"/>
          <ac:picMkLst>
            <pc:docMk/>
            <pc:sldMk cId="678353431" sldId="265"/>
            <ac:picMk id="7" creationId="{3D07312A-3C34-4FA0-89F1-F36AA1400183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08:46.873" v="1801" actId="1076"/>
        <pc:sldMkLst>
          <pc:docMk/>
          <pc:sldMk cId="415422693" sldId="266"/>
        </pc:sldMkLst>
        <pc:spChg chg="mod">
          <ac:chgData name="Dragan Javorac" userId="913c2858-fb97-4c6e-a42c-b1f1a16b225e" providerId="ADAL" clId="{FD4F2C99-50EE-4D90-AA85-3996A23C9974}" dt="2022-04-28T10:08:38.422" v="1798" actId="20577"/>
          <ac:spMkLst>
            <pc:docMk/>
            <pc:sldMk cId="415422693" sldId="266"/>
            <ac:spMk id="2" creationId="{F3046ACF-677C-4C47-B097-C82DB9EF99F7}"/>
          </ac:spMkLst>
        </pc:spChg>
        <pc:spChg chg="del">
          <ac:chgData name="Dragan Javorac" userId="913c2858-fb97-4c6e-a42c-b1f1a16b225e" providerId="ADAL" clId="{FD4F2C99-50EE-4D90-AA85-3996A23C9974}" dt="2022-04-28T10:08:41.149" v="1799" actId="478"/>
          <ac:spMkLst>
            <pc:docMk/>
            <pc:sldMk cId="415422693" sldId="266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D4F2C99-50EE-4D90-AA85-3996A23C9974}" dt="2022-04-28T10:08:44.619" v="1800" actId="478"/>
          <ac:spMkLst>
            <pc:docMk/>
            <pc:sldMk cId="415422693" sldId="266"/>
            <ac:spMk id="9" creationId="{0E74C859-E038-421F-82A4-0A18AF749F77}"/>
          </ac:spMkLst>
        </pc:spChg>
        <pc:picChg chg="del">
          <ac:chgData name="Dragan Javorac" userId="913c2858-fb97-4c6e-a42c-b1f1a16b225e" providerId="ADAL" clId="{FD4F2C99-50EE-4D90-AA85-3996A23C9974}" dt="2022-04-28T10:08:25.178" v="1785" actId="478"/>
          <ac:picMkLst>
            <pc:docMk/>
            <pc:sldMk cId="415422693" sldId="266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08:46.873" v="1801" actId="1076"/>
          <ac:picMkLst>
            <pc:docMk/>
            <pc:sldMk cId="415422693" sldId="266"/>
            <ac:picMk id="6" creationId="{28FD7539-8394-4FD9-A229-2AAA767631D1}"/>
          </ac:picMkLst>
        </pc:picChg>
        <pc:picChg chg="del">
          <ac:chgData name="Dragan Javorac" userId="913c2858-fb97-4c6e-a42c-b1f1a16b225e" providerId="ADAL" clId="{FD4F2C99-50EE-4D90-AA85-3996A23C9974}" dt="2022-04-28T10:08:28.054" v="1786" actId="478"/>
          <ac:picMkLst>
            <pc:docMk/>
            <pc:sldMk cId="415422693" sldId="266"/>
            <ac:picMk id="7" creationId="{3D07312A-3C34-4FA0-89F1-F36AA1400183}"/>
          </ac:picMkLst>
        </pc:picChg>
      </pc:sldChg>
      <pc:sldChg chg="add">
        <pc:chgData name="Dragan Javorac" userId="913c2858-fb97-4c6e-a42c-b1f1a16b225e" providerId="ADAL" clId="{FD4F2C99-50EE-4D90-AA85-3996A23C9974}" dt="2022-04-28T10:10:15.470" v="1804" actId="2890"/>
        <pc:sldMkLst>
          <pc:docMk/>
          <pc:sldMk cId="2010496712" sldId="267"/>
        </pc:sldMkLst>
      </pc:sldChg>
      <pc:sldChg chg="add del">
        <pc:chgData name="Dragan Javorac" userId="913c2858-fb97-4c6e-a42c-b1f1a16b225e" providerId="ADAL" clId="{FD4F2C99-50EE-4D90-AA85-3996A23C9974}" dt="2022-04-28T10:10:12.975" v="1803" actId="47"/>
        <pc:sldMkLst>
          <pc:docMk/>
          <pc:sldMk cId="2775819234" sldId="267"/>
        </pc:sldMkLst>
      </pc:sldChg>
      <pc:sldChg chg="delSp modSp add del mod">
        <pc:chgData name="Dragan Javorac" userId="913c2858-fb97-4c6e-a42c-b1f1a16b225e" providerId="ADAL" clId="{FD4F2C99-50EE-4D90-AA85-3996A23C9974}" dt="2022-04-29T06:48:55.501" v="1898" actId="47"/>
        <pc:sldMkLst>
          <pc:docMk/>
          <pc:sldMk cId="2042584346" sldId="268"/>
        </pc:sldMkLst>
        <pc:spChg chg="mod">
          <ac:chgData name="Dragan Javorac" userId="913c2858-fb97-4c6e-a42c-b1f1a16b225e" providerId="ADAL" clId="{FD4F2C99-50EE-4D90-AA85-3996A23C9974}" dt="2022-04-29T06:48:48.959" v="1895" actId="5793"/>
          <ac:spMkLst>
            <pc:docMk/>
            <pc:sldMk cId="2042584346" sldId="268"/>
            <ac:spMk id="2" creationId="{F3046ACF-677C-4C47-B097-C82DB9EF99F7}"/>
          </ac:spMkLst>
        </pc:spChg>
        <pc:picChg chg="del">
          <ac:chgData name="Dragan Javorac" userId="913c2858-fb97-4c6e-a42c-b1f1a16b225e" providerId="ADAL" clId="{FD4F2C99-50EE-4D90-AA85-3996A23C9974}" dt="2022-04-29T06:48:50.992" v="1896" actId="478"/>
          <ac:picMkLst>
            <pc:docMk/>
            <pc:sldMk cId="2042584346" sldId="268"/>
            <ac:picMk id="6" creationId="{28FD7539-8394-4FD9-A229-2AAA767631D1}"/>
          </ac:picMkLst>
        </pc:picChg>
      </pc:sldChg>
      <pc:sldChg chg="addSp delSp modSp add mod delAnim modAnim">
        <pc:chgData name="Dragan Javorac" userId="913c2858-fb97-4c6e-a42c-b1f1a16b225e" providerId="ADAL" clId="{FD4F2C99-50EE-4D90-AA85-3996A23C9974}" dt="2022-05-08T16:40:13.488" v="2260" actId="20577"/>
        <pc:sldMkLst>
          <pc:docMk/>
          <pc:sldMk cId="146716619" sldId="269"/>
        </pc:sldMkLst>
        <pc:spChg chg="mod">
          <ac:chgData name="Dragan Javorac" userId="913c2858-fb97-4c6e-a42c-b1f1a16b225e" providerId="ADAL" clId="{FD4F2C99-50EE-4D90-AA85-3996A23C9974}" dt="2022-05-08T16:40:13.488" v="2260" actId="20577"/>
          <ac:spMkLst>
            <pc:docMk/>
            <pc:sldMk cId="146716619" sldId="269"/>
            <ac:spMk id="7" creationId="{9231722B-498E-4B92-910F-114371BF5C0C}"/>
          </ac:spMkLst>
        </pc:spChg>
        <pc:picChg chg="add del mod">
          <ac:chgData name="Dragan Javorac" userId="913c2858-fb97-4c6e-a42c-b1f1a16b225e" providerId="ADAL" clId="{FD4F2C99-50EE-4D90-AA85-3996A23C9974}" dt="2022-04-29T06:57:57.088" v="1986" actId="478"/>
          <ac:picMkLst>
            <pc:docMk/>
            <pc:sldMk cId="146716619" sldId="269"/>
            <ac:picMk id="4" creationId="{1E5E63E5-30F6-4F00-9FE8-AE50FB7ABFFF}"/>
          </ac:picMkLst>
        </pc:picChg>
        <pc:picChg chg="add del mod">
          <ac:chgData name="Dragan Javorac" userId="913c2858-fb97-4c6e-a42c-b1f1a16b225e" providerId="ADAL" clId="{FD4F2C99-50EE-4D90-AA85-3996A23C9974}" dt="2022-04-29T07:00:33.817" v="1989" actId="21"/>
          <ac:picMkLst>
            <pc:docMk/>
            <pc:sldMk cId="146716619" sldId="269"/>
            <ac:picMk id="5" creationId="{57CE9EAD-104E-4B30-ACEA-BE0BC96534E5}"/>
          </ac:picMkLst>
        </pc:picChg>
        <pc:picChg chg="add mod ord modCrop">
          <ac:chgData name="Dragan Javorac" userId="913c2858-fb97-4c6e-a42c-b1f1a16b225e" providerId="ADAL" clId="{FD4F2C99-50EE-4D90-AA85-3996A23C9974}" dt="2022-04-29T07:26:17.907" v="2009" actId="1076"/>
          <ac:picMkLst>
            <pc:docMk/>
            <pc:sldMk cId="146716619" sldId="269"/>
            <ac:picMk id="5" creationId="{59DC82C6-6181-4FD9-96F9-D731A94D2805}"/>
          </ac:picMkLst>
        </pc:picChg>
        <pc:picChg chg="mod ord">
          <ac:chgData name="Dragan Javorac" userId="913c2858-fb97-4c6e-a42c-b1f1a16b225e" providerId="ADAL" clId="{FD4F2C99-50EE-4D90-AA85-3996A23C9974}" dt="2022-04-29T07:00:55.875" v="1997" actId="1076"/>
          <ac:picMkLst>
            <pc:docMk/>
            <pc:sldMk cId="146716619" sldId="269"/>
            <ac:picMk id="8" creationId="{C1B4BDBD-993F-4302-9AFE-BFDA209A7AA9}"/>
          </ac:picMkLst>
        </pc:picChg>
        <pc:picChg chg="add del mod">
          <ac:chgData name="Dragan Javorac" userId="913c2858-fb97-4c6e-a42c-b1f1a16b225e" providerId="ADAL" clId="{FD4F2C99-50EE-4D90-AA85-3996A23C9974}" dt="2022-04-29T07:25:03.103" v="1999" actId="478"/>
          <ac:picMkLst>
            <pc:docMk/>
            <pc:sldMk cId="146716619" sldId="269"/>
            <ac:picMk id="9" creationId="{CED1D412-F837-422A-B271-242BCBB773C5}"/>
          </ac:picMkLst>
        </pc:picChg>
      </pc:sldChg>
      <pc:sldMasterChg chg="setBg modSldLayout">
        <pc:chgData name="Dragan Javorac" userId="913c2858-fb97-4c6e-a42c-b1f1a16b225e" providerId="ADAL" clId="{FD4F2C99-50EE-4D90-AA85-3996A23C9974}" dt="2022-04-28T08:42:16.801" v="1081"/>
        <pc:sldMasterMkLst>
          <pc:docMk/>
          <pc:sldMasterMk cId="4036648572" sldId="2147483672"/>
        </pc:sldMasterMkLst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4175983445" sldId="2147483673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641130027" sldId="2147483674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3285852" sldId="2147483675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384087224" sldId="2147483676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617248735" sldId="2147483677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38192987" sldId="2147483678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412065846" sldId="2147483679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99456737" sldId="2147483680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1263093977" sldId="2147483681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887944762" sldId="2147483682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610965066" sldId="2147483683"/>
          </pc:sldLayoutMkLst>
        </pc:sldLayoutChg>
      </pc:sldMasterChg>
    </pc:docChg>
  </pc:docChgLst>
  <pc:docChgLst>
    <pc:chgData name="Dragan Javorac" userId="913c2858-fb97-4c6e-a42c-b1f1a16b225e" providerId="ADAL" clId="{E3F8E234-EC01-4536-930E-80AFDF1B21D1}"/>
    <pc:docChg chg="addSld modSld">
      <pc:chgData name="Dragan Javorac" userId="913c2858-fb97-4c6e-a42c-b1f1a16b225e" providerId="ADAL" clId="{E3F8E234-EC01-4536-930E-80AFDF1B21D1}" dt="2023-05-26T08:14:17.409" v="0"/>
      <pc:docMkLst>
        <pc:docMk/>
      </pc:docMkLst>
      <pc:sldChg chg="add">
        <pc:chgData name="Dragan Javorac" userId="913c2858-fb97-4c6e-a42c-b1f1a16b225e" providerId="ADAL" clId="{E3F8E234-EC01-4536-930E-80AFDF1B21D1}" dt="2023-05-26T08:14:17.409" v="0"/>
        <pc:sldMkLst>
          <pc:docMk/>
          <pc:sldMk cId="2546539525" sldId="278"/>
        </pc:sldMkLst>
      </pc:sldChg>
    </pc:docChg>
  </pc:docChgLst>
  <pc:docChgLst>
    <pc:chgData name="Dragan Javorac" userId="913c2858-fb97-4c6e-a42c-b1f1a16b225e" providerId="ADAL" clId="{FE70B12A-CFD3-4EB0-9FF8-D84C059CC66B}"/>
    <pc:docChg chg="undo custSel addSld delSld modSld">
      <pc:chgData name="Dragan Javorac" userId="913c2858-fb97-4c6e-a42c-b1f1a16b225e" providerId="ADAL" clId="{FE70B12A-CFD3-4EB0-9FF8-D84C059CC66B}" dt="2022-05-12T10:36:56.052" v="1350" actId="20577"/>
      <pc:docMkLst>
        <pc:docMk/>
      </pc:docMkLst>
      <pc:sldChg chg="modSp mod">
        <pc:chgData name="Dragan Javorac" userId="913c2858-fb97-4c6e-a42c-b1f1a16b225e" providerId="ADAL" clId="{FE70B12A-CFD3-4EB0-9FF8-D84C059CC66B}" dt="2022-05-12T10:36:42.241" v="1346" actId="20577"/>
        <pc:sldMkLst>
          <pc:docMk/>
          <pc:sldMk cId="729763293" sldId="256"/>
        </pc:sldMkLst>
        <pc:spChg chg="mod">
          <ac:chgData name="Dragan Javorac" userId="913c2858-fb97-4c6e-a42c-b1f1a16b225e" providerId="ADAL" clId="{FE70B12A-CFD3-4EB0-9FF8-D84C059CC66B}" dt="2022-05-12T10:36:42.241" v="1346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del">
        <pc:chgData name="Dragan Javorac" userId="913c2858-fb97-4c6e-a42c-b1f1a16b225e" providerId="ADAL" clId="{FE70B12A-CFD3-4EB0-9FF8-D84C059CC66B}" dt="2022-05-12T09:27:13.409" v="1055" actId="47"/>
        <pc:sldMkLst>
          <pc:docMk/>
          <pc:sldMk cId="3110653216" sldId="259"/>
        </pc:sldMkLst>
      </pc:sldChg>
      <pc:sldChg chg="modSp mod">
        <pc:chgData name="Dragan Javorac" userId="913c2858-fb97-4c6e-a42c-b1f1a16b225e" providerId="ADAL" clId="{FE70B12A-CFD3-4EB0-9FF8-D84C059CC66B}" dt="2022-05-12T10:05:39.837" v="1345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E70B12A-CFD3-4EB0-9FF8-D84C059CC66B}" dt="2022-05-12T10:05:39.837" v="1345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del">
        <pc:chgData name="Dragan Javorac" userId="913c2858-fb97-4c6e-a42c-b1f1a16b225e" providerId="ADAL" clId="{FE70B12A-CFD3-4EB0-9FF8-D84C059CC66B}" dt="2022-05-12T09:27:30.196" v="1056" actId="47"/>
        <pc:sldMkLst>
          <pc:docMk/>
          <pc:sldMk cId="3673759068" sldId="262"/>
        </pc:sldMkLst>
      </pc:sldChg>
      <pc:sldChg chg="del">
        <pc:chgData name="Dragan Javorac" userId="913c2858-fb97-4c6e-a42c-b1f1a16b225e" providerId="ADAL" clId="{FE70B12A-CFD3-4EB0-9FF8-D84C059CC66B}" dt="2022-05-12T09:12:00.617" v="13" actId="47"/>
        <pc:sldMkLst>
          <pc:docMk/>
          <pc:sldMk cId="3463112225" sldId="263"/>
        </pc:sldMkLst>
      </pc:sldChg>
      <pc:sldChg chg="del">
        <pc:chgData name="Dragan Javorac" userId="913c2858-fb97-4c6e-a42c-b1f1a16b225e" providerId="ADAL" clId="{FE70B12A-CFD3-4EB0-9FF8-D84C059CC66B}" dt="2022-05-12T09:12:01.441" v="14" actId="47"/>
        <pc:sldMkLst>
          <pc:docMk/>
          <pc:sldMk cId="3802254887" sldId="264"/>
        </pc:sldMkLst>
      </pc:sldChg>
      <pc:sldChg chg="addSp delSp modSp mod">
        <pc:chgData name="Dragan Javorac" userId="913c2858-fb97-4c6e-a42c-b1f1a16b225e" providerId="ADAL" clId="{FE70B12A-CFD3-4EB0-9FF8-D84C059CC66B}" dt="2022-05-12T10:36:51.702" v="1347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E70B12A-CFD3-4EB0-9FF8-D84C059CC66B}" dt="2022-05-12T09:12:14.181" v="3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1.702" v="1347" actId="20577"/>
          <ac:spMkLst>
            <pc:docMk/>
            <pc:sldMk cId="678353431" sldId="26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0:35.816" v="428" actId="1076"/>
          <ac:picMkLst>
            <pc:docMk/>
            <pc:sldMk cId="678353431" sldId="265"/>
            <ac:picMk id="5" creationId="{9217EF02-164C-6A9C-1FA4-A03B40835D25}"/>
          </ac:picMkLst>
        </pc:picChg>
        <pc:picChg chg="del">
          <ac:chgData name="Dragan Javorac" userId="913c2858-fb97-4c6e-a42c-b1f1a16b225e" providerId="ADAL" clId="{FE70B12A-CFD3-4EB0-9FF8-D84C059CC66B}" dt="2022-05-12T09:11:43.307" v="0" actId="478"/>
          <ac:picMkLst>
            <pc:docMk/>
            <pc:sldMk cId="678353431" sldId="265"/>
            <ac:picMk id="6" creationId="{6B8145DF-71BC-4EDD-95D4-F88D3DD450DC}"/>
          </ac:picMkLst>
        </pc:picChg>
      </pc:sldChg>
      <pc:sldChg chg="del">
        <pc:chgData name="Dragan Javorac" userId="913c2858-fb97-4c6e-a42c-b1f1a16b225e" providerId="ADAL" clId="{FE70B12A-CFD3-4EB0-9FF8-D84C059CC66B}" dt="2022-05-12T09:11:59.398" v="12" actId="47"/>
        <pc:sldMkLst>
          <pc:docMk/>
          <pc:sldMk cId="415422693" sldId="266"/>
        </pc:sldMkLst>
      </pc:sldChg>
      <pc:sldChg chg="delSp modSp mod">
        <pc:chgData name="Dragan Javorac" userId="913c2858-fb97-4c6e-a42c-b1f1a16b225e" providerId="ADAL" clId="{FE70B12A-CFD3-4EB0-9FF8-D84C059CC66B}" dt="2022-05-12T09:22:10.751" v="678" actId="20577"/>
        <pc:sldMkLst>
          <pc:docMk/>
          <pc:sldMk cId="2010496712" sldId="267"/>
        </pc:sldMkLst>
        <pc:spChg chg="mod">
          <ac:chgData name="Dragan Javorac" userId="913c2858-fb97-4c6e-a42c-b1f1a16b225e" providerId="ADAL" clId="{FE70B12A-CFD3-4EB0-9FF8-D84C059CC66B}" dt="2022-05-12T09:21:03.626" v="454" actId="20577"/>
          <ac:spMkLst>
            <pc:docMk/>
            <pc:sldMk cId="2010496712" sldId="267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2:10.751" v="678" actId="20577"/>
          <ac:spMkLst>
            <pc:docMk/>
            <pc:sldMk cId="2010496712" sldId="267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0:56.265" v="429" actId="478"/>
          <ac:picMkLst>
            <pc:docMk/>
            <pc:sldMk cId="2010496712" sldId="267"/>
            <ac:picMk id="5" creationId="{7562378C-C524-4604-B703-694B9896A744}"/>
          </ac:picMkLst>
        </pc:picChg>
        <pc:picChg chg="del">
          <ac:chgData name="Dragan Javorac" userId="913c2858-fb97-4c6e-a42c-b1f1a16b225e" providerId="ADAL" clId="{FE70B12A-CFD3-4EB0-9FF8-D84C059CC66B}" dt="2022-05-12T09:20:56.621" v="430" actId="478"/>
          <ac:picMkLst>
            <pc:docMk/>
            <pc:sldMk cId="2010496712" sldId="267"/>
            <ac:picMk id="7" creationId="{3D07312A-3C34-4FA0-89F1-F36AA1400183}"/>
          </ac:picMkLst>
        </pc:picChg>
      </pc:sldChg>
      <pc:sldChg chg="del">
        <pc:chgData name="Dragan Javorac" userId="913c2858-fb97-4c6e-a42c-b1f1a16b225e" providerId="ADAL" clId="{FE70B12A-CFD3-4EB0-9FF8-D84C059CC66B}" dt="2022-05-12T09:27:06.079" v="1054" actId="47"/>
        <pc:sldMkLst>
          <pc:docMk/>
          <pc:sldMk cId="146716619" sldId="269"/>
        </pc:sldMkLst>
      </pc:sldChg>
      <pc:sldChg chg="addSp delSp modSp add mod">
        <pc:chgData name="Dragan Javorac" userId="913c2858-fb97-4c6e-a42c-b1f1a16b225e" providerId="ADAL" clId="{FE70B12A-CFD3-4EB0-9FF8-D84C059CC66B}" dt="2022-05-12T10:36:56.052" v="1350" actId="20577"/>
        <pc:sldMkLst>
          <pc:docMk/>
          <pc:sldMk cId="384059242" sldId="270"/>
        </pc:sldMkLst>
        <pc:spChg chg="add del mod">
          <ac:chgData name="Dragan Javorac" userId="913c2858-fb97-4c6e-a42c-b1f1a16b225e" providerId="ADAL" clId="{FE70B12A-CFD3-4EB0-9FF8-D84C059CC66B}" dt="2022-05-12T09:16:14.217" v="348" actId="478"/>
          <ac:spMkLst>
            <pc:docMk/>
            <pc:sldMk cId="384059242" sldId="270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6.052" v="1350" actId="20577"/>
          <ac:spMkLst>
            <pc:docMk/>
            <pc:sldMk cId="384059242" sldId="270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E70B12A-CFD3-4EB0-9FF8-D84C059CC66B}" dt="2022-05-12T09:16:05.702" v="342" actId="478"/>
          <ac:spMkLst>
            <pc:docMk/>
            <pc:sldMk cId="384059242" sldId="270"/>
            <ac:spMk id="7" creationId="{CF99E889-D865-16F5-0BFB-A7B114BB2BFC}"/>
          </ac:spMkLst>
        </pc:spChg>
        <pc:spChg chg="add del mod">
          <ac:chgData name="Dragan Javorac" userId="913c2858-fb97-4c6e-a42c-b1f1a16b225e" providerId="ADAL" clId="{FE70B12A-CFD3-4EB0-9FF8-D84C059CC66B}" dt="2022-05-12T09:16:15.235" v="349" actId="478"/>
          <ac:spMkLst>
            <pc:docMk/>
            <pc:sldMk cId="384059242" sldId="270"/>
            <ac:spMk id="9" creationId="{64650626-8A61-9639-9036-35276C947655}"/>
          </ac:spMkLst>
        </pc:spChg>
        <pc:picChg chg="add mod">
          <ac:chgData name="Dragan Javorac" userId="913c2858-fb97-4c6e-a42c-b1f1a16b225e" providerId="ADAL" clId="{FE70B12A-CFD3-4EB0-9FF8-D84C059CC66B}" dt="2022-05-12T09:15:50.043" v="338" actId="1076"/>
          <ac:picMkLst>
            <pc:docMk/>
            <pc:sldMk cId="384059242" sldId="270"/>
            <ac:picMk id="5" creationId="{E42EB782-AD05-4A92-8CBB-B918CC17AFB0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6:17.106" v="984" actId="20577"/>
        <pc:sldMkLst>
          <pc:docMk/>
          <pc:sldMk cId="4082708953" sldId="271"/>
        </pc:sldMkLst>
        <pc:spChg chg="mod">
          <ac:chgData name="Dragan Javorac" userId="913c2858-fb97-4c6e-a42c-b1f1a16b225e" providerId="ADAL" clId="{FE70B12A-CFD3-4EB0-9FF8-D84C059CC66B}" dt="2022-05-12T09:22:16.687" v="688" actId="20577"/>
          <ac:spMkLst>
            <pc:docMk/>
            <pc:sldMk cId="4082708953" sldId="271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6:17.106" v="984" actId="20577"/>
          <ac:spMkLst>
            <pc:docMk/>
            <pc:sldMk cId="4082708953" sldId="271"/>
            <ac:spMk id="3" creationId="{9C1B0ED0-FD23-4DF4-8487-56E64A4517DA}"/>
          </ac:spMkLst>
        </pc:spChg>
        <pc:graphicFrameChg chg="add del mod">
          <ac:chgData name="Dragan Javorac" userId="913c2858-fb97-4c6e-a42c-b1f1a16b225e" providerId="ADAL" clId="{FE70B12A-CFD3-4EB0-9FF8-D84C059CC66B}" dt="2022-05-12T09:22:32.974" v="717"/>
          <ac:graphicFrameMkLst>
            <pc:docMk/>
            <pc:sldMk cId="4082708953" sldId="271"/>
            <ac:graphicFrameMk id="4" creationId="{1FEB9BE6-CF9B-2E7B-4B8D-0F0B055D3159}"/>
          </ac:graphicFrameMkLst>
        </pc:graphicFrameChg>
        <pc:picChg chg="add del mod">
          <ac:chgData name="Dragan Javorac" userId="913c2858-fb97-4c6e-a42c-b1f1a16b225e" providerId="ADAL" clId="{FE70B12A-CFD3-4EB0-9FF8-D84C059CC66B}" dt="2022-05-12T09:26:01.405" v="926" actId="478"/>
          <ac:picMkLst>
            <pc:docMk/>
            <pc:sldMk cId="4082708953" sldId="271"/>
            <ac:picMk id="6" creationId="{F144889C-0D12-845A-D5ED-B4983F394DFE}"/>
          </ac:picMkLst>
        </pc:picChg>
        <pc:picChg chg="add del mod">
          <ac:chgData name="Dragan Javorac" userId="913c2858-fb97-4c6e-a42c-b1f1a16b225e" providerId="ADAL" clId="{FE70B12A-CFD3-4EB0-9FF8-D84C059CC66B}" dt="2022-05-12T09:26:01.860" v="927" actId="478"/>
          <ac:picMkLst>
            <pc:docMk/>
            <pc:sldMk cId="4082708953" sldId="271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32.610" v="873" actId="1076"/>
        <pc:sldMkLst>
          <pc:docMk/>
          <pc:sldMk cId="1681488424" sldId="272"/>
        </pc:sldMkLst>
        <pc:spChg chg="mod">
          <ac:chgData name="Dragan Javorac" userId="913c2858-fb97-4c6e-a42c-b1f1a16b225e" providerId="ADAL" clId="{FE70B12A-CFD3-4EB0-9FF8-D84C059CC66B}" dt="2022-05-12T09:24:27.512" v="871" actId="20577"/>
          <ac:spMkLst>
            <pc:docMk/>
            <pc:sldMk cId="1681488424" sldId="272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4:07.228" v="805" actId="478"/>
          <ac:picMkLst>
            <pc:docMk/>
            <pc:sldMk cId="1681488424" sldId="272"/>
            <ac:picMk id="6" creationId="{F144889C-0D12-845A-D5ED-B4983F394DFE}"/>
          </ac:picMkLst>
        </pc:picChg>
        <pc:picChg chg="add mod">
          <ac:chgData name="Dragan Javorac" userId="913c2858-fb97-4c6e-a42c-b1f1a16b225e" providerId="ADAL" clId="{FE70B12A-CFD3-4EB0-9FF8-D84C059CC66B}" dt="2022-05-12T09:24:32.610" v="873" actId="1076"/>
          <ac:picMkLst>
            <pc:docMk/>
            <pc:sldMk cId="1681488424" sldId="272"/>
            <ac:picMk id="7" creationId="{F268E0E8-F0ED-0BCA-BA91-C48480405B13}"/>
          </ac:picMkLst>
        </pc:picChg>
        <pc:picChg chg="del">
          <ac:chgData name="Dragan Javorac" userId="913c2858-fb97-4c6e-a42c-b1f1a16b225e" providerId="ADAL" clId="{FE70B12A-CFD3-4EB0-9FF8-D84C059CC66B}" dt="2022-05-12T09:24:07.682" v="806" actId="478"/>
          <ac:picMkLst>
            <pc:docMk/>
            <pc:sldMk cId="1681488424" sldId="272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55.657" v="889" actId="6549"/>
        <pc:sldMkLst>
          <pc:docMk/>
          <pc:sldMk cId="3586748730" sldId="273"/>
        </pc:sldMkLst>
        <pc:spChg chg="mod">
          <ac:chgData name="Dragan Javorac" userId="913c2858-fb97-4c6e-a42c-b1f1a16b225e" providerId="ADAL" clId="{FE70B12A-CFD3-4EB0-9FF8-D84C059CC66B}" dt="2022-05-12T09:24:46.883" v="884" actId="20577"/>
          <ac:spMkLst>
            <pc:docMk/>
            <pc:sldMk cId="3586748730" sldId="273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4:55.657" v="889" actId="6549"/>
          <ac:spMkLst>
            <pc:docMk/>
            <pc:sldMk cId="3586748730" sldId="27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4:53.689" v="888" actId="1076"/>
          <ac:picMkLst>
            <pc:docMk/>
            <pc:sldMk cId="3586748730" sldId="273"/>
            <ac:picMk id="5" creationId="{56904608-D280-7E7A-D82D-30B95D340837}"/>
          </ac:picMkLst>
        </pc:picChg>
        <pc:picChg chg="del">
          <ac:chgData name="Dragan Javorac" userId="913c2858-fb97-4c6e-a42c-b1f1a16b225e" providerId="ADAL" clId="{FE70B12A-CFD3-4EB0-9FF8-D84C059CC66B}" dt="2022-05-12T09:24:50.326" v="887" actId="478"/>
          <ac:picMkLst>
            <pc:docMk/>
            <pc:sldMk cId="3586748730" sldId="273"/>
            <ac:picMk id="7" creationId="{F268E0E8-F0ED-0BCA-BA91-C48480405B13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7:02.954" v="1053" actId="20577"/>
        <pc:sldMkLst>
          <pc:docMk/>
          <pc:sldMk cId="3802576021" sldId="274"/>
        </pc:sldMkLst>
        <pc:spChg chg="mod">
          <ac:chgData name="Dragan Javorac" userId="913c2858-fb97-4c6e-a42c-b1f1a16b225e" providerId="ADAL" clId="{FE70B12A-CFD3-4EB0-9FF8-D84C059CC66B}" dt="2022-05-12T09:25:12.248" v="921" actId="20577"/>
          <ac:spMkLst>
            <pc:docMk/>
            <pc:sldMk cId="3802576021" sldId="274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7:02.954" v="1053" actId="20577"/>
          <ac:spMkLst>
            <pc:docMk/>
            <pc:sldMk cId="3802576021" sldId="274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5:02.817" v="891" actId="478"/>
          <ac:picMkLst>
            <pc:docMk/>
            <pc:sldMk cId="3802576021" sldId="274"/>
            <ac:picMk id="5" creationId="{56904608-D280-7E7A-D82D-30B95D340837}"/>
          </ac:picMkLst>
        </pc:picChg>
        <pc:picChg chg="add mod">
          <ac:chgData name="Dragan Javorac" userId="913c2858-fb97-4c6e-a42c-b1f1a16b225e" providerId="ADAL" clId="{FE70B12A-CFD3-4EB0-9FF8-D84C059CC66B}" dt="2022-05-12T09:25:48.122" v="924" actId="1076"/>
          <ac:picMkLst>
            <pc:docMk/>
            <pc:sldMk cId="3802576021" sldId="274"/>
            <ac:picMk id="6" creationId="{4794BE2E-0CA5-6EA8-9194-55786AE2F7BD}"/>
          </ac:picMkLst>
        </pc:picChg>
      </pc:sldChg>
      <pc:sldChg chg="modSp add mod">
        <pc:chgData name="Dragan Javorac" userId="913c2858-fb97-4c6e-a42c-b1f1a16b225e" providerId="ADAL" clId="{FE70B12A-CFD3-4EB0-9FF8-D84C059CC66B}" dt="2022-05-12T09:26:36.841" v="991" actId="1076"/>
        <pc:sldMkLst>
          <pc:docMk/>
          <pc:sldMk cId="1125492090" sldId="275"/>
        </pc:sldMkLst>
        <pc:spChg chg="mod">
          <ac:chgData name="Dragan Javorac" userId="913c2858-fb97-4c6e-a42c-b1f1a16b225e" providerId="ADAL" clId="{FE70B12A-CFD3-4EB0-9FF8-D84C059CC66B}" dt="2022-05-12T09:26:34.148" v="989" actId="6549"/>
          <ac:spMkLst>
            <pc:docMk/>
            <pc:sldMk cId="1125492090" sldId="275"/>
            <ac:spMk id="3" creationId="{9C1B0ED0-FD23-4DF4-8487-56E64A4517DA}"/>
          </ac:spMkLst>
        </pc:spChg>
        <pc:picChg chg="mod">
          <ac:chgData name="Dragan Javorac" userId="913c2858-fb97-4c6e-a42c-b1f1a16b225e" providerId="ADAL" clId="{FE70B12A-CFD3-4EB0-9FF8-D84C059CC66B}" dt="2022-05-12T09:26:35.653" v="990" actId="1076"/>
          <ac:picMkLst>
            <pc:docMk/>
            <pc:sldMk cId="1125492090" sldId="275"/>
            <ac:picMk id="6" creationId="{F144889C-0D12-845A-D5ED-B4983F394DFE}"/>
          </ac:picMkLst>
        </pc:picChg>
        <pc:picChg chg="mod">
          <ac:chgData name="Dragan Javorac" userId="913c2858-fb97-4c6e-a42c-b1f1a16b225e" providerId="ADAL" clId="{FE70B12A-CFD3-4EB0-9FF8-D84C059CC66B}" dt="2022-05-12T09:26:36.841" v="991" actId="1076"/>
          <ac:picMkLst>
            <pc:docMk/>
            <pc:sldMk cId="1125492090" sldId="275"/>
            <ac:picMk id="8" creationId="{E3533AC7-868B-FB3A-BAFF-58074D651005}"/>
          </ac:picMkLst>
        </pc:picChg>
      </pc:sldChg>
      <pc:sldChg chg="add del">
        <pc:chgData name="Dragan Javorac" userId="913c2858-fb97-4c6e-a42c-b1f1a16b225e" providerId="ADAL" clId="{FE70B12A-CFD3-4EB0-9FF8-D84C059CC66B}" dt="2022-05-12T09:28:23.810" v="1065" actId="2696"/>
        <pc:sldMkLst>
          <pc:docMk/>
          <pc:sldMk cId="394241707" sldId="276"/>
        </pc:sldMkLst>
      </pc:sldChg>
      <pc:sldChg chg="add del">
        <pc:chgData name="Dragan Javorac" userId="913c2858-fb97-4c6e-a42c-b1f1a16b225e" providerId="ADAL" clId="{FE70B12A-CFD3-4EB0-9FF8-D84C059CC66B}" dt="2022-05-12T09:31:28.609" v="1130" actId="2696"/>
        <pc:sldMkLst>
          <pc:docMk/>
          <pc:sldMk cId="3865953187" sldId="276"/>
        </pc:sldMkLst>
      </pc:sldChg>
    </pc:docChg>
  </pc:docChgLst>
  <pc:docChgLst>
    <pc:chgData name="Dragan Javorac" userId="913c2858-fb97-4c6e-a42c-b1f1a16b225e" providerId="ADAL" clId="{49D262A6-DCA3-4328-90FE-BA3056109DD8}"/>
    <pc:docChg chg="custSel modSld">
      <pc:chgData name="Dragan Javorac" userId="913c2858-fb97-4c6e-a42c-b1f1a16b225e" providerId="ADAL" clId="{49D262A6-DCA3-4328-90FE-BA3056109DD8}" dt="2024-05-31T06:49:03.906" v="3" actId="14100"/>
      <pc:docMkLst>
        <pc:docMk/>
      </pc:docMkLst>
      <pc:sldChg chg="addSp delSp modSp mod">
        <pc:chgData name="Dragan Javorac" userId="913c2858-fb97-4c6e-a42c-b1f1a16b225e" providerId="ADAL" clId="{49D262A6-DCA3-4328-90FE-BA3056109DD8}" dt="2024-05-31T06:49:03.906" v="3" actId="14100"/>
        <pc:sldMkLst>
          <pc:docMk/>
          <pc:sldMk cId="2546539525" sldId="278"/>
        </pc:sldMkLst>
        <pc:picChg chg="add mod">
          <ac:chgData name="Dragan Javorac" userId="913c2858-fb97-4c6e-a42c-b1f1a16b225e" providerId="ADAL" clId="{49D262A6-DCA3-4328-90FE-BA3056109DD8}" dt="2024-05-31T06:49:03.906" v="3" actId="14100"/>
          <ac:picMkLst>
            <pc:docMk/>
            <pc:sldMk cId="2546539525" sldId="278"/>
            <ac:picMk id="5" creationId="{6B528AB2-D6A9-7754-3C26-3EC4C8C4CAC6}"/>
          </ac:picMkLst>
        </pc:picChg>
        <pc:picChg chg="del">
          <ac:chgData name="Dragan Javorac" userId="913c2858-fb97-4c6e-a42c-b1f1a16b225e" providerId="ADAL" clId="{49D262A6-DCA3-4328-90FE-BA3056109DD8}" dt="2024-05-31T06:49:01.126" v="0" actId="478"/>
          <ac:picMkLst>
            <pc:docMk/>
            <pc:sldMk cId="2546539525" sldId="278"/>
            <ac:picMk id="6" creationId="{CDA48498-8892-A18D-3B7F-D6ECD9A6D721}"/>
          </ac:picMkLst>
        </pc:picChg>
      </pc:sldChg>
    </pc:docChg>
  </pc:docChgLst>
  <pc:docChgLst>
    <pc:chgData name="Dragan Javorac" userId="913c2858-fb97-4c6e-a42c-b1f1a16b225e" providerId="ADAL" clId="{60FD26E7-5DE1-4B4A-A830-D724793D68AC}"/>
    <pc:docChg chg="undo custSel addSld delSld modSld sldOrd">
      <pc:chgData name="Dragan Javorac" userId="913c2858-fb97-4c6e-a42c-b1f1a16b225e" providerId="ADAL" clId="{60FD26E7-5DE1-4B4A-A830-D724793D68AC}" dt="2022-05-24T09:58:09.703" v="3475" actId="20577"/>
      <pc:docMkLst>
        <pc:docMk/>
      </pc:docMkLst>
      <pc:sldChg chg="modSp mod">
        <pc:chgData name="Dragan Javorac" userId="913c2858-fb97-4c6e-a42c-b1f1a16b225e" providerId="ADAL" clId="{60FD26E7-5DE1-4B4A-A830-D724793D68AC}" dt="2022-05-23T06:10:33.427" v="3456" actId="27636"/>
        <pc:sldMkLst>
          <pc:docMk/>
          <pc:sldMk cId="267494202" sldId="260"/>
        </pc:sldMkLst>
        <pc:spChg chg="mod">
          <ac:chgData name="Dragan Javorac" userId="913c2858-fb97-4c6e-a42c-b1f1a16b225e" providerId="ADAL" clId="{60FD26E7-5DE1-4B4A-A830-D724793D68AC}" dt="2022-05-15T06:51:15.991" v="832" actId="6549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3T06:10:33.427" v="3456" actId="27636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mod">
        <pc:chgData name="Dragan Javorac" userId="913c2858-fb97-4c6e-a42c-b1f1a16b225e" providerId="ADAL" clId="{60FD26E7-5DE1-4B4A-A830-D724793D68AC}" dt="2022-05-12T11:48:26.912" v="391" actId="478"/>
        <pc:sldMkLst>
          <pc:docMk/>
          <pc:sldMk cId="678353431" sldId="265"/>
        </pc:sldMkLst>
        <pc:spChg chg="mod">
          <ac:chgData name="Dragan Javorac" userId="913c2858-fb97-4c6e-a42c-b1f1a16b225e" providerId="ADAL" clId="{60FD26E7-5DE1-4B4A-A830-D724793D68AC}" dt="2022-05-12T11:44:39.802" v="0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2T11:45:07.439" v="119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2T11:45:18.022" v="132" actId="478"/>
          <ac:picMkLst>
            <pc:docMk/>
            <pc:sldMk cId="678353431" sldId="265"/>
            <ac:picMk id="5" creationId="{9217EF02-164C-6A9C-1FA4-A03B40835D25}"/>
          </ac:picMkLst>
        </pc:picChg>
        <pc:picChg chg="add del mod">
          <ac:chgData name="Dragan Javorac" userId="913c2858-fb97-4c6e-a42c-b1f1a16b225e" providerId="ADAL" clId="{60FD26E7-5DE1-4B4A-A830-D724793D68AC}" dt="2022-05-12T11:48:26.912" v="391" actId="478"/>
          <ac:picMkLst>
            <pc:docMk/>
            <pc:sldMk cId="678353431" sldId="265"/>
            <ac:picMk id="6" creationId="{45E1EE70-173C-5B1A-4729-C6743FA89DFB}"/>
          </ac:picMkLst>
        </pc:picChg>
        <pc:picChg chg="add mod">
          <ac:chgData name="Dragan Javorac" userId="913c2858-fb97-4c6e-a42c-b1f1a16b225e" providerId="ADAL" clId="{60FD26E7-5DE1-4B4A-A830-D724793D68AC}" dt="2022-05-12T11:48:24.270" v="389" actId="1076"/>
          <ac:picMkLst>
            <pc:docMk/>
            <pc:sldMk cId="678353431" sldId="265"/>
            <ac:picMk id="7" creationId="{E7BC6891-AFE5-919B-0CB7-18AA2C0EB3CC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2010496712" sldId="267"/>
        </pc:sldMkLst>
      </pc:sldChg>
      <pc:sldChg chg="addSp delSp modSp mod">
        <pc:chgData name="Dragan Javorac" userId="913c2858-fb97-4c6e-a42c-b1f1a16b225e" providerId="ADAL" clId="{60FD26E7-5DE1-4B4A-A830-D724793D68AC}" dt="2022-05-12T11:48:40.387" v="394" actId="1076"/>
        <pc:sldMkLst>
          <pc:docMk/>
          <pc:sldMk cId="384059242" sldId="270"/>
        </pc:sldMkLst>
        <pc:spChg chg="mod">
          <ac:chgData name="Dragan Javorac" userId="913c2858-fb97-4c6e-a42c-b1f1a16b225e" providerId="ADAL" clId="{60FD26E7-5DE1-4B4A-A830-D724793D68AC}" dt="2022-05-12T11:46:32.020" v="385" actId="20577"/>
          <ac:spMkLst>
            <pc:docMk/>
            <pc:sldMk cId="384059242" sldId="270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60FD26E7-5DE1-4B4A-A830-D724793D68AC}" dt="2022-05-12T11:48:29.330" v="392" actId="478"/>
          <ac:picMkLst>
            <pc:docMk/>
            <pc:sldMk cId="384059242" sldId="270"/>
            <ac:picMk id="4" creationId="{428C9801-02B4-E358-996D-A8BEF06AC656}"/>
          </ac:picMkLst>
        </pc:picChg>
        <pc:picChg chg="del">
          <ac:chgData name="Dragan Javorac" userId="913c2858-fb97-4c6e-a42c-b1f1a16b225e" providerId="ADAL" clId="{60FD26E7-5DE1-4B4A-A830-D724793D68AC}" dt="2022-05-12T11:45:16.559" v="131" actId="478"/>
          <ac:picMkLst>
            <pc:docMk/>
            <pc:sldMk cId="384059242" sldId="270"/>
            <ac:picMk id="5" creationId="{E42EB782-AD05-4A92-8CBB-B918CC17AFB0}"/>
          </ac:picMkLst>
        </pc:picChg>
        <pc:picChg chg="add mod">
          <ac:chgData name="Dragan Javorac" userId="913c2858-fb97-4c6e-a42c-b1f1a16b225e" providerId="ADAL" clId="{60FD26E7-5DE1-4B4A-A830-D724793D68AC}" dt="2022-05-12T11:48:40.387" v="394" actId="1076"/>
          <ac:picMkLst>
            <pc:docMk/>
            <pc:sldMk cId="384059242" sldId="270"/>
            <ac:picMk id="6" creationId="{6C4D5AB1-4014-F469-CF47-C1FDA859F46E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4082708953" sldId="271"/>
        </pc:sldMkLst>
      </pc:sldChg>
      <pc:sldChg chg="del">
        <pc:chgData name="Dragan Javorac" userId="913c2858-fb97-4c6e-a42c-b1f1a16b225e" providerId="ADAL" clId="{60FD26E7-5DE1-4B4A-A830-D724793D68AC}" dt="2022-05-12T11:50:21.617" v="419" actId="47"/>
        <pc:sldMkLst>
          <pc:docMk/>
          <pc:sldMk cId="1681488424" sldId="272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586748730" sldId="273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802576021" sldId="274"/>
        </pc:sldMkLst>
      </pc:sldChg>
      <pc:sldChg chg="del">
        <pc:chgData name="Dragan Javorac" userId="913c2858-fb97-4c6e-a42c-b1f1a16b225e" providerId="ADAL" clId="{60FD26E7-5DE1-4B4A-A830-D724793D68AC}" dt="2022-05-12T11:50:27.365" v="421" actId="47"/>
        <pc:sldMkLst>
          <pc:docMk/>
          <pc:sldMk cId="1125492090" sldId="275"/>
        </pc:sldMkLst>
      </pc:sldChg>
      <pc:sldChg chg="addSp delSp modSp add mod">
        <pc:chgData name="Dragan Javorac" userId="913c2858-fb97-4c6e-a42c-b1f1a16b225e" providerId="ADAL" clId="{60FD26E7-5DE1-4B4A-A830-D724793D68AC}" dt="2022-05-12T11:50:07.722" v="417" actId="1076"/>
        <pc:sldMkLst>
          <pc:docMk/>
          <pc:sldMk cId="2739902276" sldId="276"/>
        </pc:sldMkLst>
        <pc:spChg chg="mod">
          <ac:chgData name="Dragan Javorac" userId="913c2858-fb97-4c6e-a42c-b1f1a16b225e" providerId="ADAL" clId="{60FD26E7-5DE1-4B4A-A830-D724793D68AC}" dt="2022-05-12T11:49:03.056" v="414" actId="20577"/>
          <ac:spMkLst>
            <pc:docMk/>
            <pc:sldMk cId="2739902276" sldId="276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2T11:50:07.722" v="417" actId="1076"/>
          <ac:picMkLst>
            <pc:docMk/>
            <pc:sldMk cId="2739902276" sldId="276"/>
            <ac:picMk id="4" creationId="{7BB687DC-B596-5542-76DE-1C65AF01879D}"/>
          </ac:picMkLst>
        </pc:picChg>
        <pc:picChg chg="del">
          <ac:chgData name="Dragan Javorac" userId="913c2858-fb97-4c6e-a42c-b1f1a16b225e" providerId="ADAL" clId="{60FD26E7-5DE1-4B4A-A830-D724793D68AC}" dt="2022-05-12T11:50:06.044" v="416" actId="478"/>
          <ac:picMkLst>
            <pc:docMk/>
            <pc:sldMk cId="2739902276" sldId="276"/>
            <ac:picMk id="6" creationId="{6C4D5AB1-4014-F469-CF47-C1FDA859F46E}"/>
          </ac:picMkLst>
        </pc:picChg>
      </pc:sldChg>
      <pc:sldChg chg="addSp delSp modSp add del mod ord">
        <pc:chgData name="Dragan Javorac" userId="913c2858-fb97-4c6e-a42c-b1f1a16b225e" providerId="ADAL" clId="{60FD26E7-5DE1-4B4A-A830-D724793D68AC}" dt="2022-05-22T18:06:20.653" v="3401" actId="47"/>
        <pc:sldMkLst>
          <pc:docMk/>
          <pc:sldMk cId="1690484953" sldId="277"/>
        </pc:sldMkLst>
        <pc:spChg chg="mod">
          <ac:chgData name="Dragan Javorac" userId="913c2858-fb97-4c6e-a42c-b1f1a16b225e" providerId="ADAL" clId="{60FD26E7-5DE1-4B4A-A830-D724793D68AC}" dt="2022-05-13T08:28:09.599" v="625"/>
          <ac:spMkLst>
            <pc:docMk/>
            <pc:sldMk cId="1690484953" sldId="27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38:46.821" v="1449" actId="27636"/>
          <ac:spMkLst>
            <pc:docMk/>
            <pc:sldMk cId="1690484953" sldId="277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5T13:31:45.757" v="1269" actId="1076"/>
          <ac:picMkLst>
            <pc:docMk/>
            <pc:sldMk cId="1690484953" sldId="277"/>
            <ac:picMk id="5" creationId="{28423A5E-8689-B84C-FAB4-35D82ECE1C0A}"/>
          </ac:picMkLst>
        </pc:picChg>
        <pc:picChg chg="add del mod">
          <ac:chgData name="Dragan Javorac" userId="913c2858-fb97-4c6e-a42c-b1f1a16b225e" providerId="ADAL" clId="{60FD26E7-5DE1-4B4A-A830-D724793D68AC}" dt="2022-05-15T13:31:03.670" v="1264" actId="478"/>
          <ac:picMkLst>
            <pc:docMk/>
            <pc:sldMk cId="1690484953" sldId="277"/>
            <ac:picMk id="6" creationId="{35F90EF2-EF10-81AA-4032-99CF81FFACF7}"/>
          </ac:picMkLst>
        </pc:picChg>
        <pc:picChg chg="del">
          <ac:chgData name="Dragan Javorac" userId="913c2858-fb97-4c6e-a42c-b1f1a16b225e" providerId="ADAL" clId="{60FD26E7-5DE1-4B4A-A830-D724793D68AC}" dt="2022-05-13T08:23:58.396" v="593" actId="478"/>
          <ac:picMkLst>
            <pc:docMk/>
            <pc:sldMk cId="1690484953" sldId="277"/>
            <ac:picMk id="7" creationId="{E7BC6891-AFE5-919B-0CB7-18AA2C0EB3CC}"/>
          </ac:picMkLst>
        </pc:picChg>
        <pc:picChg chg="add mod">
          <ac:chgData name="Dragan Javorac" userId="913c2858-fb97-4c6e-a42c-b1f1a16b225e" providerId="ADAL" clId="{60FD26E7-5DE1-4B4A-A830-D724793D68AC}" dt="2022-05-15T13:31:35.944" v="1267" actId="27614"/>
          <ac:picMkLst>
            <pc:docMk/>
            <pc:sldMk cId="1690484953" sldId="277"/>
            <ac:picMk id="8" creationId="{E46F01A6-D72C-B10D-9555-631A2DAE849B}"/>
          </ac:picMkLst>
        </pc:picChg>
      </pc:sldChg>
      <pc:sldChg chg="modSp add mod">
        <pc:chgData name="Dragan Javorac" userId="913c2858-fb97-4c6e-a42c-b1f1a16b225e" providerId="ADAL" clId="{60FD26E7-5DE1-4B4A-A830-D724793D68AC}" dt="2022-05-17T08:41:43.730" v="1818" actId="27636"/>
        <pc:sldMkLst>
          <pc:docMk/>
          <pc:sldMk cId="2546539525" sldId="278"/>
        </pc:sldMkLst>
        <pc:spChg chg="mod">
          <ac:chgData name="Dragan Javorac" userId="913c2858-fb97-4c6e-a42c-b1f1a16b225e" providerId="ADAL" clId="{60FD26E7-5DE1-4B4A-A830-D724793D68AC}" dt="2022-05-17T08:41:43.730" v="1818" actId="27636"/>
          <ac:spMkLst>
            <pc:docMk/>
            <pc:sldMk cId="2546539525" sldId="278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60FD26E7-5DE1-4B4A-A830-D724793D68AC}" dt="2022-05-22T17:53:16.678" v="3003" actId="47"/>
        <pc:sldMkLst>
          <pc:docMk/>
          <pc:sldMk cId="1696777183" sldId="279"/>
        </pc:sldMkLst>
        <pc:spChg chg="mod">
          <ac:chgData name="Dragan Javorac" userId="913c2858-fb97-4c6e-a42c-b1f1a16b225e" providerId="ADAL" clId="{60FD26E7-5DE1-4B4A-A830-D724793D68AC}" dt="2022-05-22T17:35:11.209" v="2163" actId="20577"/>
          <ac:spMkLst>
            <pc:docMk/>
            <pc:sldMk cId="1696777183" sldId="27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06:52:30.681" v="863" actId="21"/>
          <ac:spMkLst>
            <pc:docMk/>
            <pc:sldMk cId="1696777183" sldId="279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5T06:52:27.706" v="862" actId="478"/>
          <ac:picMkLst>
            <pc:docMk/>
            <pc:sldMk cId="1696777183" sldId="279"/>
            <ac:picMk id="5" creationId="{28423A5E-8689-B84C-FAB4-35D82ECE1C0A}"/>
          </ac:picMkLst>
        </pc:picChg>
        <pc:picChg chg="add mod">
          <ac:chgData name="Dragan Javorac" userId="913c2858-fb97-4c6e-a42c-b1f1a16b225e" providerId="ADAL" clId="{60FD26E7-5DE1-4B4A-A830-D724793D68AC}" dt="2022-05-15T06:52:34.614" v="865" actId="1076"/>
          <ac:picMkLst>
            <pc:docMk/>
            <pc:sldMk cId="1696777183" sldId="279"/>
            <ac:picMk id="6" creationId="{7A4AC1AD-C972-4CE7-0737-1438753469B6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22T18:07:53.742" v="3433" actId="1037"/>
        <pc:sldMkLst>
          <pc:docMk/>
          <pc:sldMk cId="4018253664" sldId="280"/>
        </pc:sldMkLst>
        <pc:spChg chg="mod">
          <ac:chgData name="Dragan Javorac" userId="913c2858-fb97-4c6e-a42c-b1f1a16b225e" providerId="ADAL" clId="{60FD26E7-5DE1-4B4A-A830-D724793D68AC}" dt="2022-05-22T17:59:40.937" v="3144" actId="20577"/>
          <ac:spMkLst>
            <pc:docMk/>
            <pc:sldMk cId="4018253664" sldId="280"/>
            <ac:spMk id="2" creationId="{F3046ACF-677C-4C47-B097-C82DB9EF99F7}"/>
          </ac:spMkLst>
        </pc:spChg>
        <pc:spChg chg="del">
          <ac:chgData name="Dragan Javorac" userId="913c2858-fb97-4c6e-a42c-b1f1a16b225e" providerId="ADAL" clId="{60FD26E7-5DE1-4B4A-A830-D724793D68AC}" dt="2022-05-15T06:53:06.531" v="868"/>
          <ac:spMkLst>
            <pc:docMk/>
            <pc:sldMk cId="4018253664" sldId="280"/>
            <ac:spMk id="3" creationId="{9C1B0ED0-FD23-4DF4-8487-56E64A4517DA}"/>
          </ac:spMkLst>
        </pc:spChg>
        <pc:spChg chg="add mod">
          <ac:chgData name="Dragan Javorac" userId="913c2858-fb97-4c6e-a42c-b1f1a16b225e" providerId="ADAL" clId="{60FD26E7-5DE1-4B4A-A830-D724793D68AC}" dt="2022-05-22T18:01:05.067" v="3251" actId="20577"/>
          <ac:spMkLst>
            <pc:docMk/>
            <pc:sldMk cId="4018253664" sldId="280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06:57:28.679" v="871" actId="478"/>
          <ac:picMkLst>
            <pc:docMk/>
            <pc:sldMk cId="4018253664" sldId="280"/>
            <ac:picMk id="5" creationId="{B4B376CF-4A2C-FCF0-5644-EDBDD6A26494}"/>
          </ac:picMkLst>
        </pc:picChg>
        <pc:picChg chg="del">
          <ac:chgData name="Dragan Javorac" userId="913c2858-fb97-4c6e-a42c-b1f1a16b225e" providerId="ADAL" clId="{60FD26E7-5DE1-4B4A-A830-D724793D68AC}" dt="2022-05-15T06:53:06.129" v="867" actId="478"/>
          <ac:picMkLst>
            <pc:docMk/>
            <pc:sldMk cId="4018253664" sldId="280"/>
            <ac:picMk id="6" creationId="{7A4AC1AD-C972-4CE7-0737-1438753469B6}"/>
          </ac:picMkLst>
        </pc:picChg>
        <pc:picChg chg="add mod">
          <ac:chgData name="Dragan Javorac" userId="913c2858-fb97-4c6e-a42c-b1f1a16b225e" providerId="ADAL" clId="{60FD26E7-5DE1-4B4A-A830-D724793D68AC}" dt="2022-05-22T18:07:53.742" v="3433" actId="1037"/>
          <ac:picMkLst>
            <pc:docMk/>
            <pc:sldMk cId="4018253664" sldId="280"/>
            <ac:picMk id="8" creationId="{1241EFE7-38B9-734F-D694-10EE483D3B4A}"/>
          </ac:picMkLst>
        </pc:picChg>
        <pc:picChg chg="add mod">
          <ac:chgData name="Dragan Javorac" userId="913c2858-fb97-4c6e-a42c-b1f1a16b225e" providerId="ADAL" clId="{60FD26E7-5DE1-4B4A-A830-D724793D68AC}" dt="2022-05-22T18:07:53.742" v="3433" actId="1037"/>
          <ac:picMkLst>
            <pc:docMk/>
            <pc:sldMk cId="4018253664" sldId="280"/>
            <ac:picMk id="12" creationId="{94B4A273-5CAF-A6AA-7BED-25BFE99EFE39}"/>
          </ac:picMkLst>
        </pc:picChg>
        <pc:picChg chg="add del mod">
          <ac:chgData name="Dragan Javorac" userId="913c2858-fb97-4c6e-a42c-b1f1a16b225e" providerId="ADAL" clId="{60FD26E7-5DE1-4B4A-A830-D724793D68AC}" dt="2022-05-15T07:00:19.129" v="1104" actId="478"/>
          <ac:picMkLst>
            <pc:docMk/>
            <pc:sldMk cId="4018253664" sldId="280"/>
            <ac:picMk id="14" creationId="{57FCB5AD-CA68-6778-447C-64825D555C3B}"/>
          </ac:picMkLst>
        </pc:picChg>
      </pc:sldChg>
      <pc:sldChg chg="add del">
        <pc:chgData name="Dragan Javorac" userId="913c2858-fb97-4c6e-a42c-b1f1a16b225e" providerId="ADAL" clId="{60FD26E7-5DE1-4B4A-A830-D724793D68AC}" dt="2022-05-15T07:00:25.353" v="1106" actId="2696"/>
        <pc:sldMkLst>
          <pc:docMk/>
          <pc:sldMk cId="2861790622" sldId="281"/>
        </pc:sldMkLst>
      </pc:sldChg>
      <pc:sldChg chg="addSp delSp modSp add mod">
        <pc:chgData name="Dragan Javorac" userId="913c2858-fb97-4c6e-a42c-b1f1a16b225e" providerId="ADAL" clId="{60FD26E7-5DE1-4B4A-A830-D724793D68AC}" dt="2022-05-22T18:07:46.973" v="3427" actId="1076"/>
        <pc:sldMkLst>
          <pc:docMk/>
          <pc:sldMk cId="1200983595" sldId="282"/>
        </pc:sldMkLst>
        <pc:spChg chg="mod">
          <ac:chgData name="Dragan Javorac" userId="913c2858-fb97-4c6e-a42c-b1f1a16b225e" providerId="ADAL" clId="{60FD26E7-5DE1-4B4A-A830-D724793D68AC}" dt="2022-05-22T17:59:44.126" v="3147" actId="6549"/>
          <ac:spMkLst>
            <pc:docMk/>
            <pc:sldMk cId="1200983595" sldId="282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7:59:56.990" v="3152" actId="14"/>
          <ac:spMkLst>
            <pc:docMk/>
            <pc:sldMk cId="1200983595" sldId="282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22T18:07:37.659" v="3422" actId="1076"/>
          <ac:picMkLst>
            <pc:docMk/>
            <pc:sldMk cId="1200983595" sldId="282"/>
            <ac:picMk id="4" creationId="{31C5B373-4DD2-FB98-93D2-3CB9A25F5DD9}"/>
          </ac:picMkLst>
        </pc:picChg>
        <pc:picChg chg="add mod modCrop">
          <ac:chgData name="Dragan Javorac" userId="913c2858-fb97-4c6e-a42c-b1f1a16b225e" providerId="ADAL" clId="{60FD26E7-5DE1-4B4A-A830-D724793D68AC}" dt="2022-05-22T18:07:46.973" v="3427" actId="1076"/>
          <ac:picMkLst>
            <pc:docMk/>
            <pc:sldMk cId="1200983595" sldId="282"/>
            <ac:picMk id="5" creationId="{4050817C-9A38-EDF9-234B-E712502C092A}"/>
          </ac:picMkLst>
        </pc:picChg>
        <pc:picChg chg="del">
          <ac:chgData name="Dragan Javorac" userId="913c2858-fb97-4c6e-a42c-b1f1a16b225e" providerId="ADAL" clId="{60FD26E7-5DE1-4B4A-A830-D724793D68AC}" dt="2022-05-15T06:59:16.606" v="879" actId="478"/>
          <ac:picMkLst>
            <pc:docMk/>
            <pc:sldMk cId="1200983595" sldId="282"/>
            <ac:picMk id="8" creationId="{1241EFE7-38B9-734F-D694-10EE483D3B4A}"/>
          </ac:picMkLst>
        </pc:picChg>
        <pc:picChg chg="del">
          <ac:chgData name="Dragan Javorac" userId="913c2858-fb97-4c6e-a42c-b1f1a16b225e" providerId="ADAL" clId="{60FD26E7-5DE1-4B4A-A830-D724793D68AC}" dt="2022-05-15T06:59:17.539" v="880" actId="478"/>
          <ac:picMkLst>
            <pc:docMk/>
            <pc:sldMk cId="1200983595" sldId="282"/>
            <ac:picMk id="12" creationId="{94B4A273-5CAF-A6AA-7BED-25BFE99EFE39}"/>
          </ac:picMkLst>
        </pc:picChg>
        <pc:picChg chg="del mod">
          <ac:chgData name="Dragan Javorac" userId="913c2858-fb97-4c6e-a42c-b1f1a16b225e" providerId="ADAL" clId="{60FD26E7-5DE1-4B4A-A830-D724793D68AC}" dt="2022-05-15T13:39:28.796" v="1450" actId="478"/>
          <ac:picMkLst>
            <pc:docMk/>
            <pc:sldMk cId="1200983595" sldId="282"/>
            <ac:picMk id="14" creationId="{57FCB5AD-CA68-6778-447C-64825D555C3B}"/>
          </ac:picMkLst>
        </pc:picChg>
      </pc:sldChg>
      <pc:sldChg chg="addSp delSp modSp add mod modNotesTx">
        <pc:chgData name="Dragan Javorac" userId="913c2858-fb97-4c6e-a42c-b1f1a16b225e" providerId="ADAL" clId="{60FD26E7-5DE1-4B4A-A830-D724793D68AC}" dt="2022-05-24T09:58:09.703" v="3475" actId="20577"/>
        <pc:sldMkLst>
          <pc:docMk/>
          <pc:sldMk cId="2385799803" sldId="283"/>
        </pc:sldMkLst>
        <pc:spChg chg="mod">
          <ac:chgData name="Dragan Javorac" userId="913c2858-fb97-4c6e-a42c-b1f1a16b225e" providerId="ADAL" clId="{60FD26E7-5DE1-4B4A-A830-D724793D68AC}" dt="2022-05-22T18:00:45.932" v="3230" actId="20577"/>
          <ac:spMkLst>
            <pc:docMk/>
            <pc:sldMk cId="2385799803" sldId="283"/>
            <ac:spMk id="2" creationId="{F3046ACF-677C-4C47-B097-C82DB9EF99F7}"/>
          </ac:spMkLst>
        </pc:spChg>
        <pc:spChg chg="add del mod">
          <ac:chgData name="Dragan Javorac" userId="913c2858-fb97-4c6e-a42c-b1f1a16b225e" providerId="ADAL" clId="{60FD26E7-5DE1-4B4A-A830-D724793D68AC}" dt="2022-05-15T13:38:13.403" v="1425" actId="478"/>
          <ac:spMkLst>
            <pc:docMk/>
            <pc:sldMk cId="2385799803" sldId="283"/>
            <ac:spMk id="7" creationId="{760F4800-AF3D-D639-D3F5-F16D31905C0F}"/>
          </ac:spMkLst>
        </pc:spChg>
        <pc:spChg chg="mod">
          <ac:chgData name="Dragan Javorac" userId="913c2858-fb97-4c6e-a42c-b1f1a16b225e" providerId="ADAL" clId="{60FD26E7-5DE1-4B4A-A830-D724793D68AC}" dt="2022-05-24T09:58:09.703" v="3475" actId="20577"/>
          <ac:spMkLst>
            <pc:docMk/>
            <pc:sldMk cId="2385799803" sldId="283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22T17:45:14.321" v="2679" actId="478"/>
          <ac:picMkLst>
            <pc:docMk/>
            <pc:sldMk cId="2385799803" sldId="283"/>
            <ac:picMk id="4" creationId="{6A9F01C7-D336-FC20-4664-EC851CB8FDC9}"/>
          </ac:picMkLst>
        </pc:picChg>
        <pc:picChg chg="add del mod">
          <ac:chgData name="Dragan Javorac" userId="913c2858-fb97-4c6e-a42c-b1f1a16b225e" providerId="ADAL" clId="{60FD26E7-5DE1-4B4A-A830-D724793D68AC}" dt="2022-05-22T17:45:58.077" v="2684" actId="478"/>
          <ac:picMkLst>
            <pc:docMk/>
            <pc:sldMk cId="2385799803" sldId="283"/>
            <ac:picMk id="5" creationId="{2997C795-BEE6-BC17-EC37-058E5DB1C9F6}"/>
          </ac:picMkLst>
        </pc:picChg>
        <pc:picChg chg="add del mod">
          <ac:chgData name="Dragan Javorac" userId="913c2858-fb97-4c6e-a42c-b1f1a16b225e" providerId="ADAL" clId="{60FD26E7-5DE1-4B4A-A830-D724793D68AC}" dt="2022-05-22T17:46:36.462" v="2691" actId="478"/>
          <ac:picMkLst>
            <pc:docMk/>
            <pc:sldMk cId="2385799803" sldId="283"/>
            <ac:picMk id="7" creationId="{94D04FF7-465D-E429-AC82-2EF42744CBEB}"/>
          </ac:picMkLst>
        </pc:picChg>
        <pc:picChg chg="add mod">
          <ac:chgData name="Dragan Javorac" userId="913c2858-fb97-4c6e-a42c-b1f1a16b225e" providerId="ADAL" clId="{60FD26E7-5DE1-4B4A-A830-D724793D68AC}" dt="2022-05-22T18:07:57.526" v="3434" actId="1076"/>
          <ac:picMkLst>
            <pc:docMk/>
            <pc:sldMk cId="2385799803" sldId="283"/>
            <ac:picMk id="9" creationId="{DC467F40-8574-E94E-2B32-3F005489848F}"/>
          </ac:picMkLst>
        </pc:picChg>
        <pc:picChg chg="add del mod">
          <ac:chgData name="Dragan Javorac" userId="913c2858-fb97-4c6e-a42c-b1f1a16b225e" providerId="ADAL" clId="{60FD26E7-5DE1-4B4A-A830-D724793D68AC}" dt="2022-05-22T17:59:04.928" v="3132"/>
          <ac:picMkLst>
            <pc:docMk/>
            <pc:sldMk cId="2385799803" sldId="283"/>
            <ac:picMk id="11" creationId="{BBD60226-4C9E-4619-1476-6990C147B45C}"/>
          </ac:picMkLst>
        </pc:picChg>
        <pc:picChg chg="del">
          <ac:chgData name="Dragan Javorac" userId="913c2858-fb97-4c6e-a42c-b1f1a16b225e" providerId="ADAL" clId="{60FD26E7-5DE1-4B4A-A830-D724793D68AC}" dt="2022-05-15T13:35:29.702" v="1295" actId="478"/>
          <ac:picMkLst>
            <pc:docMk/>
            <pc:sldMk cId="2385799803" sldId="283"/>
            <ac:picMk id="14" creationId="{57FCB5AD-CA68-6778-447C-64825D555C3B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22T18:03:17.248" v="3335" actId="14"/>
        <pc:sldMkLst>
          <pc:docMk/>
          <pc:sldMk cId="3652451323" sldId="284"/>
        </pc:sldMkLst>
        <pc:spChg chg="mod">
          <ac:chgData name="Dragan Javorac" userId="913c2858-fb97-4c6e-a42c-b1f1a16b225e" providerId="ADAL" clId="{60FD26E7-5DE1-4B4A-A830-D724793D68AC}" dt="2022-05-22T18:03:12.962" v="3332" actId="20577"/>
          <ac:spMkLst>
            <pc:docMk/>
            <pc:sldMk cId="3652451323" sldId="284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8:03:17.248" v="3335" actId="14"/>
          <ac:spMkLst>
            <pc:docMk/>
            <pc:sldMk cId="3652451323" sldId="284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13:36:45.427" v="1335" actId="478"/>
          <ac:picMkLst>
            <pc:docMk/>
            <pc:sldMk cId="3652451323" sldId="284"/>
            <ac:picMk id="4" creationId="{F897346D-2A05-C5AC-1109-0AC378D3241C}"/>
          </ac:picMkLst>
        </pc:picChg>
        <pc:picChg chg="add mod">
          <ac:chgData name="Dragan Javorac" userId="913c2858-fb97-4c6e-a42c-b1f1a16b225e" providerId="ADAL" clId="{60FD26E7-5DE1-4B4A-A830-D724793D68AC}" dt="2022-05-15T13:36:47.152" v="1336" actId="1076"/>
          <ac:picMkLst>
            <pc:docMk/>
            <pc:sldMk cId="3652451323" sldId="284"/>
            <ac:picMk id="6" creationId="{613BEB38-63F9-DFB3-9A8E-D671594FD49F}"/>
          </ac:picMkLst>
        </pc:picChg>
        <pc:picChg chg="del">
          <ac:chgData name="Dragan Javorac" userId="913c2858-fb97-4c6e-a42c-b1f1a16b225e" providerId="ADAL" clId="{60FD26E7-5DE1-4B4A-A830-D724793D68AC}" dt="2022-05-15T13:36:23.411" v="1331" actId="478"/>
          <ac:picMkLst>
            <pc:docMk/>
            <pc:sldMk cId="3652451323" sldId="284"/>
            <ac:picMk id="14" creationId="{57FCB5AD-CA68-6778-447C-64825D555C3B}"/>
          </ac:picMkLst>
        </pc:picChg>
      </pc:sldChg>
      <pc:sldChg chg="addSp modSp add mod">
        <pc:chgData name="Dragan Javorac" userId="913c2858-fb97-4c6e-a42c-b1f1a16b225e" providerId="ADAL" clId="{60FD26E7-5DE1-4B4A-A830-D724793D68AC}" dt="2022-05-17T09:29:17.844" v="1821" actId="14100"/>
        <pc:sldMkLst>
          <pc:docMk/>
          <pc:sldMk cId="3591907075" sldId="285"/>
        </pc:sldMkLst>
        <pc:spChg chg="mod">
          <ac:chgData name="Dragan Javorac" userId="913c2858-fb97-4c6e-a42c-b1f1a16b225e" providerId="ADAL" clId="{60FD26E7-5DE1-4B4A-A830-D724793D68AC}" dt="2022-05-15T13:40:02.618" v="1479" actId="20577"/>
          <ac:spMkLst>
            <pc:docMk/>
            <pc:sldMk cId="3591907075" sldId="28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40:10.593" v="1482" actId="27636"/>
          <ac:spMkLst>
            <pc:docMk/>
            <pc:sldMk cId="3591907075" sldId="28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7T09:29:17.844" v="1821" actId="14100"/>
          <ac:picMkLst>
            <pc:docMk/>
            <pc:sldMk cId="3591907075" sldId="285"/>
            <ac:picMk id="4" creationId="{AD12C19C-2DBB-85DC-4846-5F7BD9234F7C}"/>
          </ac:picMkLst>
        </pc:picChg>
      </pc:sldChg>
      <pc:sldChg chg="modSp add mod">
        <pc:chgData name="Dragan Javorac" userId="913c2858-fb97-4c6e-a42c-b1f1a16b225e" providerId="ADAL" clId="{60FD26E7-5DE1-4B4A-A830-D724793D68AC}" dt="2022-05-22T18:07:16.310" v="3419" actId="1076"/>
        <pc:sldMkLst>
          <pc:docMk/>
          <pc:sldMk cId="1880708128" sldId="286"/>
        </pc:sldMkLst>
        <pc:spChg chg="mod">
          <ac:chgData name="Dragan Javorac" userId="913c2858-fb97-4c6e-a42c-b1f1a16b225e" providerId="ADAL" clId="{60FD26E7-5DE1-4B4A-A830-D724793D68AC}" dt="2022-05-22T18:06:35.897" v="3406" actId="14100"/>
          <ac:spMkLst>
            <pc:docMk/>
            <pc:sldMk cId="1880708128" sldId="286"/>
            <ac:spMk id="3" creationId="{9C1B0ED0-FD23-4DF4-8487-56E64A4517DA}"/>
          </ac:spMkLst>
        </pc:spChg>
        <pc:picChg chg="mod">
          <ac:chgData name="Dragan Javorac" userId="913c2858-fb97-4c6e-a42c-b1f1a16b225e" providerId="ADAL" clId="{60FD26E7-5DE1-4B4A-A830-D724793D68AC}" dt="2022-05-22T18:07:07.359" v="3415" actId="1076"/>
          <ac:picMkLst>
            <pc:docMk/>
            <pc:sldMk cId="1880708128" sldId="286"/>
            <ac:picMk id="5" creationId="{28423A5E-8689-B84C-FAB4-35D82ECE1C0A}"/>
          </ac:picMkLst>
        </pc:picChg>
        <pc:picChg chg="mod">
          <ac:chgData name="Dragan Javorac" userId="913c2858-fb97-4c6e-a42c-b1f1a16b225e" providerId="ADAL" clId="{60FD26E7-5DE1-4B4A-A830-D724793D68AC}" dt="2022-05-22T18:07:16.310" v="3419" actId="1076"/>
          <ac:picMkLst>
            <pc:docMk/>
            <pc:sldMk cId="1880708128" sldId="286"/>
            <ac:picMk id="8" creationId="{E46F01A6-D72C-B10D-9555-631A2DAE849B}"/>
          </ac:picMkLst>
        </pc:picChg>
      </pc:sldChg>
      <pc:sldChg chg="add del">
        <pc:chgData name="Dragan Javorac" userId="913c2858-fb97-4c6e-a42c-b1f1a16b225e" providerId="ADAL" clId="{60FD26E7-5DE1-4B4A-A830-D724793D68AC}" dt="2022-05-22T17:32:12.544" v="2012" actId="47"/>
        <pc:sldMkLst>
          <pc:docMk/>
          <pc:sldMk cId="3529042682" sldId="286"/>
        </pc:sldMkLst>
      </pc:sldChg>
      <pc:sldChg chg="addSp delSp modSp add mod ord">
        <pc:chgData name="Dragan Javorac" userId="913c2858-fb97-4c6e-a42c-b1f1a16b225e" providerId="ADAL" clId="{60FD26E7-5DE1-4B4A-A830-D724793D68AC}" dt="2022-05-22T18:04:45.458" v="3355" actId="1076"/>
        <pc:sldMkLst>
          <pc:docMk/>
          <pc:sldMk cId="3375452406" sldId="287"/>
        </pc:sldMkLst>
        <pc:spChg chg="mod">
          <ac:chgData name="Dragan Javorac" userId="913c2858-fb97-4c6e-a42c-b1f1a16b225e" providerId="ADAL" clId="{60FD26E7-5DE1-4B4A-A830-D724793D68AC}" dt="2022-05-22T17:36:22.059" v="2215" actId="20577"/>
          <ac:spMkLst>
            <pc:docMk/>
            <pc:sldMk cId="3375452406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7:56:45.209" v="3067" actId="20577"/>
          <ac:spMkLst>
            <pc:docMk/>
            <pc:sldMk cId="3375452406" sldId="287"/>
            <ac:spMk id="10" creationId="{FB5033DF-5706-B77A-AC84-571C0415A371}"/>
          </ac:spMkLst>
        </pc:spChg>
        <pc:picChg chg="del mod modCrop">
          <ac:chgData name="Dragan Javorac" userId="913c2858-fb97-4c6e-a42c-b1f1a16b225e" providerId="ADAL" clId="{60FD26E7-5DE1-4B4A-A830-D724793D68AC}" dt="2022-05-22T17:46:07.879" v="2689" actId="478"/>
          <ac:picMkLst>
            <pc:docMk/>
            <pc:sldMk cId="3375452406" sldId="287"/>
            <ac:picMk id="4" creationId="{6A9F01C7-D336-FC20-4664-EC851CB8FDC9}"/>
          </ac:picMkLst>
        </pc:picChg>
        <pc:picChg chg="add del mod">
          <ac:chgData name="Dragan Javorac" userId="913c2858-fb97-4c6e-a42c-b1f1a16b225e" providerId="ADAL" clId="{60FD26E7-5DE1-4B4A-A830-D724793D68AC}" dt="2022-05-22T17:40:04.857" v="2535" actId="478"/>
          <ac:picMkLst>
            <pc:docMk/>
            <pc:sldMk cId="3375452406" sldId="287"/>
            <ac:picMk id="5" creationId="{F665F3DF-4F48-5272-2C68-B817A7B93B42}"/>
          </ac:picMkLst>
        </pc:picChg>
        <pc:picChg chg="add del mod">
          <ac:chgData name="Dragan Javorac" userId="913c2858-fb97-4c6e-a42c-b1f1a16b225e" providerId="ADAL" clId="{60FD26E7-5DE1-4B4A-A830-D724793D68AC}" dt="2022-05-22T17:55:49.022" v="3049" actId="478"/>
          <ac:picMkLst>
            <pc:docMk/>
            <pc:sldMk cId="3375452406" sldId="287"/>
            <ac:picMk id="7" creationId="{F25D81BA-D7FC-A035-B5D1-05A40E5D8540}"/>
          </ac:picMkLst>
        </pc:picChg>
        <pc:picChg chg="add del mod modCrop">
          <ac:chgData name="Dragan Javorac" userId="913c2858-fb97-4c6e-a42c-b1f1a16b225e" providerId="ADAL" clId="{60FD26E7-5DE1-4B4A-A830-D724793D68AC}" dt="2022-05-22T17:54:24.891" v="3010" actId="478"/>
          <ac:picMkLst>
            <pc:docMk/>
            <pc:sldMk cId="3375452406" sldId="287"/>
            <ac:picMk id="9" creationId="{26CA451F-8E4F-0961-BCCA-0DC2E81848D0}"/>
          </ac:picMkLst>
        </pc:picChg>
        <pc:picChg chg="add mod modCrop">
          <ac:chgData name="Dragan Javorac" userId="913c2858-fb97-4c6e-a42c-b1f1a16b225e" providerId="ADAL" clId="{60FD26E7-5DE1-4B4A-A830-D724793D68AC}" dt="2022-05-22T18:04:39.936" v="3354" actId="1076"/>
          <ac:picMkLst>
            <pc:docMk/>
            <pc:sldMk cId="3375452406" sldId="287"/>
            <ac:picMk id="11" creationId="{1D42C71D-748D-C092-95AB-269EBDCCFCCC}"/>
          </ac:picMkLst>
        </pc:picChg>
        <pc:picChg chg="add mod">
          <ac:chgData name="Dragan Javorac" userId="913c2858-fb97-4c6e-a42c-b1f1a16b225e" providerId="ADAL" clId="{60FD26E7-5DE1-4B4A-A830-D724793D68AC}" dt="2022-05-22T18:04:39.936" v="3354" actId="1076"/>
          <ac:picMkLst>
            <pc:docMk/>
            <pc:sldMk cId="3375452406" sldId="287"/>
            <ac:picMk id="13" creationId="{C5102998-6E4F-ABE5-B2E3-ADE2A5064C85}"/>
          </ac:picMkLst>
        </pc:picChg>
        <pc:picChg chg="add mod modCrop">
          <ac:chgData name="Dragan Javorac" userId="913c2858-fb97-4c6e-a42c-b1f1a16b225e" providerId="ADAL" clId="{60FD26E7-5DE1-4B4A-A830-D724793D68AC}" dt="2022-05-22T18:04:45.458" v="3355" actId="1076"/>
          <ac:picMkLst>
            <pc:docMk/>
            <pc:sldMk cId="3375452406" sldId="287"/>
            <ac:picMk id="14" creationId="{D3ABA90F-21B5-C164-5539-7DFC03BB4694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23T06:16:33.272" v="3468" actId="1076"/>
        <pc:sldMkLst>
          <pc:docMk/>
          <pc:sldMk cId="1243157361" sldId="288"/>
        </pc:sldMkLst>
        <pc:spChg chg="mod">
          <ac:chgData name="Dragan Javorac" userId="913c2858-fb97-4c6e-a42c-b1f1a16b225e" providerId="ADAL" clId="{60FD26E7-5DE1-4B4A-A830-D724793D68AC}" dt="2022-05-22T17:50:09.849" v="2854" actId="20577"/>
          <ac:spMkLst>
            <pc:docMk/>
            <pc:sldMk cId="1243157361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8:05:27.514" v="3398" actId="20577"/>
          <ac:spMkLst>
            <pc:docMk/>
            <pc:sldMk cId="1243157361" sldId="288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22T18:05:15.434" v="3359" actId="478"/>
          <ac:picMkLst>
            <pc:docMk/>
            <pc:sldMk cId="1243157361" sldId="288"/>
            <ac:picMk id="4" creationId="{B54D2150-0196-46B5-342F-24971E56F7F7}"/>
          </ac:picMkLst>
        </pc:picChg>
        <pc:picChg chg="add mod modCrop">
          <ac:chgData name="Dragan Javorac" userId="913c2858-fb97-4c6e-a42c-b1f1a16b225e" providerId="ADAL" clId="{60FD26E7-5DE1-4B4A-A830-D724793D68AC}" dt="2022-05-23T06:16:33.272" v="3468" actId="1076"/>
          <ac:picMkLst>
            <pc:docMk/>
            <pc:sldMk cId="1243157361" sldId="288"/>
            <ac:picMk id="4" creationId="{C4B4585C-5D68-5A08-92EE-CF264DC6CDE7}"/>
          </ac:picMkLst>
        </pc:picChg>
        <pc:picChg chg="add del mod modCrop">
          <ac:chgData name="Dragan Javorac" userId="913c2858-fb97-4c6e-a42c-b1f1a16b225e" providerId="ADAL" clId="{60FD26E7-5DE1-4B4A-A830-D724793D68AC}" dt="2022-05-22T17:53:36.021" v="3004" actId="478"/>
          <ac:picMkLst>
            <pc:docMk/>
            <pc:sldMk cId="1243157361" sldId="288"/>
            <ac:picMk id="7" creationId="{E5943BBE-8F43-47B9-1164-699960AC2DF3}"/>
          </ac:picMkLst>
        </pc:picChg>
        <pc:picChg chg="del">
          <ac:chgData name="Dragan Javorac" userId="913c2858-fb97-4c6e-a42c-b1f1a16b225e" providerId="ADAL" clId="{60FD26E7-5DE1-4B4A-A830-D724793D68AC}" dt="2022-05-22T17:48:07.293" v="2696" actId="478"/>
          <ac:picMkLst>
            <pc:docMk/>
            <pc:sldMk cId="1243157361" sldId="288"/>
            <ac:picMk id="9" creationId="{DC467F40-8574-E94E-2B32-3F005489848F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23T06:13:02.848" v="3463" actId="6549"/>
        <pc:sldMkLst>
          <pc:docMk/>
          <pc:sldMk cId="3102180251" sldId="289"/>
        </pc:sldMkLst>
        <pc:spChg chg="mod">
          <ac:chgData name="Dragan Javorac" userId="913c2858-fb97-4c6e-a42c-b1f1a16b225e" providerId="ADAL" clId="{60FD26E7-5DE1-4B4A-A830-D724793D68AC}" dt="2022-05-22T17:52:34.493" v="2996" actId="1076"/>
          <ac:spMkLst>
            <pc:docMk/>
            <pc:sldMk cId="3102180251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3T06:13:02.848" v="3463" actId="6549"/>
          <ac:spMkLst>
            <pc:docMk/>
            <pc:sldMk cId="3102180251" sldId="289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23T06:11:47.298" v="3458" actId="1076"/>
          <ac:picMkLst>
            <pc:docMk/>
            <pc:sldMk cId="3102180251" sldId="289"/>
            <ac:picMk id="4" creationId="{B03031FB-9FFD-C475-8597-3E228A46E025}"/>
          </ac:picMkLst>
        </pc:picChg>
        <pc:picChg chg="del">
          <ac:chgData name="Dragan Javorac" userId="913c2858-fb97-4c6e-a42c-b1f1a16b225e" providerId="ADAL" clId="{60FD26E7-5DE1-4B4A-A830-D724793D68AC}" dt="2022-05-22T17:52:30.413" v="2995" actId="478"/>
          <ac:picMkLst>
            <pc:docMk/>
            <pc:sldMk cId="3102180251" sldId="289"/>
            <ac:picMk id="7" creationId="{F25D81BA-D7FC-A035-B5D1-05A40E5D8540}"/>
          </ac:picMkLst>
        </pc:picChg>
        <pc:picChg chg="add mod">
          <ac:chgData name="Dragan Javorac" userId="913c2858-fb97-4c6e-a42c-b1f1a16b225e" providerId="ADAL" clId="{60FD26E7-5DE1-4B4A-A830-D724793D68AC}" dt="2022-05-22T18:05:00.215" v="3358" actId="1076"/>
          <ac:picMkLst>
            <pc:docMk/>
            <pc:sldMk cId="3102180251" sldId="289"/>
            <ac:picMk id="8" creationId="{0CC15AB9-A8C2-D045-847C-CFE5E4B02962}"/>
          </ac:picMkLst>
        </pc:picChg>
        <pc:picChg chg="del">
          <ac:chgData name="Dragan Javorac" userId="913c2858-fb97-4c6e-a42c-b1f1a16b225e" providerId="ADAL" clId="{60FD26E7-5DE1-4B4A-A830-D724793D68AC}" dt="2022-05-22T17:52:22.987" v="2991" actId="478"/>
          <ac:picMkLst>
            <pc:docMk/>
            <pc:sldMk cId="3102180251" sldId="289"/>
            <ac:picMk id="9" creationId="{26CA451F-8E4F-0961-BCCA-0DC2E81848D0}"/>
          </ac:picMkLst>
        </pc:picChg>
      </pc:sldChg>
      <pc:sldChg chg="add del">
        <pc:chgData name="Dragan Javorac" userId="913c2858-fb97-4c6e-a42c-b1f1a16b225e" providerId="ADAL" clId="{60FD26E7-5DE1-4B4A-A830-D724793D68AC}" dt="2022-05-22T18:02:18.188" v="3276" actId="47"/>
        <pc:sldMkLst>
          <pc:docMk/>
          <pc:sldMk cId="592649408" sldId="290"/>
        </pc:sldMkLst>
      </pc:sldChg>
      <pc:sldChg chg="add del">
        <pc:chgData name="Dragan Javorac" userId="913c2858-fb97-4c6e-a42c-b1f1a16b225e" providerId="ADAL" clId="{60FD26E7-5DE1-4B4A-A830-D724793D68AC}" dt="2022-05-22T18:05:45.313" v="3400" actId="47"/>
        <pc:sldMkLst>
          <pc:docMk/>
          <pc:sldMk cId="648422989" sldId="290"/>
        </pc:sldMkLst>
      </pc:sldChg>
    </pc:docChg>
  </pc:docChgLst>
  <pc:docChgLst>
    <pc:chgData name="Dragan Javorac" userId="913c2858-fb97-4c6e-a42c-b1f1a16b225e" providerId="ADAL" clId="{3A52ABF1-2F38-481F-8FB3-DE4BE8CA7C4D}"/>
    <pc:docChg chg="undo custSel addSld delSld modSld sldOrd">
      <pc:chgData name="Dragan Javorac" userId="913c2858-fb97-4c6e-a42c-b1f1a16b225e" providerId="ADAL" clId="{3A52ABF1-2F38-481F-8FB3-DE4BE8CA7C4D}" dt="2023-05-25T07:36:52.918" v="1938" actId="1076"/>
      <pc:docMkLst>
        <pc:docMk/>
      </pc:docMkLst>
      <pc:sldChg chg="del">
        <pc:chgData name="Dragan Javorac" userId="913c2858-fb97-4c6e-a42c-b1f1a16b225e" providerId="ADAL" clId="{3A52ABF1-2F38-481F-8FB3-DE4BE8CA7C4D}" dt="2023-05-23T14:13:47.026" v="2" actId="47"/>
        <pc:sldMkLst>
          <pc:docMk/>
          <pc:sldMk cId="267494202" sldId="260"/>
        </pc:sldMkLst>
      </pc:sldChg>
      <pc:sldChg chg="del">
        <pc:chgData name="Dragan Javorac" userId="913c2858-fb97-4c6e-a42c-b1f1a16b225e" providerId="ADAL" clId="{3A52ABF1-2F38-481F-8FB3-DE4BE8CA7C4D}" dt="2023-05-23T11:38:02.798" v="0" actId="47"/>
        <pc:sldMkLst>
          <pc:docMk/>
          <pc:sldMk cId="678353431" sldId="265"/>
        </pc:sldMkLst>
      </pc:sldChg>
      <pc:sldChg chg="del">
        <pc:chgData name="Dragan Javorac" userId="913c2858-fb97-4c6e-a42c-b1f1a16b225e" providerId="ADAL" clId="{3A52ABF1-2F38-481F-8FB3-DE4BE8CA7C4D}" dt="2023-05-23T11:38:02.798" v="0" actId="47"/>
        <pc:sldMkLst>
          <pc:docMk/>
          <pc:sldMk cId="384059242" sldId="270"/>
        </pc:sldMkLst>
      </pc:sldChg>
      <pc:sldChg chg="del">
        <pc:chgData name="Dragan Javorac" userId="913c2858-fb97-4c6e-a42c-b1f1a16b225e" providerId="ADAL" clId="{3A52ABF1-2F38-481F-8FB3-DE4BE8CA7C4D}" dt="2023-05-23T11:38:02.798" v="0" actId="47"/>
        <pc:sldMkLst>
          <pc:docMk/>
          <pc:sldMk cId="2739902276" sldId="276"/>
        </pc:sldMkLst>
      </pc:sldChg>
      <pc:sldChg chg="del">
        <pc:chgData name="Dragan Javorac" userId="913c2858-fb97-4c6e-a42c-b1f1a16b225e" providerId="ADAL" clId="{3A52ABF1-2F38-481F-8FB3-DE4BE8CA7C4D}" dt="2023-05-23T14:13:49.002" v="4" actId="47"/>
        <pc:sldMkLst>
          <pc:docMk/>
          <pc:sldMk cId="2546539525" sldId="278"/>
        </pc:sldMkLst>
      </pc:sldChg>
      <pc:sldChg chg="del">
        <pc:chgData name="Dragan Javorac" userId="913c2858-fb97-4c6e-a42c-b1f1a16b225e" providerId="ADAL" clId="{3A52ABF1-2F38-481F-8FB3-DE4BE8CA7C4D}" dt="2023-05-23T11:38:06.985" v="1" actId="47"/>
        <pc:sldMkLst>
          <pc:docMk/>
          <pc:sldMk cId="4018253664" sldId="280"/>
        </pc:sldMkLst>
      </pc:sldChg>
      <pc:sldChg chg="del">
        <pc:chgData name="Dragan Javorac" userId="913c2858-fb97-4c6e-a42c-b1f1a16b225e" providerId="ADAL" clId="{3A52ABF1-2F38-481F-8FB3-DE4BE8CA7C4D}" dt="2023-05-23T11:38:06.985" v="1" actId="47"/>
        <pc:sldMkLst>
          <pc:docMk/>
          <pc:sldMk cId="1200983595" sldId="282"/>
        </pc:sldMkLst>
      </pc:sldChg>
      <pc:sldChg chg="del">
        <pc:chgData name="Dragan Javorac" userId="913c2858-fb97-4c6e-a42c-b1f1a16b225e" providerId="ADAL" clId="{3A52ABF1-2F38-481F-8FB3-DE4BE8CA7C4D}" dt="2023-05-23T11:38:06.985" v="1" actId="47"/>
        <pc:sldMkLst>
          <pc:docMk/>
          <pc:sldMk cId="2385799803" sldId="283"/>
        </pc:sldMkLst>
      </pc:sldChg>
      <pc:sldChg chg="del">
        <pc:chgData name="Dragan Javorac" userId="913c2858-fb97-4c6e-a42c-b1f1a16b225e" providerId="ADAL" clId="{3A52ABF1-2F38-481F-8FB3-DE4BE8CA7C4D}" dt="2023-05-23T11:38:06.985" v="1" actId="47"/>
        <pc:sldMkLst>
          <pc:docMk/>
          <pc:sldMk cId="3652451323" sldId="284"/>
        </pc:sldMkLst>
      </pc:sldChg>
      <pc:sldChg chg="del">
        <pc:chgData name="Dragan Javorac" userId="913c2858-fb97-4c6e-a42c-b1f1a16b225e" providerId="ADAL" clId="{3A52ABF1-2F38-481F-8FB3-DE4BE8CA7C4D}" dt="2023-05-23T14:13:47.885" v="3" actId="47"/>
        <pc:sldMkLst>
          <pc:docMk/>
          <pc:sldMk cId="3591907075" sldId="285"/>
        </pc:sldMkLst>
      </pc:sldChg>
      <pc:sldChg chg="del">
        <pc:chgData name="Dragan Javorac" userId="913c2858-fb97-4c6e-a42c-b1f1a16b225e" providerId="ADAL" clId="{3A52ABF1-2F38-481F-8FB3-DE4BE8CA7C4D}" dt="2023-05-23T11:38:02.798" v="0" actId="47"/>
        <pc:sldMkLst>
          <pc:docMk/>
          <pc:sldMk cId="1880708128" sldId="286"/>
        </pc:sldMkLst>
      </pc:sldChg>
      <pc:sldChg chg="addSp delSp modSp mod ord">
        <pc:chgData name="Dragan Javorac" userId="913c2858-fb97-4c6e-a42c-b1f1a16b225e" providerId="ADAL" clId="{3A52ABF1-2F38-481F-8FB3-DE4BE8CA7C4D}" dt="2023-05-24T09:22:57.528" v="1364" actId="14100"/>
        <pc:sldMkLst>
          <pc:docMk/>
          <pc:sldMk cId="3375452406" sldId="287"/>
        </pc:sldMkLst>
        <pc:spChg chg="mod">
          <ac:chgData name="Dragan Javorac" userId="913c2858-fb97-4c6e-a42c-b1f1a16b225e" providerId="ADAL" clId="{3A52ABF1-2F38-481F-8FB3-DE4BE8CA7C4D}" dt="2023-05-24T09:08:57.892" v="1132" actId="20577"/>
          <ac:spMkLst>
            <pc:docMk/>
            <pc:sldMk cId="3375452406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3A52ABF1-2F38-481F-8FB3-DE4BE8CA7C4D}" dt="2023-05-24T09:22:57.528" v="1364" actId="14100"/>
          <ac:spMkLst>
            <pc:docMk/>
            <pc:sldMk cId="3375452406" sldId="287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3A52ABF1-2F38-481F-8FB3-DE4BE8CA7C4D}" dt="2023-05-23T14:22:40.961" v="515" actId="22"/>
          <ac:picMkLst>
            <pc:docMk/>
            <pc:sldMk cId="3375452406" sldId="287"/>
            <ac:picMk id="4" creationId="{741FB78E-8DD8-FC4B-0319-A8BB3A08BC97}"/>
          </ac:picMkLst>
        </pc:picChg>
        <pc:picChg chg="add del mod">
          <ac:chgData name="Dragan Javorac" userId="913c2858-fb97-4c6e-a42c-b1f1a16b225e" providerId="ADAL" clId="{3A52ABF1-2F38-481F-8FB3-DE4BE8CA7C4D}" dt="2023-05-24T09:22:46.731" v="1360" actId="21"/>
          <ac:picMkLst>
            <pc:docMk/>
            <pc:sldMk cId="3375452406" sldId="287"/>
            <ac:picMk id="5" creationId="{DFA47398-6DD7-A90D-79E3-D15631EA03ED}"/>
          </ac:picMkLst>
        </pc:picChg>
        <pc:picChg chg="add del">
          <ac:chgData name="Dragan Javorac" userId="913c2858-fb97-4c6e-a42c-b1f1a16b225e" providerId="ADAL" clId="{3A52ABF1-2F38-481F-8FB3-DE4BE8CA7C4D}" dt="2023-05-23T14:22:45.279" v="518" actId="21"/>
          <ac:picMkLst>
            <pc:docMk/>
            <pc:sldMk cId="3375452406" sldId="287"/>
            <ac:picMk id="14" creationId="{D3ABA90F-21B5-C164-5539-7DFC03BB4694}"/>
          </ac:picMkLst>
        </pc:picChg>
      </pc:sldChg>
      <pc:sldChg chg="addSp delSp modSp mod ord">
        <pc:chgData name="Dragan Javorac" userId="913c2858-fb97-4c6e-a42c-b1f1a16b225e" providerId="ADAL" clId="{3A52ABF1-2F38-481F-8FB3-DE4BE8CA7C4D}" dt="2023-05-23T14:22:47.254" v="520" actId="1076"/>
        <pc:sldMkLst>
          <pc:docMk/>
          <pc:sldMk cId="1243157361" sldId="288"/>
        </pc:sldMkLst>
        <pc:spChg chg="mod">
          <ac:chgData name="Dragan Javorac" userId="913c2858-fb97-4c6e-a42c-b1f1a16b225e" providerId="ADAL" clId="{3A52ABF1-2F38-481F-8FB3-DE4BE8CA7C4D}" dt="2023-05-23T14:17:38.091" v="240" actId="21"/>
          <ac:spMkLst>
            <pc:docMk/>
            <pc:sldMk cId="1243157361" sldId="288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3A52ABF1-2F38-481F-8FB3-DE4BE8CA7C4D}" dt="2023-05-23T14:22:47.254" v="520" actId="1076"/>
          <ac:picMkLst>
            <pc:docMk/>
            <pc:sldMk cId="1243157361" sldId="288"/>
            <ac:picMk id="3" creationId="{27BD629A-56EA-DDFD-5703-59FE046FB2E6}"/>
          </ac:picMkLst>
        </pc:picChg>
        <pc:picChg chg="del">
          <ac:chgData name="Dragan Javorac" userId="913c2858-fb97-4c6e-a42c-b1f1a16b225e" providerId="ADAL" clId="{3A52ABF1-2F38-481F-8FB3-DE4BE8CA7C4D}" dt="2023-05-23T14:17:29.309" v="235" actId="21"/>
          <ac:picMkLst>
            <pc:docMk/>
            <pc:sldMk cId="1243157361" sldId="288"/>
            <ac:picMk id="4" creationId="{C4B4585C-5D68-5A08-92EE-CF264DC6CDE7}"/>
          </ac:picMkLst>
        </pc:picChg>
      </pc:sldChg>
      <pc:sldChg chg="addSp delSp modSp mod">
        <pc:chgData name="Dragan Javorac" userId="913c2858-fb97-4c6e-a42c-b1f1a16b225e" providerId="ADAL" clId="{3A52ABF1-2F38-481F-8FB3-DE4BE8CA7C4D}" dt="2023-05-24T09:23:29.364" v="1433" actId="1076"/>
        <pc:sldMkLst>
          <pc:docMk/>
          <pc:sldMk cId="3102180251" sldId="289"/>
        </pc:sldMkLst>
        <pc:spChg chg="mod">
          <ac:chgData name="Dragan Javorac" userId="913c2858-fb97-4c6e-a42c-b1f1a16b225e" providerId="ADAL" clId="{3A52ABF1-2F38-481F-8FB3-DE4BE8CA7C4D}" dt="2023-05-24T09:23:19.242" v="1429" actId="20577"/>
          <ac:spMkLst>
            <pc:docMk/>
            <pc:sldMk cId="3102180251" sldId="289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3A52ABF1-2F38-481F-8FB3-DE4BE8CA7C4D}" dt="2023-05-24T09:08:23.485" v="1121" actId="478"/>
          <ac:picMkLst>
            <pc:docMk/>
            <pc:sldMk cId="3102180251" sldId="289"/>
            <ac:picMk id="3" creationId="{84FFA5BC-2959-FD7F-ECCC-3006C3213905}"/>
          </ac:picMkLst>
        </pc:picChg>
        <pc:picChg chg="del">
          <ac:chgData name="Dragan Javorac" userId="913c2858-fb97-4c6e-a42c-b1f1a16b225e" providerId="ADAL" clId="{3A52ABF1-2F38-481F-8FB3-DE4BE8CA7C4D}" dt="2023-05-24T09:12:45.679" v="1150" actId="478"/>
          <ac:picMkLst>
            <pc:docMk/>
            <pc:sldMk cId="3102180251" sldId="289"/>
            <ac:picMk id="4" creationId="{B03031FB-9FFD-C475-8597-3E228A46E025}"/>
          </ac:picMkLst>
        </pc:picChg>
        <pc:picChg chg="add del mod">
          <ac:chgData name="Dragan Javorac" userId="913c2858-fb97-4c6e-a42c-b1f1a16b225e" providerId="ADAL" clId="{3A52ABF1-2F38-481F-8FB3-DE4BE8CA7C4D}" dt="2023-05-24T09:18:03.840" v="1156" actId="478"/>
          <ac:picMkLst>
            <pc:docMk/>
            <pc:sldMk cId="3102180251" sldId="289"/>
            <ac:picMk id="6" creationId="{5A433392-1818-15F2-AC87-E1CEC579C004}"/>
          </ac:picMkLst>
        </pc:picChg>
        <pc:picChg chg="mod">
          <ac:chgData name="Dragan Javorac" userId="913c2858-fb97-4c6e-a42c-b1f1a16b225e" providerId="ADAL" clId="{3A52ABF1-2F38-481F-8FB3-DE4BE8CA7C4D}" dt="2023-05-24T09:23:29.364" v="1433" actId="1076"/>
          <ac:picMkLst>
            <pc:docMk/>
            <pc:sldMk cId="3102180251" sldId="289"/>
            <ac:picMk id="8" creationId="{0CC15AB9-A8C2-D045-847C-CFE5E4B02962}"/>
          </ac:picMkLst>
        </pc:picChg>
        <pc:picChg chg="add del mod">
          <ac:chgData name="Dragan Javorac" userId="913c2858-fb97-4c6e-a42c-b1f1a16b225e" providerId="ADAL" clId="{3A52ABF1-2F38-481F-8FB3-DE4BE8CA7C4D}" dt="2023-05-24T09:22:36.028" v="1348" actId="478"/>
          <ac:picMkLst>
            <pc:docMk/>
            <pc:sldMk cId="3102180251" sldId="289"/>
            <ac:picMk id="9" creationId="{64DF7566-1428-8B69-9B8E-71E39E93956E}"/>
          </ac:picMkLst>
        </pc:picChg>
        <pc:picChg chg="add mod">
          <ac:chgData name="Dragan Javorac" userId="913c2858-fb97-4c6e-a42c-b1f1a16b225e" providerId="ADAL" clId="{3A52ABF1-2F38-481F-8FB3-DE4BE8CA7C4D}" dt="2023-05-24T09:23:28.249" v="1432" actId="1076"/>
          <ac:picMkLst>
            <pc:docMk/>
            <pc:sldMk cId="3102180251" sldId="289"/>
            <ac:picMk id="11" creationId="{E2AA807D-2111-A119-55A2-A4C71F623F70}"/>
          </ac:picMkLst>
        </pc:picChg>
      </pc:sldChg>
      <pc:sldChg chg="addSp delSp modSp add mod ord">
        <pc:chgData name="Dragan Javorac" userId="913c2858-fb97-4c6e-a42c-b1f1a16b225e" providerId="ADAL" clId="{3A52ABF1-2F38-481F-8FB3-DE4BE8CA7C4D}" dt="2023-05-23T14:17:05.817" v="228" actId="20577"/>
        <pc:sldMkLst>
          <pc:docMk/>
          <pc:sldMk cId="2489867701" sldId="290"/>
        </pc:sldMkLst>
        <pc:spChg chg="mod">
          <ac:chgData name="Dragan Javorac" userId="913c2858-fb97-4c6e-a42c-b1f1a16b225e" providerId="ADAL" clId="{3A52ABF1-2F38-481F-8FB3-DE4BE8CA7C4D}" dt="2023-05-23T14:14:43.991" v="39" actId="20577"/>
          <ac:spMkLst>
            <pc:docMk/>
            <pc:sldMk cId="2489867701" sldId="290"/>
            <ac:spMk id="2" creationId="{F3046ACF-677C-4C47-B097-C82DB9EF99F7}"/>
          </ac:spMkLst>
        </pc:spChg>
        <pc:spChg chg="add">
          <ac:chgData name="Dragan Javorac" userId="913c2858-fb97-4c6e-a42c-b1f1a16b225e" providerId="ADAL" clId="{3A52ABF1-2F38-481F-8FB3-DE4BE8CA7C4D}" dt="2023-05-23T14:16:42.466" v="185" actId="11529"/>
          <ac:spMkLst>
            <pc:docMk/>
            <pc:sldMk cId="2489867701" sldId="290"/>
            <ac:spMk id="5" creationId="{BCF485B1-F4F0-B498-D9D5-C549F1DC5F28}"/>
          </ac:spMkLst>
        </pc:spChg>
        <pc:spChg chg="mod">
          <ac:chgData name="Dragan Javorac" userId="913c2858-fb97-4c6e-a42c-b1f1a16b225e" providerId="ADAL" clId="{3A52ABF1-2F38-481F-8FB3-DE4BE8CA7C4D}" dt="2023-05-23T14:17:05.817" v="228" actId="20577"/>
          <ac:spMkLst>
            <pc:docMk/>
            <pc:sldMk cId="2489867701" sldId="290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3A52ABF1-2F38-481F-8FB3-DE4BE8CA7C4D}" dt="2023-05-23T14:16:45.432" v="186" actId="14100"/>
          <ac:picMkLst>
            <pc:docMk/>
            <pc:sldMk cId="2489867701" sldId="290"/>
            <ac:picMk id="4" creationId="{78B5328E-322C-25B5-CE46-3C837D50F7DE}"/>
          </ac:picMkLst>
        </pc:picChg>
        <pc:picChg chg="del">
          <ac:chgData name="Dragan Javorac" userId="913c2858-fb97-4c6e-a42c-b1f1a16b225e" providerId="ADAL" clId="{3A52ABF1-2F38-481F-8FB3-DE4BE8CA7C4D}" dt="2023-05-23T14:14:46.571" v="41" actId="478"/>
          <ac:picMkLst>
            <pc:docMk/>
            <pc:sldMk cId="2489867701" sldId="290"/>
            <ac:picMk id="11" creationId="{1D42C71D-748D-C092-95AB-269EBDCCFCCC}"/>
          </ac:picMkLst>
        </pc:picChg>
        <pc:picChg chg="del">
          <ac:chgData name="Dragan Javorac" userId="913c2858-fb97-4c6e-a42c-b1f1a16b225e" providerId="ADAL" clId="{3A52ABF1-2F38-481F-8FB3-DE4BE8CA7C4D}" dt="2023-05-23T14:14:46.173" v="40" actId="478"/>
          <ac:picMkLst>
            <pc:docMk/>
            <pc:sldMk cId="2489867701" sldId="290"/>
            <ac:picMk id="13" creationId="{C5102998-6E4F-ABE5-B2E3-ADE2A5064C85}"/>
          </ac:picMkLst>
        </pc:picChg>
        <pc:picChg chg="del">
          <ac:chgData name="Dragan Javorac" userId="913c2858-fb97-4c6e-a42c-b1f1a16b225e" providerId="ADAL" clId="{3A52ABF1-2F38-481F-8FB3-DE4BE8CA7C4D}" dt="2023-05-23T14:15:18.897" v="175" actId="478"/>
          <ac:picMkLst>
            <pc:docMk/>
            <pc:sldMk cId="2489867701" sldId="290"/>
            <ac:picMk id="14" creationId="{D3ABA90F-21B5-C164-5539-7DFC03BB4694}"/>
          </ac:picMkLst>
        </pc:picChg>
      </pc:sldChg>
      <pc:sldChg chg="addSp delSp modSp add mod ord">
        <pc:chgData name="Dragan Javorac" userId="913c2858-fb97-4c6e-a42c-b1f1a16b225e" providerId="ADAL" clId="{3A52ABF1-2F38-481F-8FB3-DE4BE8CA7C4D}" dt="2023-05-23T14:20:47.074" v="504" actId="20577"/>
        <pc:sldMkLst>
          <pc:docMk/>
          <pc:sldMk cId="2247619677" sldId="291"/>
        </pc:sldMkLst>
        <pc:spChg chg="mod">
          <ac:chgData name="Dragan Javorac" userId="913c2858-fb97-4c6e-a42c-b1f1a16b225e" providerId="ADAL" clId="{3A52ABF1-2F38-481F-8FB3-DE4BE8CA7C4D}" dt="2023-05-23T14:17:26.927" v="234" actId="20577"/>
          <ac:spMkLst>
            <pc:docMk/>
            <pc:sldMk cId="2247619677" sldId="291"/>
            <ac:spMk id="2" creationId="{F3046ACF-677C-4C47-B097-C82DB9EF99F7}"/>
          </ac:spMkLst>
        </pc:spChg>
        <pc:spChg chg="del">
          <ac:chgData name="Dragan Javorac" userId="913c2858-fb97-4c6e-a42c-b1f1a16b225e" providerId="ADAL" clId="{3A52ABF1-2F38-481F-8FB3-DE4BE8CA7C4D}" dt="2023-05-23T14:20:27.049" v="413" actId="478"/>
          <ac:spMkLst>
            <pc:docMk/>
            <pc:sldMk cId="2247619677" sldId="291"/>
            <ac:spMk id="5" creationId="{BCF485B1-F4F0-B498-D9D5-C549F1DC5F28}"/>
          </ac:spMkLst>
        </pc:spChg>
        <pc:spChg chg="mod">
          <ac:chgData name="Dragan Javorac" userId="913c2858-fb97-4c6e-a42c-b1f1a16b225e" providerId="ADAL" clId="{3A52ABF1-2F38-481F-8FB3-DE4BE8CA7C4D}" dt="2023-05-23T14:20:47.074" v="504" actId="20577"/>
          <ac:spMkLst>
            <pc:docMk/>
            <pc:sldMk cId="2247619677" sldId="291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3A52ABF1-2F38-481F-8FB3-DE4BE8CA7C4D}" dt="2023-05-23T14:19:10.814" v="321" actId="478"/>
          <ac:picMkLst>
            <pc:docMk/>
            <pc:sldMk cId="2247619677" sldId="291"/>
            <ac:picMk id="3" creationId="{00D10A36-86FC-B1AC-8238-D8F124E5B0CF}"/>
          </ac:picMkLst>
        </pc:picChg>
        <pc:picChg chg="del mod">
          <ac:chgData name="Dragan Javorac" userId="913c2858-fb97-4c6e-a42c-b1f1a16b225e" providerId="ADAL" clId="{3A52ABF1-2F38-481F-8FB3-DE4BE8CA7C4D}" dt="2023-05-23T14:17:32.775" v="238" actId="478"/>
          <ac:picMkLst>
            <pc:docMk/>
            <pc:sldMk cId="2247619677" sldId="291"/>
            <ac:picMk id="4" creationId="{78B5328E-322C-25B5-CE46-3C837D50F7DE}"/>
          </ac:picMkLst>
        </pc:picChg>
        <pc:picChg chg="add del mod">
          <ac:chgData name="Dragan Javorac" userId="913c2858-fb97-4c6e-a42c-b1f1a16b225e" providerId="ADAL" clId="{3A52ABF1-2F38-481F-8FB3-DE4BE8CA7C4D}" dt="2023-05-23T14:20:28.154" v="414" actId="1076"/>
          <ac:picMkLst>
            <pc:docMk/>
            <pc:sldMk cId="2247619677" sldId="291"/>
            <ac:picMk id="7" creationId="{2D496D03-298F-383A-F9CD-092639CC579E}"/>
          </ac:picMkLst>
        </pc:picChg>
        <pc:picChg chg="add del mod">
          <ac:chgData name="Dragan Javorac" userId="913c2858-fb97-4c6e-a42c-b1f1a16b225e" providerId="ADAL" clId="{3A52ABF1-2F38-481F-8FB3-DE4BE8CA7C4D}" dt="2023-05-23T14:20:26.090" v="412" actId="478"/>
          <ac:picMkLst>
            <pc:docMk/>
            <pc:sldMk cId="2247619677" sldId="291"/>
            <ac:picMk id="9" creationId="{57AFCE80-7504-D2E2-B942-2C16FE5D6A59}"/>
          </ac:picMkLst>
        </pc:picChg>
      </pc:sldChg>
      <pc:sldChg chg="addSp delSp modSp add mod">
        <pc:chgData name="Dragan Javorac" userId="913c2858-fb97-4c6e-a42c-b1f1a16b225e" providerId="ADAL" clId="{3A52ABF1-2F38-481F-8FB3-DE4BE8CA7C4D}" dt="2023-05-23T14:20:20.508" v="408" actId="478"/>
        <pc:sldMkLst>
          <pc:docMk/>
          <pc:sldMk cId="1555148894" sldId="292"/>
        </pc:sldMkLst>
        <pc:spChg chg="del">
          <ac:chgData name="Dragan Javorac" userId="913c2858-fb97-4c6e-a42c-b1f1a16b225e" providerId="ADAL" clId="{3A52ABF1-2F38-481F-8FB3-DE4BE8CA7C4D}" dt="2023-05-23T14:20:20.508" v="408" actId="478"/>
          <ac:spMkLst>
            <pc:docMk/>
            <pc:sldMk cId="1555148894" sldId="292"/>
            <ac:spMk id="5" creationId="{BCF485B1-F4F0-B498-D9D5-C549F1DC5F28}"/>
          </ac:spMkLst>
        </pc:spChg>
        <pc:spChg chg="mod">
          <ac:chgData name="Dragan Javorac" userId="913c2858-fb97-4c6e-a42c-b1f1a16b225e" providerId="ADAL" clId="{3A52ABF1-2F38-481F-8FB3-DE4BE8CA7C4D}" dt="2023-05-23T14:20:16.815" v="406" actId="27636"/>
          <ac:spMkLst>
            <pc:docMk/>
            <pc:sldMk cId="1555148894" sldId="292"/>
            <ac:spMk id="10" creationId="{FB5033DF-5706-B77A-AC84-571C0415A371}"/>
          </ac:spMkLst>
        </pc:spChg>
        <pc:picChg chg="add del">
          <ac:chgData name="Dragan Javorac" userId="913c2858-fb97-4c6e-a42c-b1f1a16b225e" providerId="ADAL" clId="{3A52ABF1-2F38-481F-8FB3-DE4BE8CA7C4D}" dt="2023-05-23T14:19:55.076" v="345" actId="478"/>
          <ac:picMkLst>
            <pc:docMk/>
            <pc:sldMk cId="1555148894" sldId="292"/>
            <ac:picMk id="7" creationId="{2D496D03-298F-383A-F9CD-092639CC579E}"/>
          </ac:picMkLst>
        </pc:picChg>
        <pc:picChg chg="mod">
          <ac:chgData name="Dragan Javorac" userId="913c2858-fb97-4c6e-a42c-b1f1a16b225e" providerId="ADAL" clId="{3A52ABF1-2F38-481F-8FB3-DE4BE8CA7C4D}" dt="2023-05-23T14:20:18.643" v="407" actId="1076"/>
          <ac:picMkLst>
            <pc:docMk/>
            <pc:sldMk cId="1555148894" sldId="292"/>
            <ac:picMk id="9" creationId="{57AFCE80-7504-D2E2-B942-2C16FE5D6A59}"/>
          </ac:picMkLst>
        </pc:picChg>
      </pc:sldChg>
      <pc:sldChg chg="add del">
        <pc:chgData name="Dragan Javorac" userId="913c2858-fb97-4c6e-a42c-b1f1a16b225e" providerId="ADAL" clId="{3A52ABF1-2F38-481F-8FB3-DE4BE8CA7C4D}" dt="2023-05-24T08:49:03.355" v="522" actId="2890"/>
        <pc:sldMkLst>
          <pc:docMk/>
          <pc:sldMk cId="3738128214" sldId="293"/>
        </pc:sldMkLst>
      </pc:sldChg>
      <pc:sldChg chg="addSp delSp modSp add mod">
        <pc:chgData name="Dragan Javorac" userId="913c2858-fb97-4c6e-a42c-b1f1a16b225e" providerId="ADAL" clId="{3A52ABF1-2F38-481F-8FB3-DE4BE8CA7C4D}" dt="2023-05-24T08:55:01.718" v="749" actId="20577"/>
        <pc:sldMkLst>
          <pc:docMk/>
          <pc:sldMk cId="4115886742" sldId="293"/>
        </pc:sldMkLst>
        <pc:spChg chg="mod">
          <ac:chgData name="Dragan Javorac" userId="913c2858-fb97-4c6e-a42c-b1f1a16b225e" providerId="ADAL" clId="{3A52ABF1-2F38-481F-8FB3-DE4BE8CA7C4D}" dt="2023-05-24T08:51:54.525" v="552" actId="20577"/>
          <ac:spMkLst>
            <pc:docMk/>
            <pc:sldMk cId="4115886742" sldId="293"/>
            <ac:spMk id="2" creationId="{F3046ACF-677C-4C47-B097-C82DB9EF99F7}"/>
          </ac:spMkLst>
        </pc:spChg>
        <pc:spChg chg="mod">
          <ac:chgData name="Dragan Javorac" userId="913c2858-fb97-4c6e-a42c-b1f1a16b225e" providerId="ADAL" clId="{3A52ABF1-2F38-481F-8FB3-DE4BE8CA7C4D}" dt="2023-05-24T08:55:01.718" v="749" actId="20577"/>
          <ac:spMkLst>
            <pc:docMk/>
            <pc:sldMk cId="4115886742" sldId="293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3A52ABF1-2F38-481F-8FB3-DE4BE8CA7C4D}" dt="2023-05-24T08:53:14.057" v="707" actId="1076"/>
          <ac:picMkLst>
            <pc:docMk/>
            <pc:sldMk cId="4115886742" sldId="293"/>
            <ac:picMk id="4" creationId="{636F9C3D-2962-909D-7EF5-3D2A7C7FB9CA}"/>
          </ac:picMkLst>
        </pc:picChg>
        <pc:picChg chg="del">
          <ac:chgData name="Dragan Javorac" userId="913c2858-fb97-4c6e-a42c-b1f1a16b225e" providerId="ADAL" clId="{3A52ABF1-2F38-481F-8FB3-DE4BE8CA7C4D}" dt="2023-05-24T08:53:01.457" v="662" actId="478"/>
          <ac:picMkLst>
            <pc:docMk/>
            <pc:sldMk cId="4115886742" sldId="293"/>
            <ac:picMk id="5" creationId="{DFA47398-6DD7-A90D-79E3-D15631EA03ED}"/>
          </ac:picMkLst>
        </pc:picChg>
        <pc:picChg chg="del">
          <ac:chgData name="Dragan Javorac" userId="913c2858-fb97-4c6e-a42c-b1f1a16b225e" providerId="ADAL" clId="{3A52ABF1-2F38-481F-8FB3-DE4BE8CA7C4D}" dt="2023-05-24T08:51:45.239" v="532" actId="478"/>
          <ac:picMkLst>
            <pc:docMk/>
            <pc:sldMk cId="4115886742" sldId="293"/>
            <ac:picMk id="11" creationId="{1D42C71D-748D-C092-95AB-269EBDCCFCCC}"/>
          </ac:picMkLst>
        </pc:picChg>
        <pc:picChg chg="del">
          <ac:chgData name="Dragan Javorac" userId="913c2858-fb97-4c6e-a42c-b1f1a16b225e" providerId="ADAL" clId="{3A52ABF1-2F38-481F-8FB3-DE4BE8CA7C4D}" dt="2023-05-24T08:51:45.816" v="533" actId="478"/>
          <ac:picMkLst>
            <pc:docMk/>
            <pc:sldMk cId="4115886742" sldId="293"/>
            <ac:picMk id="13" creationId="{C5102998-6E4F-ABE5-B2E3-ADE2A5064C85}"/>
          </ac:picMkLst>
        </pc:picChg>
      </pc:sldChg>
      <pc:sldChg chg="addSp delSp modSp add mod">
        <pc:chgData name="Dragan Javorac" userId="913c2858-fb97-4c6e-a42c-b1f1a16b225e" providerId="ADAL" clId="{3A52ABF1-2F38-481F-8FB3-DE4BE8CA7C4D}" dt="2023-05-24T08:59:10.529" v="828" actId="20577"/>
        <pc:sldMkLst>
          <pc:docMk/>
          <pc:sldMk cId="653525805" sldId="294"/>
        </pc:sldMkLst>
        <pc:spChg chg="mod">
          <ac:chgData name="Dragan Javorac" userId="913c2858-fb97-4c6e-a42c-b1f1a16b225e" providerId="ADAL" clId="{3A52ABF1-2F38-481F-8FB3-DE4BE8CA7C4D}" dt="2023-05-24T08:59:10.529" v="828" actId="20577"/>
          <ac:spMkLst>
            <pc:docMk/>
            <pc:sldMk cId="653525805" sldId="294"/>
            <ac:spMk id="2" creationId="{F3046ACF-677C-4C47-B097-C82DB9EF99F7}"/>
          </ac:spMkLst>
        </pc:spChg>
        <pc:spChg chg="mod">
          <ac:chgData name="Dragan Javorac" userId="913c2858-fb97-4c6e-a42c-b1f1a16b225e" providerId="ADAL" clId="{3A52ABF1-2F38-481F-8FB3-DE4BE8CA7C4D}" dt="2023-05-24T08:59:01.951" v="824" actId="20577"/>
          <ac:spMkLst>
            <pc:docMk/>
            <pc:sldMk cId="653525805" sldId="294"/>
            <ac:spMk id="10" creationId="{FB5033DF-5706-B77A-AC84-571C0415A371}"/>
          </ac:spMkLst>
        </pc:spChg>
        <pc:picChg chg="del">
          <ac:chgData name="Dragan Javorac" userId="913c2858-fb97-4c6e-a42c-b1f1a16b225e" providerId="ADAL" clId="{3A52ABF1-2F38-481F-8FB3-DE4BE8CA7C4D}" dt="2023-05-24T08:58:08.040" v="756" actId="478"/>
          <ac:picMkLst>
            <pc:docMk/>
            <pc:sldMk cId="653525805" sldId="294"/>
            <ac:picMk id="4" creationId="{636F9C3D-2962-909D-7EF5-3D2A7C7FB9CA}"/>
          </ac:picMkLst>
        </pc:picChg>
        <pc:picChg chg="add mod">
          <ac:chgData name="Dragan Javorac" userId="913c2858-fb97-4c6e-a42c-b1f1a16b225e" providerId="ADAL" clId="{3A52ABF1-2F38-481F-8FB3-DE4BE8CA7C4D}" dt="2023-05-24T08:59:04.685" v="825" actId="1076"/>
          <ac:picMkLst>
            <pc:docMk/>
            <pc:sldMk cId="653525805" sldId="294"/>
            <ac:picMk id="5" creationId="{9CC0C428-9305-9E32-3F2A-EDEDD5F89594}"/>
          </ac:picMkLst>
        </pc:picChg>
        <pc:picChg chg="add mod">
          <ac:chgData name="Dragan Javorac" userId="913c2858-fb97-4c6e-a42c-b1f1a16b225e" providerId="ADAL" clId="{3A52ABF1-2F38-481F-8FB3-DE4BE8CA7C4D}" dt="2023-05-24T08:59:08.212" v="827" actId="1076"/>
          <ac:picMkLst>
            <pc:docMk/>
            <pc:sldMk cId="653525805" sldId="294"/>
            <ac:picMk id="7" creationId="{89497D9F-53B4-40B8-89A8-12C4319229C8}"/>
          </ac:picMkLst>
        </pc:picChg>
        <pc:picChg chg="add mod">
          <ac:chgData name="Dragan Javorac" userId="913c2858-fb97-4c6e-a42c-b1f1a16b225e" providerId="ADAL" clId="{3A52ABF1-2F38-481F-8FB3-DE4BE8CA7C4D}" dt="2023-05-24T08:59:06.120" v="826" actId="1076"/>
          <ac:picMkLst>
            <pc:docMk/>
            <pc:sldMk cId="653525805" sldId="294"/>
            <ac:picMk id="9" creationId="{3771B745-5C5A-8C73-7F67-D30DBCF30A2E}"/>
          </ac:picMkLst>
        </pc:picChg>
      </pc:sldChg>
      <pc:sldChg chg="addSp delSp modSp add mod">
        <pc:chgData name="Dragan Javorac" userId="913c2858-fb97-4c6e-a42c-b1f1a16b225e" providerId="ADAL" clId="{3A52ABF1-2F38-481F-8FB3-DE4BE8CA7C4D}" dt="2023-05-24T09:00:28.333" v="894" actId="1076"/>
        <pc:sldMkLst>
          <pc:docMk/>
          <pc:sldMk cId="3162446255" sldId="295"/>
        </pc:sldMkLst>
        <pc:spChg chg="mod">
          <ac:chgData name="Dragan Javorac" userId="913c2858-fb97-4c6e-a42c-b1f1a16b225e" providerId="ADAL" clId="{3A52ABF1-2F38-481F-8FB3-DE4BE8CA7C4D}" dt="2023-05-24T08:59:16.939" v="835" actId="20577"/>
          <ac:spMkLst>
            <pc:docMk/>
            <pc:sldMk cId="3162446255" sldId="295"/>
            <ac:spMk id="2" creationId="{F3046ACF-677C-4C47-B097-C82DB9EF99F7}"/>
          </ac:spMkLst>
        </pc:spChg>
        <pc:spChg chg="mod">
          <ac:chgData name="Dragan Javorac" userId="913c2858-fb97-4c6e-a42c-b1f1a16b225e" providerId="ADAL" clId="{3A52ABF1-2F38-481F-8FB3-DE4BE8CA7C4D}" dt="2023-05-24T09:00:24.429" v="891" actId="27636"/>
          <ac:spMkLst>
            <pc:docMk/>
            <pc:sldMk cId="3162446255" sldId="295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3A52ABF1-2F38-481F-8FB3-DE4BE8CA7C4D}" dt="2023-05-24T09:00:28.333" v="894" actId="1076"/>
          <ac:picMkLst>
            <pc:docMk/>
            <pc:sldMk cId="3162446255" sldId="295"/>
            <ac:picMk id="4" creationId="{4E5D5166-5AD9-B3C2-0EFA-B7B9084A3773}"/>
          </ac:picMkLst>
        </pc:picChg>
        <pc:picChg chg="del">
          <ac:chgData name="Dragan Javorac" userId="913c2858-fb97-4c6e-a42c-b1f1a16b225e" providerId="ADAL" clId="{3A52ABF1-2F38-481F-8FB3-DE4BE8CA7C4D}" dt="2023-05-24T09:00:10.936" v="840" actId="478"/>
          <ac:picMkLst>
            <pc:docMk/>
            <pc:sldMk cId="3162446255" sldId="295"/>
            <ac:picMk id="5" creationId="{9CC0C428-9305-9E32-3F2A-EDEDD5F89594}"/>
          </ac:picMkLst>
        </pc:picChg>
        <pc:picChg chg="del">
          <ac:chgData name="Dragan Javorac" userId="913c2858-fb97-4c6e-a42c-b1f1a16b225e" providerId="ADAL" clId="{3A52ABF1-2F38-481F-8FB3-DE4BE8CA7C4D}" dt="2023-05-24T09:00:10.022" v="839" actId="478"/>
          <ac:picMkLst>
            <pc:docMk/>
            <pc:sldMk cId="3162446255" sldId="295"/>
            <ac:picMk id="7" creationId="{89497D9F-53B4-40B8-89A8-12C4319229C8}"/>
          </ac:picMkLst>
        </pc:picChg>
        <pc:picChg chg="add mod">
          <ac:chgData name="Dragan Javorac" userId="913c2858-fb97-4c6e-a42c-b1f1a16b225e" providerId="ADAL" clId="{3A52ABF1-2F38-481F-8FB3-DE4BE8CA7C4D}" dt="2023-05-24T09:00:25.844" v="892" actId="1076"/>
          <ac:picMkLst>
            <pc:docMk/>
            <pc:sldMk cId="3162446255" sldId="295"/>
            <ac:picMk id="8" creationId="{F85548AC-A074-7DC0-CA03-DD4827EE53F9}"/>
          </ac:picMkLst>
        </pc:picChg>
        <pc:picChg chg="del">
          <ac:chgData name="Dragan Javorac" userId="913c2858-fb97-4c6e-a42c-b1f1a16b225e" providerId="ADAL" clId="{3A52ABF1-2F38-481F-8FB3-DE4BE8CA7C4D}" dt="2023-05-24T09:00:11.549" v="841" actId="478"/>
          <ac:picMkLst>
            <pc:docMk/>
            <pc:sldMk cId="3162446255" sldId="295"/>
            <ac:picMk id="9" creationId="{3771B745-5C5A-8C73-7F67-D30DBCF30A2E}"/>
          </ac:picMkLst>
        </pc:picChg>
      </pc:sldChg>
      <pc:sldChg chg="addSp delSp modSp add mod">
        <pc:chgData name="Dragan Javorac" userId="913c2858-fb97-4c6e-a42c-b1f1a16b225e" providerId="ADAL" clId="{3A52ABF1-2F38-481F-8FB3-DE4BE8CA7C4D}" dt="2023-05-24T09:07:50.143" v="1114" actId="1076"/>
        <pc:sldMkLst>
          <pc:docMk/>
          <pc:sldMk cId="180472506" sldId="296"/>
        </pc:sldMkLst>
        <pc:spChg chg="mod">
          <ac:chgData name="Dragan Javorac" userId="913c2858-fb97-4c6e-a42c-b1f1a16b225e" providerId="ADAL" clId="{3A52ABF1-2F38-481F-8FB3-DE4BE8CA7C4D}" dt="2023-05-24T09:05:35.354" v="1107" actId="20577"/>
          <ac:spMkLst>
            <pc:docMk/>
            <pc:sldMk cId="180472506" sldId="296"/>
            <ac:spMk id="10" creationId="{FB5033DF-5706-B77A-AC84-571C0415A371}"/>
          </ac:spMkLst>
        </pc:spChg>
        <pc:picChg chg="del">
          <ac:chgData name="Dragan Javorac" userId="913c2858-fb97-4c6e-a42c-b1f1a16b225e" providerId="ADAL" clId="{3A52ABF1-2F38-481F-8FB3-DE4BE8CA7C4D}" dt="2023-05-24T09:02:07.883" v="1030" actId="478"/>
          <ac:picMkLst>
            <pc:docMk/>
            <pc:sldMk cId="180472506" sldId="296"/>
            <ac:picMk id="4" creationId="{4E5D5166-5AD9-B3C2-0EFA-B7B9084A3773}"/>
          </ac:picMkLst>
        </pc:picChg>
        <pc:picChg chg="add del mod">
          <ac:chgData name="Dragan Javorac" userId="913c2858-fb97-4c6e-a42c-b1f1a16b225e" providerId="ADAL" clId="{3A52ABF1-2F38-481F-8FB3-DE4BE8CA7C4D}" dt="2023-05-24T09:06:25.996" v="1109" actId="478"/>
          <ac:picMkLst>
            <pc:docMk/>
            <pc:sldMk cId="180472506" sldId="296"/>
            <ac:picMk id="5" creationId="{922A7958-D3A8-6055-AFB8-432D92CFD913}"/>
          </ac:picMkLst>
        </pc:picChg>
        <pc:picChg chg="add mod">
          <ac:chgData name="Dragan Javorac" userId="913c2858-fb97-4c6e-a42c-b1f1a16b225e" providerId="ADAL" clId="{3A52ABF1-2F38-481F-8FB3-DE4BE8CA7C4D}" dt="2023-05-24T09:06:27.324" v="1110" actId="1076"/>
          <ac:picMkLst>
            <pc:docMk/>
            <pc:sldMk cId="180472506" sldId="296"/>
            <ac:picMk id="7" creationId="{20329206-A857-E3F1-8127-11DC38A67937}"/>
          </ac:picMkLst>
        </pc:picChg>
        <pc:picChg chg="del">
          <ac:chgData name="Dragan Javorac" userId="913c2858-fb97-4c6e-a42c-b1f1a16b225e" providerId="ADAL" clId="{3A52ABF1-2F38-481F-8FB3-DE4BE8CA7C4D}" dt="2023-05-24T09:02:11.822" v="1032" actId="478"/>
          <ac:picMkLst>
            <pc:docMk/>
            <pc:sldMk cId="180472506" sldId="296"/>
            <ac:picMk id="8" creationId="{F85548AC-A074-7DC0-CA03-DD4827EE53F9}"/>
          </ac:picMkLst>
        </pc:picChg>
        <pc:picChg chg="add mod">
          <ac:chgData name="Dragan Javorac" userId="913c2858-fb97-4c6e-a42c-b1f1a16b225e" providerId="ADAL" clId="{3A52ABF1-2F38-481F-8FB3-DE4BE8CA7C4D}" dt="2023-05-24T09:07:39.600" v="1112" actId="1076"/>
          <ac:picMkLst>
            <pc:docMk/>
            <pc:sldMk cId="180472506" sldId="296"/>
            <ac:picMk id="11" creationId="{80E3264E-54FC-A035-1F37-D75621343931}"/>
          </ac:picMkLst>
        </pc:picChg>
        <pc:picChg chg="add mod">
          <ac:chgData name="Dragan Javorac" userId="913c2858-fb97-4c6e-a42c-b1f1a16b225e" providerId="ADAL" clId="{3A52ABF1-2F38-481F-8FB3-DE4BE8CA7C4D}" dt="2023-05-24T09:07:50.143" v="1114" actId="1076"/>
          <ac:picMkLst>
            <pc:docMk/>
            <pc:sldMk cId="180472506" sldId="296"/>
            <ac:picMk id="13" creationId="{D62236CE-75B0-5503-FC55-7E4393650C66}"/>
          </ac:picMkLst>
        </pc:picChg>
      </pc:sldChg>
      <pc:sldChg chg="delSp modSp add mod">
        <pc:chgData name="Dragan Javorac" userId="913c2858-fb97-4c6e-a42c-b1f1a16b225e" providerId="ADAL" clId="{3A52ABF1-2F38-481F-8FB3-DE4BE8CA7C4D}" dt="2023-05-24T09:20:01.623" v="1237" actId="5793"/>
        <pc:sldMkLst>
          <pc:docMk/>
          <pc:sldMk cId="262668008" sldId="297"/>
        </pc:sldMkLst>
        <pc:spChg chg="mod">
          <ac:chgData name="Dragan Javorac" userId="913c2858-fb97-4c6e-a42c-b1f1a16b225e" providerId="ADAL" clId="{3A52ABF1-2F38-481F-8FB3-DE4BE8CA7C4D}" dt="2023-05-24T09:19:30.423" v="1170" actId="20577"/>
          <ac:spMkLst>
            <pc:docMk/>
            <pc:sldMk cId="262668008" sldId="297"/>
            <ac:spMk id="2" creationId="{F3046ACF-677C-4C47-B097-C82DB9EF99F7}"/>
          </ac:spMkLst>
        </pc:spChg>
        <pc:spChg chg="del">
          <ac:chgData name="Dragan Javorac" userId="913c2858-fb97-4c6e-a42c-b1f1a16b225e" providerId="ADAL" clId="{3A52ABF1-2F38-481F-8FB3-DE4BE8CA7C4D}" dt="2023-05-24T09:19:45.704" v="1217" actId="478"/>
          <ac:spMkLst>
            <pc:docMk/>
            <pc:sldMk cId="262668008" sldId="297"/>
            <ac:spMk id="5" creationId="{BCF485B1-F4F0-B498-D9D5-C549F1DC5F28}"/>
          </ac:spMkLst>
        </pc:spChg>
        <pc:spChg chg="mod">
          <ac:chgData name="Dragan Javorac" userId="913c2858-fb97-4c6e-a42c-b1f1a16b225e" providerId="ADAL" clId="{3A52ABF1-2F38-481F-8FB3-DE4BE8CA7C4D}" dt="2023-05-24T09:20:01.623" v="1237" actId="5793"/>
          <ac:spMkLst>
            <pc:docMk/>
            <pc:sldMk cId="262668008" sldId="297"/>
            <ac:spMk id="10" creationId="{FB5033DF-5706-B77A-AC84-571C0415A371}"/>
          </ac:spMkLst>
        </pc:spChg>
        <pc:picChg chg="del">
          <ac:chgData name="Dragan Javorac" userId="913c2858-fb97-4c6e-a42c-b1f1a16b225e" providerId="ADAL" clId="{3A52ABF1-2F38-481F-8FB3-DE4BE8CA7C4D}" dt="2023-05-24T09:19:45.251" v="1216" actId="478"/>
          <ac:picMkLst>
            <pc:docMk/>
            <pc:sldMk cId="262668008" sldId="297"/>
            <ac:picMk id="4" creationId="{78B5328E-322C-25B5-CE46-3C837D50F7DE}"/>
          </ac:picMkLst>
        </pc:picChg>
      </pc:sldChg>
      <pc:sldChg chg="add del">
        <pc:chgData name="Dragan Javorac" userId="913c2858-fb97-4c6e-a42c-b1f1a16b225e" providerId="ADAL" clId="{3A52ABF1-2F38-481F-8FB3-DE4BE8CA7C4D}" dt="2023-05-24T09:19:22.068" v="1161" actId="47"/>
        <pc:sldMkLst>
          <pc:docMk/>
          <pc:sldMk cId="1624812401" sldId="297"/>
        </pc:sldMkLst>
      </pc:sldChg>
      <pc:sldChg chg="addSp delSp modSp add mod">
        <pc:chgData name="Dragan Javorac" userId="913c2858-fb97-4c6e-a42c-b1f1a16b225e" providerId="ADAL" clId="{3A52ABF1-2F38-481F-8FB3-DE4BE8CA7C4D}" dt="2023-05-24T09:27:15.882" v="1674" actId="732"/>
        <pc:sldMkLst>
          <pc:docMk/>
          <pc:sldMk cId="1990066038" sldId="298"/>
        </pc:sldMkLst>
        <pc:spChg chg="mod">
          <ac:chgData name="Dragan Javorac" userId="913c2858-fb97-4c6e-a42c-b1f1a16b225e" providerId="ADAL" clId="{3A52ABF1-2F38-481F-8FB3-DE4BE8CA7C4D}" dt="2023-05-24T09:20:25.170" v="1244" actId="20577"/>
          <ac:spMkLst>
            <pc:docMk/>
            <pc:sldMk cId="1990066038" sldId="298"/>
            <ac:spMk id="2" creationId="{F3046ACF-677C-4C47-B097-C82DB9EF99F7}"/>
          </ac:spMkLst>
        </pc:spChg>
        <pc:spChg chg="mod">
          <ac:chgData name="Dragan Javorac" userId="913c2858-fb97-4c6e-a42c-b1f1a16b225e" providerId="ADAL" clId="{3A52ABF1-2F38-481F-8FB3-DE4BE8CA7C4D}" dt="2023-05-24T09:26:58.861" v="1672" actId="27636"/>
          <ac:spMkLst>
            <pc:docMk/>
            <pc:sldMk cId="1990066038" sldId="298"/>
            <ac:spMk id="10" creationId="{FB5033DF-5706-B77A-AC84-571C0415A371}"/>
          </ac:spMkLst>
        </pc:spChg>
        <pc:picChg chg="del">
          <ac:chgData name="Dragan Javorac" userId="913c2858-fb97-4c6e-a42c-b1f1a16b225e" providerId="ADAL" clId="{3A52ABF1-2F38-481F-8FB3-DE4BE8CA7C4D}" dt="2023-05-24T09:26:51.926" v="1668" actId="478"/>
          <ac:picMkLst>
            <pc:docMk/>
            <pc:sldMk cId="1990066038" sldId="298"/>
            <ac:picMk id="3" creationId="{27BD629A-56EA-DDFD-5703-59FE046FB2E6}"/>
          </ac:picMkLst>
        </pc:picChg>
        <pc:picChg chg="add mod modCrop">
          <ac:chgData name="Dragan Javorac" userId="913c2858-fb97-4c6e-a42c-b1f1a16b225e" providerId="ADAL" clId="{3A52ABF1-2F38-481F-8FB3-DE4BE8CA7C4D}" dt="2023-05-24T09:27:15.882" v="1674" actId="732"/>
          <ac:picMkLst>
            <pc:docMk/>
            <pc:sldMk cId="1990066038" sldId="298"/>
            <ac:picMk id="5" creationId="{EF9456A4-7840-0285-D0A4-0EC8605BF6A3}"/>
          </ac:picMkLst>
        </pc:picChg>
      </pc:sldChg>
      <pc:sldChg chg="addSp delSp modSp add mod">
        <pc:chgData name="Dragan Javorac" userId="913c2858-fb97-4c6e-a42c-b1f1a16b225e" providerId="ADAL" clId="{3A52ABF1-2F38-481F-8FB3-DE4BE8CA7C4D}" dt="2023-05-24T09:22:09.433" v="1303" actId="20577"/>
        <pc:sldMkLst>
          <pc:docMk/>
          <pc:sldMk cId="2357719484" sldId="299"/>
        </pc:sldMkLst>
        <pc:spChg chg="mod">
          <ac:chgData name="Dragan Javorac" userId="913c2858-fb97-4c6e-a42c-b1f1a16b225e" providerId="ADAL" clId="{3A52ABF1-2F38-481F-8FB3-DE4BE8CA7C4D}" dt="2023-05-24T09:22:09.433" v="1303" actId="20577"/>
          <ac:spMkLst>
            <pc:docMk/>
            <pc:sldMk cId="2357719484" sldId="299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3A52ABF1-2F38-481F-8FB3-DE4BE8CA7C4D}" dt="2023-05-24T09:21:55.928" v="1269" actId="1076"/>
          <ac:picMkLst>
            <pc:docMk/>
            <pc:sldMk cId="2357719484" sldId="299"/>
            <ac:picMk id="4" creationId="{EFF245FC-1BD3-8855-BEC8-3324D60C2844}"/>
          </ac:picMkLst>
        </pc:picChg>
        <pc:picChg chg="del">
          <ac:chgData name="Dragan Javorac" userId="913c2858-fb97-4c6e-a42c-b1f1a16b225e" providerId="ADAL" clId="{3A52ABF1-2F38-481F-8FB3-DE4BE8CA7C4D}" dt="2023-05-24T09:21:56.582" v="1270" actId="478"/>
          <ac:picMkLst>
            <pc:docMk/>
            <pc:sldMk cId="2357719484" sldId="299"/>
            <ac:picMk id="8" creationId="{0CC15AB9-A8C2-D045-847C-CFE5E4B02962}"/>
          </ac:picMkLst>
        </pc:picChg>
      </pc:sldChg>
      <pc:sldChg chg="addSp delSp modSp add mod">
        <pc:chgData name="Dragan Javorac" userId="913c2858-fb97-4c6e-a42c-b1f1a16b225e" providerId="ADAL" clId="{3A52ABF1-2F38-481F-8FB3-DE4BE8CA7C4D}" dt="2023-05-24T09:22:49.758" v="1363" actId="1076"/>
        <pc:sldMkLst>
          <pc:docMk/>
          <pc:sldMk cId="2812930995" sldId="300"/>
        </pc:sldMkLst>
        <pc:spChg chg="mod">
          <ac:chgData name="Dragan Javorac" userId="913c2858-fb97-4c6e-a42c-b1f1a16b225e" providerId="ADAL" clId="{3A52ABF1-2F38-481F-8FB3-DE4BE8CA7C4D}" dt="2023-05-24T09:22:44.367" v="1359" actId="20577"/>
          <ac:spMkLst>
            <pc:docMk/>
            <pc:sldMk cId="2812930995" sldId="300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3A52ABF1-2F38-481F-8FB3-DE4BE8CA7C4D}" dt="2023-05-24T09:22:49.758" v="1363" actId="1076"/>
          <ac:picMkLst>
            <pc:docMk/>
            <pc:sldMk cId="2812930995" sldId="300"/>
            <ac:picMk id="3" creationId="{58273091-278E-25B4-AB05-864990572D7D}"/>
          </ac:picMkLst>
        </pc:picChg>
        <pc:picChg chg="del">
          <ac:chgData name="Dragan Javorac" userId="913c2858-fb97-4c6e-a42c-b1f1a16b225e" providerId="ADAL" clId="{3A52ABF1-2F38-481F-8FB3-DE4BE8CA7C4D}" dt="2023-05-24T09:22:34.733" v="1347" actId="478"/>
          <ac:picMkLst>
            <pc:docMk/>
            <pc:sldMk cId="2812930995" sldId="300"/>
            <ac:picMk id="8" creationId="{0CC15AB9-A8C2-D045-847C-CFE5E4B02962}"/>
          </ac:picMkLst>
        </pc:picChg>
        <pc:picChg chg="del">
          <ac:chgData name="Dragan Javorac" userId="913c2858-fb97-4c6e-a42c-b1f1a16b225e" providerId="ADAL" clId="{3A52ABF1-2F38-481F-8FB3-DE4BE8CA7C4D}" dt="2023-05-24T09:22:48.431" v="1361" actId="478"/>
          <ac:picMkLst>
            <pc:docMk/>
            <pc:sldMk cId="2812930995" sldId="300"/>
            <ac:picMk id="9" creationId="{64DF7566-1428-8B69-9B8E-71E39E93956E}"/>
          </ac:picMkLst>
        </pc:picChg>
      </pc:sldChg>
      <pc:sldChg chg="add">
        <pc:chgData name="Dragan Javorac" userId="913c2858-fb97-4c6e-a42c-b1f1a16b225e" providerId="ADAL" clId="{3A52ABF1-2F38-481F-8FB3-DE4BE8CA7C4D}" dt="2023-05-24T09:22:40.797" v="1349"/>
        <pc:sldMkLst>
          <pc:docMk/>
          <pc:sldMk cId="3633196588" sldId="301"/>
        </pc:sldMkLst>
      </pc:sldChg>
      <pc:sldChg chg="addSp delSp modSp add mod">
        <pc:chgData name="Dragan Javorac" userId="913c2858-fb97-4c6e-a42c-b1f1a16b225e" providerId="ADAL" clId="{3A52ABF1-2F38-481F-8FB3-DE4BE8CA7C4D}" dt="2023-05-24T09:28:00.422" v="1756" actId="1076"/>
        <pc:sldMkLst>
          <pc:docMk/>
          <pc:sldMk cId="2522372392" sldId="302"/>
        </pc:sldMkLst>
        <pc:spChg chg="mod">
          <ac:chgData name="Dragan Javorac" userId="913c2858-fb97-4c6e-a42c-b1f1a16b225e" providerId="ADAL" clId="{3A52ABF1-2F38-481F-8FB3-DE4BE8CA7C4D}" dt="2023-05-24T09:27:24.946" v="1702" actId="20577"/>
          <ac:spMkLst>
            <pc:docMk/>
            <pc:sldMk cId="2522372392" sldId="302"/>
            <ac:spMk id="2" creationId="{F3046ACF-677C-4C47-B097-C82DB9EF99F7}"/>
          </ac:spMkLst>
        </pc:spChg>
        <pc:spChg chg="mod">
          <ac:chgData name="Dragan Javorac" userId="913c2858-fb97-4c6e-a42c-b1f1a16b225e" providerId="ADAL" clId="{3A52ABF1-2F38-481F-8FB3-DE4BE8CA7C4D}" dt="2023-05-24T09:27:36.351" v="1752" actId="20577"/>
          <ac:spMkLst>
            <pc:docMk/>
            <pc:sldMk cId="2522372392" sldId="302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3A52ABF1-2F38-481F-8FB3-DE4BE8CA7C4D}" dt="2023-05-24T09:28:00.422" v="1756" actId="1076"/>
          <ac:picMkLst>
            <pc:docMk/>
            <pc:sldMk cId="2522372392" sldId="302"/>
            <ac:picMk id="4" creationId="{0F6877B6-106E-4948-29D8-83AD96AFF023}"/>
          </ac:picMkLst>
        </pc:picChg>
        <pc:picChg chg="del">
          <ac:chgData name="Dragan Javorac" userId="913c2858-fb97-4c6e-a42c-b1f1a16b225e" providerId="ADAL" clId="{3A52ABF1-2F38-481F-8FB3-DE4BE8CA7C4D}" dt="2023-05-24T09:27:59.039" v="1755" actId="478"/>
          <ac:picMkLst>
            <pc:docMk/>
            <pc:sldMk cId="2522372392" sldId="302"/>
            <ac:picMk id="5" creationId="{EF9456A4-7840-0285-D0A4-0EC8605BF6A3}"/>
          </ac:picMkLst>
        </pc:picChg>
      </pc:sldChg>
      <pc:sldChg chg="addSp delSp modSp add mod">
        <pc:chgData name="Dragan Javorac" userId="913c2858-fb97-4c6e-a42c-b1f1a16b225e" providerId="ADAL" clId="{3A52ABF1-2F38-481F-8FB3-DE4BE8CA7C4D}" dt="2023-05-25T07:36:52.918" v="1938" actId="1076"/>
        <pc:sldMkLst>
          <pc:docMk/>
          <pc:sldMk cId="1259945257" sldId="303"/>
        </pc:sldMkLst>
        <pc:spChg chg="mod">
          <ac:chgData name="Dragan Javorac" userId="913c2858-fb97-4c6e-a42c-b1f1a16b225e" providerId="ADAL" clId="{3A52ABF1-2F38-481F-8FB3-DE4BE8CA7C4D}" dt="2023-05-25T07:35:10.783" v="1781" actId="20577"/>
          <ac:spMkLst>
            <pc:docMk/>
            <pc:sldMk cId="1259945257" sldId="303"/>
            <ac:spMk id="2" creationId="{F3046ACF-677C-4C47-B097-C82DB9EF99F7}"/>
          </ac:spMkLst>
        </pc:spChg>
        <pc:spChg chg="mod">
          <ac:chgData name="Dragan Javorac" userId="913c2858-fb97-4c6e-a42c-b1f1a16b225e" providerId="ADAL" clId="{3A52ABF1-2F38-481F-8FB3-DE4BE8CA7C4D}" dt="2023-05-25T07:36:48.660" v="1937" actId="403"/>
          <ac:spMkLst>
            <pc:docMk/>
            <pc:sldMk cId="1259945257" sldId="303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3A52ABF1-2F38-481F-8FB3-DE4BE8CA7C4D}" dt="2023-05-25T07:35:49.900" v="1788" actId="1076"/>
          <ac:picMkLst>
            <pc:docMk/>
            <pc:sldMk cId="1259945257" sldId="303"/>
            <ac:picMk id="4" creationId="{A4BDE95B-B656-4FFD-7737-5CD10C710D1E}"/>
          </ac:picMkLst>
        </pc:picChg>
        <pc:picChg chg="add mod">
          <ac:chgData name="Dragan Javorac" userId="913c2858-fb97-4c6e-a42c-b1f1a16b225e" providerId="ADAL" clId="{3A52ABF1-2F38-481F-8FB3-DE4BE8CA7C4D}" dt="2023-05-25T07:36:52.918" v="1938" actId="1076"/>
          <ac:picMkLst>
            <pc:docMk/>
            <pc:sldMk cId="1259945257" sldId="303"/>
            <ac:picMk id="6" creationId="{73821136-9B03-F23C-08F1-CBF17545D6D5}"/>
          </ac:picMkLst>
        </pc:picChg>
        <pc:picChg chg="del">
          <ac:chgData name="Dragan Javorac" userId="913c2858-fb97-4c6e-a42c-b1f1a16b225e" providerId="ADAL" clId="{3A52ABF1-2F38-481F-8FB3-DE4BE8CA7C4D}" dt="2023-05-25T07:35:35.152" v="1784" actId="478"/>
          <ac:picMkLst>
            <pc:docMk/>
            <pc:sldMk cId="1259945257" sldId="303"/>
            <ac:picMk id="7" creationId="{2D496D03-298F-383A-F9CD-092639CC579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8475-B390-4598-930D-E80CF2195F42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DCB99-31C0-4CF8-8B52-1073427E15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2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0425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3460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2744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385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0085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7568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5548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8964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5770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4914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0428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709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5937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5711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6557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08995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0822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31-5-2024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C# Deel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Les 3</a:t>
            </a:r>
          </a:p>
        </p:txBody>
      </p:sp>
    </p:spTree>
    <p:extLst>
      <p:ext uri="{BB962C8B-B14F-4D97-AF65-F5344CB8AC3E}">
        <p14:creationId xmlns:p14="http://schemas.microsoft.com/office/powerpoint/2010/main" val="72976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Leerdoel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1174"/>
            <a:ext cx="10942468" cy="4557078"/>
          </a:xfrm>
        </p:spPr>
        <p:txBody>
          <a:bodyPr>
            <a:normAutofit/>
          </a:bodyPr>
          <a:lstStyle/>
          <a:p>
            <a:r>
              <a:rPr lang="nl-NL" noProof="0" dirty="0"/>
              <a:t>Jullie kunnen vertellen waarom je soms je data in stappen laadt in plaats van in </a:t>
            </a:r>
            <a:r>
              <a:rPr lang="nl-NL" noProof="0"/>
              <a:t>1 keer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71203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Bits en Bytes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5504234" cy="4723165"/>
          </a:xfrm>
        </p:spPr>
        <p:txBody>
          <a:bodyPr>
            <a:normAutofit/>
          </a:bodyPr>
          <a:lstStyle/>
          <a:p>
            <a:r>
              <a:rPr lang="nl-NL" dirty="0"/>
              <a:t>Alles in de computer denkt in bits</a:t>
            </a:r>
          </a:p>
          <a:p>
            <a:endParaRPr lang="nl-NL" dirty="0"/>
          </a:p>
          <a:p>
            <a:r>
              <a:rPr lang="nl-NL" dirty="0"/>
              <a:t>Een bit is een 1 of een 0</a:t>
            </a:r>
          </a:p>
          <a:p>
            <a:pPr lvl="1"/>
            <a:r>
              <a:rPr lang="nl-NL" dirty="0"/>
              <a:t>Aan of uit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Zodra ik meer dan 1 bit nodig heb worden het bytes</a:t>
            </a:r>
          </a:p>
          <a:p>
            <a:pPr lvl="1"/>
            <a:r>
              <a:rPr lang="nl-NL" dirty="0"/>
              <a:t>Strings</a:t>
            </a:r>
          </a:p>
          <a:p>
            <a:pPr lvl="1"/>
            <a:r>
              <a:rPr lang="nl-NL" dirty="0"/>
              <a:t>Integers</a:t>
            </a:r>
          </a:p>
          <a:p>
            <a:pPr lvl="1"/>
            <a:r>
              <a:rPr lang="nl-NL" dirty="0" err="1"/>
              <a:t>etc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F9C3D-2962-909D-7EF5-3D2A7C7FB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083" y="2258945"/>
            <a:ext cx="51435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8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File lezen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7897238" cy="1325563"/>
          </a:xfrm>
        </p:spPr>
        <p:txBody>
          <a:bodyPr>
            <a:normAutofit/>
          </a:bodyPr>
          <a:lstStyle/>
          <a:p>
            <a:r>
              <a:rPr lang="nl-NL" dirty="0"/>
              <a:t>Met File konden we makkelijk tekst lezen: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C0C428-9305-9E32-3F2A-EDEDD5F89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87731"/>
            <a:ext cx="8401050" cy="1952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497D9F-53B4-40B8-89A8-12C431922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2782384"/>
            <a:ext cx="2838450" cy="1495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71B745-5C5A-8C73-7F67-D30DBCF30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032536"/>
            <a:ext cx="91535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2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File bytes lezen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7897238" cy="2215695"/>
          </a:xfrm>
        </p:spPr>
        <p:txBody>
          <a:bodyPr>
            <a:normAutofit/>
          </a:bodyPr>
          <a:lstStyle/>
          <a:p>
            <a:r>
              <a:rPr lang="nl-NL" dirty="0"/>
              <a:t>En ook makkelijk bytes</a:t>
            </a:r>
          </a:p>
          <a:p>
            <a:endParaRPr lang="nl-NL" dirty="0"/>
          </a:p>
          <a:p>
            <a:r>
              <a:rPr lang="nl-NL" dirty="0"/>
              <a:t>Waarom willen we dat?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D5166-5AD9-B3C2-0EFA-B7B9084A3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69" y="3915383"/>
            <a:ext cx="4895850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5548AC-A074-7DC0-CA03-DD4827EE5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602" y="3915383"/>
            <a:ext cx="51054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4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File bytes lezen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7897238" cy="2215695"/>
          </a:xfrm>
        </p:spPr>
        <p:txBody>
          <a:bodyPr>
            <a:normAutofit fontScale="92500"/>
          </a:bodyPr>
          <a:lstStyle/>
          <a:p>
            <a:r>
              <a:rPr lang="nl-NL" dirty="0"/>
              <a:t>Maar als files groot zijn, dan:</a:t>
            </a:r>
          </a:p>
          <a:p>
            <a:pPr lvl="1"/>
            <a:r>
              <a:rPr lang="nl-NL" dirty="0"/>
              <a:t>gebruik je veel geheugen </a:t>
            </a:r>
          </a:p>
          <a:p>
            <a:pPr lvl="1"/>
            <a:r>
              <a:rPr lang="nl-NL" dirty="0"/>
              <a:t>je performance kan droppen</a:t>
            </a:r>
          </a:p>
          <a:p>
            <a:pPr lvl="1"/>
            <a:endParaRPr lang="nl-NL" dirty="0"/>
          </a:p>
          <a:p>
            <a:r>
              <a:rPr lang="nl-NL" dirty="0"/>
              <a:t>Bv een word/pdf met een </a:t>
            </a:r>
            <a:r>
              <a:rPr lang="nl-NL" dirty="0" err="1"/>
              <a:t>zelda</a:t>
            </a:r>
            <a:r>
              <a:rPr lang="nl-NL" dirty="0"/>
              <a:t> guide met plaatjes </a:t>
            </a:r>
            <a:r>
              <a:rPr lang="nl-NL" dirty="0" err="1"/>
              <a:t>etc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29206-A857-E3F1-8127-11DC38A67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94" y="4231532"/>
            <a:ext cx="7105650" cy="2381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E3264E-54FC-A035-1F37-D75621343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94" y="4695521"/>
            <a:ext cx="5172075" cy="1552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2236CE-75B0-5503-FC55-7E4393650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994" y="6356518"/>
            <a:ext cx="690562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2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Oplossing: Stream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6496455" cy="4608699"/>
          </a:xfrm>
        </p:spPr>
        <p:txBody>
          <a:bodyPr>
            <a:normAutofit/>
          </a:bodyPr>
          <a:lstStyle/>
          <a:p>
            <a:r>
              <a:rPr lang="nl-NL" dirty="0"/>
              <a:t>Wat is een Stream?</a:t>
            </a:r>
          </a:p>
          <a:p>
            <a:endParaRPr lang="nl-NL" dirty="0"/>
          </a:p>
          <a:p>
            <a:r>
              <a:rPr lang="nl-NL" dirty="0"/>
              <a:t>'Streaming' </a:t>
            </a:r>
            <a:r>
              <a:rPr lang="nl-NL" dirty="0" err="1"/>
              <a:t>Netflix</a:t>
            </a:r>
            <a:r>
              <a:rPr lang="nl-NL" dirty="0"/>
              <a:t>/</a:t>
            </a:r>
            <a:r>
              <a:rPr lang="nl-NL" dirty="0" err="1"/>
              <a:t>Twitch</a:t>
            </a:r>
            <a:r>
              <a:rPr lang="nl-NL" dirty="0"/>
              <a:t> geeft een hint: </a:t>
            </a:r>
          </a:p>
          <a:p>
            <a:pPr lvl="2"/>
            <a:r>
              <a:rPr lang="nl-NL" dirty="0"/>
              <a:t>iets in stukken lezen/verzenden</a:t>
            </a:r>
          </a:p>
          <a:p>
            <a:pPr lvl="2"/>
            <a:r>
              <a:rPr lang="nl-NL" dirty="0"/>
              <a:t>Kunnen spoelen</a:t>
            </a:r>
          </a:p>
          <a:p>
            <a:pPr lvl="1"/>
            <a:endParaRPr lang="nl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42C71D-748D-C092-95AB-269EBDCCFC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23" r="14249"/>
          <a:stretch/>
        </p:blipFill>
        <p:spPr>
          <a:xfrm>
            <a:off x="9554200" y="1690688"/>
            <a:ext cx="2337966" cy="2043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102998-6E4F-ABE5-B2E3-ADE2A5064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52" y="1690688"/>
            <a:ext cx="2137348" cy="20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52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703"/>
            <a:ext cx="10515600" cy="1325563"/>
          </a:xfrm>
        </p:spPr>
        <p:txBody>
          <a:bodyPr/>
          <a:lstStyle/>
          <a:p>
            <a:r>
              <a:rPr lang="nl-NL" noProof="0" dirty="0"/>
              <a:t>Stream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9791700" cy="4723165"/>
          </a:xfrm>
        </p:spPr>
        <p:txBody>
          <a:bodyPr>
            <a:normAutofit/>
          </a:bodyPr>
          <a:lstStyle/>
          <a:p>
            <a:r>
              <a:rPr lang="nl-NL" dirty="0"/>
              <a:t>Als je grote files of byte sources hebt moet je soms:</a:t>
            </a:r>
          </a:p>
          <a:p>
            <a:pPr lvl="1"/>
            <a:r>
              <a:rPr lang="nl-NL" dirty="0"/>
              <a:t>data in stukken inlezen i.p.v. het hele ding.</a:t>
            </a:r>
          </a:p>
          <a:p>
            <a:pPr lvl="1"/>
            <a:r>
              <a:rPr lang="nl-NL" dirty="0"/>
              <a:t>Dit is efficiënt en vaak nodig!</a:t>
            </a:r>
          </a:p>
          <a:p>
            <a:pPr lvl="1"/>
            <a:endParaRPr lang="nl-NL" dirty="0"/>
          </a:p>
          <a:p>
            <a:r>
              <a:rPr lang="nl-NL" dirty="0"/>
              <a:t>Denk aan mobile apps, of andere </a:t>
            </a:r>
            <a:r>
              <a:rPr lang="nl-NL" dirty="0" err="1"/>
              <a:t>devices</a:t>
            </a:r>
            <a:r>
              <a:rPr lang="nl-NL" dirty="0"/>
              <a:t> met klein geheugen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C15AB9-A8C2-D045-847C-CFE5E4B02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79055"/>
            <a:ext cx="3924300" cy="1704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AA807D-2111-A119-55A2-A4C71F623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4353447"/>
            <a:ext cx="517207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80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703"/>
            <a:ext cx="10515600" cy="1325563"/>
          </a:xfrm>
        </p:spPr>
        <p:txBody>
          <a:bodyPr/>
          <a:lstStyle/>
          <a:p>
            <a:r>
              <a:rPr lang="nl-NL" noProof="0" dirty="0"/>
              <a:t>Stream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9791700" cy="4723165"/>
          </a:xfrm>
        </p:spPr>
        <p:txBody>
          <a:bodyPr>
            <a:normAutofit/>
          </a:bodyPr>
          <a:lstStyle/>
          <a:p>
            <a:r>
              <a:rPr lang="nl-NL" dirty="0"/>
              <a:t>Standaard voorbeeld met lezen van regels: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73091-278E-25B4-AB05-864990572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08" y="3429000"/>
            <a:ext cx="9158288" cy="247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30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703"/>
            <a:ext cx="10515600" cy="1325563"/>
          </a:xfrm>
        </p:spPr>
        <p:txBody>
          <a:bodyPr/>
          <a:lstStyle/>
          <a:p>
            <a:r>
              <a:rPr lang="nl-NL" noProof="0" dirty="0"/>
              <a:t>Stream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9791700" cy="4723165"/>
          </a:xfrm>
        </p:spPr>
        <p:txBody>
          <a:bodyPr>
            <a:normAutofit/>
          </a:bodyPr>
          <a:lstStyle/>
          <a:p>
            <a:r>
              <a:rPr lang="nl-NL" dirty="0"/>
              <a:t>Standaard voorbeeld met lezen van bytes: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DF7566-1428-8B69-9B8E-71E39E939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10411934" cy="285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96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703"/>
            <a:ext cx="10515600" cy="1325563"/>
          </a:xfrm>
        </p:spPr>
        <p:txBody>
          <a:bodyPr/>
          <a:lstStyle/>
          <a:p>
            <a:r>
              <a:rPr lang="nl-NL" noProof="0" dirty="0"/>
              <a:t>Stream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8"/>
            <a:ext cx="6068438" cy="941372"/>
          </a:xfrm>
        </p:spPr>
        <p:txBody>
          <a:bodyPr>
            <a:normAutofit/>
          </a:bodyPr>
          <a:lstStyle/>
          <a:p>
            <a:r>
              <a:rPr lang="nl-NL" dirty="0"/>
              <a:t>Je ziet hier meerdere stappen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DF7566-1428-8B69-9B8E-71E39E939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10411934" cy="28550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F245FC-1BD3-8855-BEC8-3324D60C2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256" y="2434319"/>
            <a:ext cx="314325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19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Schrijven naar de disk: Stream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40233" cy="1567819"/>
          </a:xfrm>
        </p:spPr>
        <p:txBody>
          <a:bodyPr>
            <a:normAutofit/>
          </a:bodyPr>
          <a:lstStyle/>
          <a:p>
            <a:r>
              <a:rPr lang="nl-NL" dirty="0"/>
              <a:t>Files zijn RESOURCES, dus altijd goed opruimen</a:t>
            </a:r>
          </a:p>
          <a:p>
            <a:pPr lvl="1"/>
            <a:r>
              <a:rPr lang="nl-NL" dirty="0"/>
              <a:t>anders blijven ze open (file </a:t>
            </a:r>
            <a:r>
              <a:rPr lang="nl-NL" dirty="0" err="1"/>
              <a:t>locked</a:t>
            </a:r>
            <a:r>
              <a:rPr lang="nl-NL" dirty="0"/>
              <a:t>)</a:t>
            </a:r>
            <a:endParaRPr lang="nl-NL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BD629A-56EA-DDFD-5703-59FE046FB2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00" t="33028" r="3545" b="12661"/>
          <a:stretch/>
        </p:blipFill>
        <p:spPr>
          <a:xfrm>
            <a:off x="838199" y="4397866"/>
            <a:ext cx="10318173" cy="181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157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Zoeken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6698"/>
            <a:ext cx="10840233" cy="2655651"/>
          </a:xfrm>
        </p:spPr>
        <p:txBody>
          <a:bodyPr>
            <a:normAutofit/>
          </a:bodyPr>
          <a:lstStyle/>
          <a:p>
            <a:r>
              <a:rPr lang="nl-NL" dirty="0"/>
              <a:t>Vaak zijn streams ook </a:t>
            </a:r>
            <a:r>
              <a:rPr lang="nl-NL" dirty="0" err="1"/>
              <a:t>spoelbaar</a:t>
            </a:r>
            <a:r>
              <a:rPr lang="nl-NL" dirty="0"/>
              <a:t> (</a:t>
            </a:r>
            <a:r>
              <a:rPr lang="nl-NL" dirty="0" err="1"/>
              <a:t>seeking</a:t>
            </a:r>
            <a:r>
              <a:rPr lang="nl-NL" dirty="0"/>
              <a:t>)</a:t>
            </a:r>
          </a:p>
          <a:p>
            <a:endParaRPr lang="nl-NL" noProof="0" dirty="0"/>
          </a:p>
          <a:p>
            <a:r>
              <a:rPr lang="nl-NL" dirty="0"/>
              <a:t>Denk aan een wereld die uit CHUNKS bestaat</a:t>
            </a:r>
          </a:p>
          <a:p>
            <a:pPr lvl="1"/>
            <a:r>
              <a:rPr lang="nl-NL" noProof="0" dirty="0"/>
              <a:t>Als je weet hoe groot elke </a:t>
            </a:r>
            <a:r>
              <a:rPr lang="nl-NL" noProof="0" dirty="0" err="1"/>
              <a:t>chunk</a:t>
            </a:r>
            <a:r>
              <a:rPr lang="nl-NL" noProof="0" dirty="0"/>
              <a:t> is:</a:t>
            </a:r>
          </a:p>
          <a:p>
            <a:pPr lvl="2"/>
            <a:r>
              <a:rPr lang="nl-NL" noProof="0" dirty="0"/>
              <a:t>kan je makkelijk de volgende zoeken</a:t>
            </a:r>
          </a:p>
          <a:p>
            <a:pPr lvl="2"/>
            <a:r>
              <a:rPr lang="nl-NL" noProof="0" dirty="0"/>
              <a:t>Of met </a:t>
            </a:r>
            <a:r>
              <a:rPr lang="nl-NL" noProof="0" dirty="0" err="1"/>
              <a:t>coordinaten</a:t>
            </a:r>
            <a:r>
              <a:rPr lang="nl-NL" noProof="0" dirty="0"/>
              <a:t> zoeken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456A4-7840-0285-D0A4-0EC8605BF6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54" b="3915"/>
          <a:stretch/>
        </p:blipFill>
        <p:spPr>
          <a:xfrm>
            <a:off x="838199" y="4202349"/>
            <a:ext cx="8724900" cy="254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66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Slim laden is belangrijk!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6698"/>
            <a:ext cx="10840233" cy="2655651"/>
          </a:xfrm>
        </p:spPr>
        <p:txBody>
          <a:bodyPr>
            <a:normAutofit/>
          </a:bodyPr>
          <a:lstStyle/>
          <a:p>
            <a:r>
              <a:rPr lang="nl-NL" dirty="0"/>
              <a:t>Zeker in de games wereld</a:t>
            </a:r>
          </a:p>
          <a:p>
            <a:pPr lvl="1"/>
            <a:r>
              <a:rPr lang="nl-NL" noProof="0" dirty="0"/>
              <a:t>Sneller</a:t>
            </a:r>
          </a:p>
          <a:p>
            <a:pPr lvl="1"/>
            <a:r>
              <a:rPr lang="nl-NL" noProof="0" dirty="0"/>
              <a:t>Mooier</a:t>
            </a:r>
          </a:p>
          <a:p>
            <a:pPr lvl="1"/>
            <a:r>
              <a:rPr lang="nl-NL" dirty="0"/>
              <a:t>beter</a:t>
            </a:r>
            <a:endParaRPr lang="nl-NL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6877B6-106E-4948-29D8-83AD96AFF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807" y="2092561"/>
            <a:ext cx="42386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72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Resources, </a:t>
            </a:r>
            <a:r>
              <a:rPr lang="nl-NL" noProof="0" dirty="0" err="1"/>
              <a:t>using</a:t>
            </a:r>
            <a:r>
              <a:rPr lang="nl-NL" noProof="0" dirty="0"/>
              <a:t> &amp; </a:t>
            </a:r>
            <a:r>
              <a:rPr lang="nl-NL" noProof="0" dirty="0" err="1"/>
              <a:t>dispose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9791700" cy="1871662"/>
          </a:xfrm>
        </p:spPr>
        <p:txBody>
          <a:bodyPr>
            <a:normAutofit/>
          </a:bodyPr>
          <a:lstStyle/>
          <a:p>
            <a:r>
              <a:rPr lang="nl-NL" dirty="0"/>
              <a:t>Een stream is een Disposable resource</a:t>
            </a:r>
          </a:p>
          <a:p>
            <a:pPr lvl="1"/>
            <a:r>
              <a:rPr lang="nl-NL" dirty="0"/>
              <a:t>Als deze niet goed wordt opgeruimd blijven er dingen open in het </a:t>
            </a:r>
            <a:r>
              <a:rPr lang="nl-NL" dirty="0" err="1"/>
              <a:t>operation</a:t>
            </a:r>
            <a:r>
              <a:rPr lang="nl-NL" dirty="0"/>
              <a:t> systeem</a:t>
            </a:r>
          </a:p>
          <a:p>
            <a:r>
              <a:rPr lang="nl-NL" dirty="0"/>
              <a:t>Dit zie je aan </a:t>
            </a:r>
            <a:r>
              <a:rPr lang="nl-NL" dirty="0" err="1"/>
              <a:t>IDisposable</a:t>
            </a:r>
            <a:endParaRPr lang="nl-NL" dirty="0"/>
          </a:p>
          <a:p>
            <a:pPr lvl="1"/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5328E-322C-25B5-CE46-3C837D50F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" y="4427537"/>
            <a:ext cx="8810625" cy="1325563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BCF485B1-F4F0-B498-D9D5-C549F1DC5F28}"/>
              </a:ext>
            </a:extLst>
          </p:cNvPr>
          <p:cNvSpPr/>
          <p:nvPr/>
        </p:nvSpPr>
        <p:spPr>
          <a:xfrm>
            <a:off x="6096000" y="3887499"/>
            <a:ext cx="800100" cy="10083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9867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Common Resources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9791700" cy="1871662"/>
          </a:xfrm>
        </p:spPr>
        <p:txBody>
          <a:bodyPr>
            <a:normAutofit/>
          </a:bodyPr>
          <a:lstStyle/>
          <a:p>
            <a:r>
              <a:rPr lang="nl-NL" dirty="0"/>
              <a:t>Denk aan:</a:t>
            </a:r>
          </a:p>
          <a:p>
            <a:pPr lvl="1"/>
            <a:r>
              <a:rPr lang="nl-NL" dirty="0"/>
              <a:t>Images</a:t>
            </a:r>
          </a:p>
          <a:p>
            <a:pPr lvl="1"/>
            <a:r>
              <a:rPr lang="nl-NL" dirty="0"/>
              <a:t>Files</a:t>
            </a:r>
          </a:p>
          <a:p>
            <a:pPr lvl="1"/>
            <a:r>
              <a:rPr lang="nl-NL" dirty="0"/>
              <a:t>Network </a:t>
            </a:r>
            <a:r>
              <a:rPr lang="nl-NL" dirty="0" err="1"/>
              <a:t>connections</a:t>
            </a:r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668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Using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6"/>
            <a:ext cx="9791700" cy="2308513"/>
          </a:xfrm>
        </p:spPr>
        <p:txBody>
          <a:bodyPr>
            <a:normAutofit/>
          </a:bodyPr>
          <a:lstStyle/>
          <a:p>
            <a:r>
              <a:rPr lang="nl-NL" dirty="0"/>
              <a:t>Om fouten te voorkomen : </a:t>
            </a:r>
          </a:p>
          <a:p>
            <a:pPr lvl="1"/>
            <a:r>
              <a:rPr lang="nl-NL" dirty="0" err="1"/>
              <a:t>using</a:t>
            </a:r>
            <a:r>
              <a:rPr lang="nl-NL" dirty="0"/>
              <a:t> patroon</a:t>
            </a:r>
          </a:p>
          <a:p>
            <a:r>
              <a:rPr lang="nl-NL" noProof="0" dirty="0"/>
              <a:t>de </a:t>
            </a:r>
            <a:r>
              <a:rPr lang="nl-NL" noProof="0" dirty="0" err="1"/>
              <a:t>using</a:t>
            </a:r>
            <a:r>
              <a:rPr lang="nl-NL" noProof="0" dirty="0"/>
              <a:t> structuur sluit alles wat tussen de () staat</a:t>
            </a:r>
          </a:p>
          <a:p>
            <a:r>
              <a:rPr lang="nl-NL" dirty="0"/>
              <a:t>Tussen de () maak/open je een resource</a:t>
            </a:r>
            <a:endParaRPr lang="nl-NL" noProof="0" dirty="0"/>
          </a:p>
          <a:p>
            <a:pPr lvl="1"/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AFCE80-7504-D2E2-B942-2C16FE5D6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60261"/>
            <a:ext cx="6777903" cy="255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48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Using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837"/>
            <a:ext cx="9791700" cy="1871662"/>
          </a:xfrm>
        </p:spPr>
        <p:txBody>
          <a:bodyPr>
            <a:normAutofit/>
          </a:bodyPr>
          <a:lstStyle/>
          <a:p>
            <a:r>
              <a:rPr lang="nl-NL" dirty="0"/>
              <a:t>Zie het voorbeeld hieronder</a:t>
            </a:r>
          </a:p>
          <a:p>
            <a:endParaRPr lang="nl-NL" noProof="0" dirty="0"/>
          </a:p>
          <a:p>
            <a:r>
              <a:rPr lang="nl-NL" dirty="0"/>
              <a:t>Ook als er iets fout gaat, wordt het netjes </a:t>
            </a:r>
            <a:r>
              <a:rPr lang="nl-NL" dirty="0" err="1"/>
              <a:t>opgeruimt</a:t>
            </a:r>
            <a:endParaRPr lang="nl-NL" noProof="0" dirty="0"/>
          </a:p>
          <a:p>
            <a:pPr lvl="1"/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496D03-298F-383A-F9CD-092639CC5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91037"/>
            <a:ext cx="757237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19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Korte oefening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15836"/>
            <a:ext cx="5374533" cy="4161227"/>
          </a:xfrm>
        </p:spPr>
        <p:txBody>
          <a:bodyPr>
            <a:normAutofit lnSpcReduction="10000"/>
          </a:bodyPr>
          <a:lstStyle/>
          <a:p>
            <a:r>
              <a:rPr lang="nl-NL" dirty="0"/>
              <a:t>Download de zip</a:t>
            </a:r>
          </a:p>
          <a:p>
            <a:endParaRPr lang="nl-NL" dirty="0"/>
          </a:p>
          <a:p>
            <a:r>
              <a:rPr lang="nl-NL" dirty="0"/>
              <a:t>Unzip</a:t>
            </a:r>
          </a:p>
          <a:p>
            <a:r>
              <a:rPr lang="nl-NL" dirty="0"/>
              <a:t>Open: 	</a:t>
            </a:r>
            <a:r>
              <a:rPr lang="nl-NL" sz="1800" dirty="0" err="1"/>
              <a:t>oefeningStreamingStudentenVersie.csproj</a:t>
            </a:r>
            <a:endParaRPr lang="nl-NL" sz="1800" dirty="0"/>
          </a:p>
          <a:p>
            <a:endParaRPr lang="nl-NL" sz="1800" dirty="0"/>
          </a:p>
          <a:p>
            <a:r>
              <a:rPr lang="nl-NL" sz="1800" dirty="0"/>
              <a:t>Maak </a:t>
            </a:r>
            <a:r>
              <a:rPr lang="nl-NL" sz="1800" dirty="0" err="1"/>
              <a:t>ReadLevel</a:t>
            </a:r>
            <a:r>
              <a:rPr lang="nl-NL" sz="1800" dirty="0"/>
              <a:t> compleet</a:t>
            </a:r>
          </a:p>
          <a:p>
            <a:endParaRPr lang="nl-NL" sz="1800" dirty="0"/>
          </a:p>
          <a:p>
            <a:r>
              <a:rPr lang="nl-NL" sz="2400" dirty="0"/>
              <a:t>Voor de uitdaging: maak de andere twee functions compleet!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DE95B-B656-4FFD-7737-5CD10C710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732" y="3017702"/>
            <a:ext cx="5648325" cy="2943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821136-9B03-F23C-08F1-CBF17545D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207" y="406246"/>
            <a:ext cx="37528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45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Opdrachten</a:t>
            </a:r>
            <a:endParaRPr lang="nl-NL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28AB2-D6A9-7754-3C26-3EC4C8C4C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17" y="2986087"/>
            <a:ext cx="6533076" cy="250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3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F587DC2ED3F749AE59A6D0209C11FC" ma:contentTypeVersion="3" ma:contentTypeDescription="Een nieuw document maken." ma:contentTypeScope="" ma:versionID="0827eb21862b6958cf33bb8131544245">
  <xsd:schema xmlns:xsd="http://www.w3.org/2001/XMLSchema" xmlns:xs="http://www.w3.org/2001/XMLSchema" xmlns:p="http://schemas.microsoft.com/office/2006/metadata/properties" xmlns:ns2="0c044b48-0af2-46e5-9101-a417f1c3e709" targetNamespace="http://schemas.microsoft.com/office/2006/metadata/properties" ma:root="true" ma:fieldsID="e0ce2736ea918699d996085864c219e8" ns2:_="">
    <xsd:import namespace="0c044b48-0af2-46e5-9101-a417f1c3e7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44b48-0af2-46e5-9101-a417f1c3e7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F0A7B3-E678-4273-A7C5-3C357584CE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44b48-0af2-46e5-9101-a417f1c3e7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D5ECA96-D885-4C69-940B-AB46CECE97CD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  <ds:schemaRef ds:uri="http://purl.org/dc/elements/1.1/"/>
    <ds:schemaRef ds:uri="0c044b48-0af2-46e5-9101-a417f1c3e709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955006C-EB6F-4520-AEAE-D8FA458C1A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936</TotalTime>
  <Words>403</Words>
  <Application>Microsoft Office PowerPoint</Application>
  <PresentationFormat>Widescreen</PresentationFormat>
  <Paragraphs>105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C# Deel 2</vt:lpstr>
      <vt:lpstr>Leerdoel</vt:lpstr>
      <vt:lpstr>Bits en Bytes</vt:lpstr>
      <vt:lpstr>File lezen</vt:lpstr>
      <vt:lpstr>File bytes lezen</vt:lpstr>
      <vt:lpstr>File bytes lezen</vt:lpstr>
      <vt:lpstr>Oplossing: Stream</vt:lpstr>
      <vt:lpstr>Stream</vt:lpstr>
      <vt:lpstr>Stream</vt:lpstr>
      <vt:lpstr>Stream</vt:lpstr>
      <vt:lpstr>Stream</vt:lpstr>
      <vt:lpstr>Schrijven naar de disk: Stream</vt:lpstr>
      <vt:lpstr>Zoeken</vt:lpstr>
      <vt:lpstr>Slim laden is belangrijk!</vt:lpstr>
      <vt:lpstr>Resources, using &amp; dispose</vt:lpstr>
      <vt:lpstr>Common Resources</vt:lpstr>
      <vt:lpstr>Using</vt:lpstr>
      <vt:lpstr>Using</vt:lpstr>
      <vt:lpstr>Korte oefening</vt:lpstr>
      <vt:lpstr>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2</cp:revision>
  <cp:lastPrinted>2022-05-23T06:13:09Z</cp:lastPrinted>
  <dcterms:created xsi:type="dcterms:W3CDTF">2022-04-26T11:06:09Z</dcterms:created>
  <dcterms:modified xsi:type="dcterms:W3CDTF">2024-05-31T06:49:04Z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0x0101002BF587DC2ED3F749AE59A6D0209C11FC</vt:lpwstr>
  </property>
</Properties>
</file>