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72" r:id="rId3"/>
    <p:sldId id="273" r:id="rId4"/>
    <p:sldId id="278" r:id="rId5"/>
    <p:sldId id="277" r:id="rId6"/>
    <p:sldId id="276" r:id="rId7"/>
    <p:sldId id="274" r:id="rId8"/>
    <p:sldId id="281" r:id="rId9"/>
    <p:sldId id="279" r:id="rId10"/>
    <p:sldId id="282" r:id="rId11"/>
    <p:sldId id="275" r:id="rId12"/>
    <p:sldId id="280" r:id="rId13"/>
    <p:sldId id="271" r:id="rId14"/>
    <p:sldId id="25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A5B7D3"/>
    <a:srgbClr val="213F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028B42-C92F-41F5-802E-A8E140F2EE96}" v="12" dt="2025-11-28T07:23:17.0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BC00D9DF-F858-4149-8B7B-F211D448CEDA}"/>
    <pc:docChg chg="undo custSel addSld delSld modSld sldOrd">
      <pc:chgData name="Dragan Javorac" userId="913c2858-fb97-4c6e-a42c-b1f1a16b225e" providerId="ADAL" clId="{BC00D9DF-F858-4149-8B7B-F211D448CEDA}" dt="2025-11-28T07:23:51.217" v="710" actId="20577"/>
      <pc:docMkLst>
        <pc:docMk/>
      </pc:docMkLst>
      <pc:sldChg chg="modSp mod">
        <pc:chgData name="Dragan Javorac" userId="913c2858-fb97-4c6e-a42c-b1f1a16b225e" providerId="ADAL" clId="{BC00D9DF-F858-4149-8B7B-F211D448CEDA}" dt="2025-11-25T07:41:12.817" v="367" actId="20577"/>
        <pc:sldMkLst>
          <pc:docMk/>
          <pc:sldMk cId="3969638515" sldId="271"/>
        </pc:sldMkLst>
        <pc:spChg chg="mod">
          <ac:chgData name="Dragan Javorac" userId="913c2858-fb97-4c6e-a42c-b1f1a16b225e" providerId="ADAL" clId="{BC00D9DF-F858-4149-8B7B-F211D448CEDA}" dt="2025-11-25T07:41:12.817" v="367" actId="20577"/>
          <ac:spMkLst>
            <pc:docMk/>
            <pc:sldMk cId="3969638515" sldId="271"/>
            <ac:spMk id="3" creationId="{9C1B0ED0-FD23-4DF4-8487-56E64A4517DA}"/>
          </ac:spMkLst>
        </pc:spChg>
      </pc:sldChg>
      <pc:sldChg chg="addSp delSp modSp mod">
        <pc:chgData name="Dragan Javorac" userId="913c2858-fb97-4c6e-a42c-b1f1a16b225e" providerId="ADAL" clId="{BC00D9DF-F858-4149-8B7B-F211D448CEDA}" dt="2025-11-25T07:40:05.658" v="332" actId="313"/>
        <pc:sldMkLst>
          <pc:docMk/>
          <pc:sldMk cId="205865761" sldId="273"/>
        </pc:sldMkLst>
        <pc:spChg chg="mod">
          <ac:chgData name="Dragan Javorac" userId="913c2858-fb97-4c6e-a42c-b1f1a16b225e" providerId="ADAL" clId="{BC00D9DF-F858-4149-8B7B-F211D448CEDA}" dt="2025-11-25T07:38:38.783" v="118" actId="20577"/>
          <ac:spMkLst>
            <pc:docMk/>
            <pc:sldMk cId="205865761" sldId="273"/>
            <ac:spMk id="2" creationId="{54881678-9F86-CDC2-0650-09A72CCC58AE}"/>
          </ac:spMkLst>
        </pc:spChg>
        <pc:spChg chg="mod">
          <ac:chgData name="Dragan Javorac" userId="913c2858-fb97-4c6e-a42c-b1f1a16b225e" providerId="ADAL" clId="{BC00D9DF-F858-4149-8B7B-F211D448CEDA}" dt="2025-11-25T07:40:05.658" v="332" actId="313"/>
          <ac:spMkLst>
            <pc:docMk/>
            <pc:sldMk cId="205865761" sldId="273"/>
            <ac:spMk id="3" creationId="{C0D12937-D247-BAE9-848A-9702777DAE82}"/>
          </ac:spMkLst>
        </pc:spChg>
        <pc:picChg chg="add mod">
          <ac:chgData name="Dragan Javorac" userId="913c2858-fb97-4c6e-a42c-b1f1a16b225e" providerId="ADAL" clId="{BC00D9DF-F858-4149-8B7B-F211D448CEDA}" dt="2025-11-25T07:38:54.281" v="151" actId="1076"/>
          <ac:picMkLst>
            <pc:docMk/>
            <pc:sldMk cId="205865761" sldId="273"/>
            <ac:picMk id="9" creationId="{FDFFBF7F-9BDE-70D5-1D8B-8A461E6EF607}"/>
          </ac:picMkLst>
        </pc:picChg>
      </pc:sldChg>
      <pc:sldChg chg="modSp mod">
        <pc:chgData name="Dragan Javorac" userId="913c2858-fb97-4c6e-a42c-b1f1a16b225e" providerId="ADAL" clId="{BC00D9DF-F858-4149-8B7B-F211D448CEDA}" dt="2025-11-25T07:40:27.179" v="337" actId="14100"/>
        <pc:sldMkLst>
          <pc:docMk/>
          <pc:sldMk cId="31178823" sldId="274"/>
        </pc:sldMkLst>
        <pc:picChg chg="mod">
          <ac:chgData name="Dragan Javorac" userId="913c2858-fb97-4c6e-a42c-b1f1a16b225e" providerId="ADAL" clId="{BC00D9DF-F858-4149-8B7B-F211D448CEDA}" dt="2025-11-25T07:40:27.179" v="337" actId="14100"/>
          <ac:picMkLst>
            <pc:docMk/>
            <pc:sldMk cId="31178823" sldId="274"/>
            <ac:picMk id="5" creationId="{188EDADF-C63D-0B6D-1DA5-907D6D56308A}"/>
          </ac:picMkLst>
        </pc:picChg>
        <pc:picChg chg="mod">
          <ac:chgData name="Dragan Javorac" userId="913c2858-fb97-4c6e-a42c-b1f1a16b225e" providerId="ADAL" clId="{BC00D9DF-F858-4149-8B7B-F211D448CEDA}" dt="2025-11-25T07:40:19.585" v="334" actId="14100"/>
          <ac:picMkLst>
            <pc:docMk/>
            <pc:sldMk cId="31178823" sldId="274"/>
            <ac:picMk id="9" creationId="{9E96CFC6-056B-AEA5-20DA-C6E7E9048C4B}"/>
          </ac:picMkLst>
        </pc:picChg>
      </pc:sldChg>
      <pc:sldChg chg="addSp modSp mod ord">
        <pc:chgData name="Dragan Javorac" userId="913c2858-fb97-4c6e-a42c-b1f1a16b225e" providerId="ADAL" clId="{BC00D9DF-F858-4149-8B7B-F211D448CEDA}" dt="2025-11-28T07:23:51.217" v="710" actId="20577"/>
        <pc:sldMkLst>
          <pc:docMk/>
          <pc:sldMk cId="3197346116" sldId="275"/>
        </pc:sldMkLst>
        <pc:spChg chg="mod">
          <ac:chgData name="Dragan Javorac" userId="913c2858-fb97-4c6e-a42c-b1f1a16b225e" providerId="ADAL" clId="{BC00D9DF-F858-4149-8B7B-F211D448CEDA}" dt="2025-11-28T07:23:51.217" v="710" actId="20577"/>
          <ac:spMkLst>
            <pc:docMk/>
            <pc:sldMk cId="3197346116" sldId="275"/>
            <ac:spMk id="3" creationId="{5F4696D6-2FC0-7907-33DB-153164D6ED00}"/>
          </ac:spMkLst>
        </pc:spChg>
        <pc:grpChg chg="mod">
          <ac:chgData name="Dragan Javorac" userId="913c2858-fb97-4c6e-a42c-b1f1a16b225e" providerId="ADAL" clId="{BC00D9DF-F858-4149-8B7B-F211D448CEDA}" dt="2025-11-28T07:23:17.016" v="671"/>
          <ac:grpSpMkLst>
            <pc:docMk/>
            <pc:sldMk cId="3197346116" sldId="275"/>
            <ac:grpSpMk id="7" creationId="{95C661FD-C355-9CAA-6CF4-5E37AEC7E182}"/>
          </ac:grpSpMkLst>
        </pc:grpChg>
        <pc:picChg chg="mod">
          <ac:chgData name="Dragan Javorac" userId="913c2858-fb97-4c6e-a42c-b1f1a16b225e" providerId="ADAL" clId="{BC00D9DF-F858-4149-8B7B-F211D448CEDA}" dt="2025-11-28T07:23:42.667" v="682" actId="14100"/>
          <ac:picMkLst>
            <pc:docMk/>
            <pc:sldMk cId="3197346116" sldId="275"/>
            <ac:picMk id="6" creationId="{55CB53B9-9339-F9AA-21F7-25EB12C812EB}"/>
          </ac:picMkLst>
        </pc:picChg>
        <pc:inkChg chg="add mod">
          <ac:chgData name="Dragan Javorac" userId="913c2858-fb97-4c6e-a42c-b1f1a16b225e" providerId="ADAL" clId="{BC00D9DF-F858-4149-8B7B-F211D448CEDA}" dt="2025-11-28T07:23:17.016" v="671"/>
          <ac:inkMkLst>
            <pc:docMk/>
            <pc:sldMk cId="3197346116" sldId="275"/>
            <ac:inkMk id="4" creationId="{88765403-0819-AA16-050B-FC5CCA64C8F1}"/>
          </ac:inkMkLst>
        </pc:inkChg>
        <pc:inkChg chg="add mod">
          <ac:chgData name="Dragan Javorac" userId="913c2858-fb97-4c6e-a42c-b1f1a16b225e" providerId="ADAL" clId="{BC00D9DF-F858-4149-8B7B-F211D448CEDA}" dt="2025-11-28T07:23:17.016" v="671"/>
          <ac:inkMkLst>
            <pc:docMk/>
            <pc:sldMk cId="3197346116" sldId="275"/>
            <ac:inkMk id="5" creationId="{C5FF9EC7-385F-16D8-313D-239F2CE672BF}"/>
          </ac:inkMkLst>
        </pc:inkChg>
      </pc:sldChg>
      <pc:sldChg chg="add mod modShow">
        <pc:chgData name="Dragan Javorac" userId="913c2858-fb97-4c6e-a42c-b1f1a16b225e" providerId="ADAL" clId="{BC00D9DF-F858-4149-8B7B-F211D448CEDA}" dt="2025-11-25T07:40:13.896" v="333" actId="729"/>
        <pc:sldMkLst>
          <pc:docMk/>
          <pc:sldMk cId="8707983" sldId="276"/>
        </pc:sldMkLst>
      </pc:sldChg>
      <pc:sldChg chg="add">
        <pc:chgData name="Dragan Javorac" userId="913c2858-fb97-4c6e-a42c-b1f1a16b225e" providerId="ADAL" clId="{BC00D9DF-F858-4149-8B7B-F211D448CEDA}" dt="2025-11-25T07:38:35.437" v="109"/>
        <pc:sldMkLst>
          <pc:docMk/>
          <pc:sldMk cId="999770160" sldId="277"/>
        </pc:sldMkLst>
      </pc:sldChg>
      <pc:sldChg chg="delSp modSp add mod">
        <pc:chgData name="Dragan Javorac" userId="913c2858-fb97-4c6e-a42c-b1f1a16b225e" providerId="ADAL" clId="{BC00D9DF-F858-4149-8B7B-F211D448CEDA}" dt="2025-11-25T07:39:54.263" v="320" actId="1076"/>
        <pc:sldMkLst>
          <pc:docMk/>
          <pc:sldMk cId="4087804571" sldId="278"/>
        </pc:sldMkLst>
        <pc:spChg chg="mod">
          <ac:chgData name="Dragan Javorac" userId="913c2858-fb97-4c6e-a42c-b1f1a16b225e" providerId="ADAL" clId="{BC00D9DF-F858-4149-8B7B-F211D448CEDA}" dt="2025-11-25T07:39:46.391" v="315" actId="20577"/>
          <ac:spMkLst>
            <pc:docMk/>
            <pc:sldMk cId="4087804571" sldId="278"/>
            <ac:spMk id="2" creationId="{16892734-AB02-BC07-1E86-7C401087B44D}"/>
          </ac:spMkLst>
        </pc:spChg>
        <pc:spChg chg="mod">
          <ac:chgData name="Dragan Javorac" userId="913c2858-fb97-4c6e-a42c-b1f1a16b225e" providerId="ADAL" clId="{BC00D9DF-F858-4149-8B7B-F211D448CEDA}" dt="2025-11-25T07:39:51.091" v="318" actId="14"/>
          <ac:spMkLst>
            <pc:docMk/>
            <pc:sldMk cId="4087804571" sldId="278"/>
            <ac:spMk id="3" creationId="{E11DD6BC-4AF9-6274-265B-1F6E856C9A5B}"/>
          </ac:spMkLst>
        </pc:spChg>
        <pc:picChg chg="mod">
          <ac:chgData name="Dragan Javorac" userId="913c2858-fb97-4c6e-a42c-b1f1a16b225e" providerId="ADAL" clId="{BC00D9DF-F858-4149-8B7B-F211D448CEDA}" dt="2025-11-25T07:39:54.263" v="320" actId="1076"/>
          <ac:picMkLst>
            <pc:docMk/>
            <pc:sldMk cId="4087804571" sldId="278"/>
            <ac:picMk id="5" creationId="{33222607-1EC4-1B40-81EC-F9631ECDCE0B}"/>
          </ac:picMkLst>
        </pc:picChg>
      </pc:sldChg>
      <pc:sldChg chg="addSp delSp modSp add mod">
        <pc:chgData name="Dragan Javorac" userId="913c2858-fb97-4c6e-a42c-b1f1a16b225e" providerId="ADAL" clId="{BC00D9DF-F858-4149-8B7B-F211D448CEDA}" dt="2025-11-28T07:19:17.981" v="597" actId="1076"/>
        <pc:sldMkLst>
          <pc:docMk/>
          <pc:sldMk cId="3703016638" sldId="279"/>
        </pc:sldMkLst>
        <pc:spChg chg="mod">
          <ac:chgData name="Dragan Javorac" userId="913c2858-fb97-4c6e-a42c-b1f1a16b225e" providerId="ADAL" clId="{BC00D9DF-F858-4149-8B7B-F211D448CEDA}" dt="2025-11-28T07:10:48.854" v="408" actId="20577"/>
          <ac:spMkLst>
            <pc:docMk/>
            <pc:sldMk cId="3703016638" sldId="279"/>
            <ac:spMk id="2" creationId="{5BBD7B26-E0CA-67AC-B230-47E419A5655C}"/>
          </ac:spMkLst>
        </pc:spChg>
        <pc:spChg chg="mod">
          <ac:chgData name="Dragan Javorac" userId="913c2858-fb97-4c6e-a42c-b1f1a16b225e" providerId="ADAL" clId="{BC00D9DF-F858-4149-8B7B-F211D448CEDA}" dt="2025-11-28T07:19:07.479" v="589" actId="20577"/>
          <ac:spMkLst>
            <pc:docMk/>
            <pc:sldMk cId="3703016638" sldId="279"/>
            <ac:spMk id="3" creationId="{2F1FC031-DD6E-76CA-9FE0-0A0105B931E0}"/>
          </ac:spMkLst>
        </pc:spChg>
        <pc:grpChg chg="mod">
          <ac:chgData name="Dragan Javorac" userId="913c2858-fb97-4c6e-a42c-b1f1a16b225e" providerId="ADAL" clId="{BC00D9DF-F858-4149-8B7B-F211D448CEDA}" dt="2025-11-28T07:19:17.981" v="597" actId="1076"/>
          <ac:grpSpMkLst>
            <pc:docMk/>
            <pc:sldMk cId="3703016638" sldId="279"/>
            <ac:grpSpMk id="11" creationId="{3AD40CEA-A156-50A7-E6CC-4A40868D8BC9}"/>
          </ac:grpSpMkLst>
        </pc:grpChg>
        <pc:grpChg chg="del mod">
          <ac:chgData name="Dragan Javorac" userId="913c2858-fb97-4c6e-a42c-b1f1a16b225e" providerId="ADAL" clId="{BC00D9DF-F858-4149-8B7B-F211D448CEDA}" dt="2025-11-28T07:18:38.033" v="512" actId="478"/>
          <ac:grpSpMkLst>
            <pc:docMk/>
            <pc:sldMk cId="3703016638" sldId="279"/>
            <ac:grpSpMk id="16" creationId="{AF705C93-4408-C125-770B-6ABD83733339}"/>
          </ac:grpSpMkLst>
        </pc:grpChg>
        <pc:picChg chg="add del mod">
          <ac:chgData name="Dragan Javorac" userId="913c2858-fb97-4c6e-a42c-b1f1a16b225e" providerId="ADAL" clId="{BC00D9DF-F858-4149-8B7B-F211D448CEDA}" dt="2025-11-28T07:19:08.878" v="590" actId="478"/>
          <ac:picMkLst>
            <pc:docMk/>
            <pc:sldMk cId="3703016638" sldId="279"/>
            <ac:picMk id="5" creationId="{DF91E1A6-40A0-BFEE-F6E9-9C9FB4C8A5DC}"/>
          </ac:picMkLst>
        </pc:picChg>
        <pc:picChg chg="del">
          <ac:chgData name="Dragan Javorac" userId="913c2858-fb97-4c6e-a42c-b1f1a16b225e" providerId="ADAL" clId="{BC00D9DF-F858-4149-8B7B-F211D448CEDA}" dt="2025-11-28T07:17:48.534" v="487" actId="478"/>
          <ac:picMkLst>
            <pc:docMk/>
            <pc:sldMk cId="3703016638" sldId="279"/>
            <ac:picMk id="6" creationId="{B8C418CC-F991-DD0B-AFB3-9AAFCDDEC0F1}"/>
          </ac:picMkLst>
        </pc:picChg>
        <pc:picChg chg="add mod">
          <ac:chgData name="Dragan Javorac" userId="913c2858-fb97-4c6e-a42c-b1f1a16b225e" providerId="ADAL" clId="{BC00D9DF-F858-4149-8B7B-F211D448CEDA}" dt="2025-11-28T07:19:15.508" v="596" actId="1076"/>
          <ac:picMkLst>
            <pc:docMk/>
            <pc:sldMk cId="3703016638" sldId="279"/>
            <ac:picMk id="7" creationId="{A0BB15C9-703F-79C4-C901-4BE2B658F19C}"/>
          </ac:picMkLst>
        </pc:picChg>
        <pc:picChg chg="add del mod modCrop">
          <ac:chgData name="Dragan Javorac" userId="913c2858-fb97-4c6e-a42c-b1f1a16b225e" providerId="ADAL" clId="{BC00D9DF-F858-4149-8B7B-F211D448CEDA}" dt="2025-11-28T07:19:09.441" v="591" actId="478"/>
          <ac:picMkLst>
            <pc:docMk/>
            <pc:sldMk cId="3703016638" sldId="279"/>
            <ac:picMk id="8" creationId="{167B6722-BD32-8276-1F54-4AE9F679B74D}"/>
          </ac:picMkLst>
        </pc:picChg>
        <pc:inkChg chg="add mod">
          <ac:chgData name="Dragan Javorac" userId="913c2858-fb97-4c6e-a42c-b1f1a16b225e" providerId="ADAL" clId="{BC00D9DF-F858-4149-8B7B-F211D448CEDA}" dt="2025-11-28T07:18:28.603" v="505"/>
          <ac:inkMkLst>
            <pc:docMk/>
            <pc:sldMk cId="3703016638" sldId="279"/>
            <ac:inkMk id="9" creationId="{2BE22406-715D-1063-214A-A298DE96C7A7}"/>
          </ac:inkMkLst>
        </pc:inkChg>
        <pc:inkChg chg="add mod">
          <ac:chgData name="Dragan Javorac" userId="913c2858-fb97-4c6e-a42c-b1f1a16b225e" providerId="ADAL" clId="{BC00D9DF-F858-4149-8B7B-F211D448CEDA}" dt="2025-11-28T07:18:28.603" v="505"/>
          <ac:inkMkLst>
            <pc:docMk/>
            <pc:sldMk cId="3703016638" sldId="279"/>
            <ac:inkMk id="10" creationId="{CDE667B5-3FB0-E78F-859F-1572E2CC5386}"/>
          </ac:inkMkLst>
        </pc:inkChg>
        <pc:inkChg chg="add del">
          <ac:chgData name="Dragan Javorac" userId="913c2858-fb97-4c6e-a42c-b1f1a16b225e" providerId="ADAL" clId="{BC00D9DF-F858-4149-8B7B-F211D448CEDA}" dt="2025-11-28T07:19:11.397" v="593" actId="478"/>
          <ac:inkMkLst>
            <pc:docMk/>
            <pc:sldMk cId="3703016638" sldId="279"/>
            <ac:inkMk id="12" creationId="{0D98D6DD-DDE6-9F37-79DB-1A479D30FDB8}"/>
          </ac:inkMkLst>
        </pc:inkChg>
        <pc:inkChg chg="add del">
          <ac:chgData name="Dragan Javorac" userId="913c2858-fb97-4c6e-a42c-b1f1a16b225e" providerId="ADAL" clId="{BC00D9DF-F858-4149-8B7B-F211D448CEDA}" dt="2025-11-28T07:19:12.946" v="594" actId="478"/>
          <ac:inkMkLst>
            <pc:docMk/>
            <pc:sldMk cId="3703016638" sldId="279"/>
            <ac:inkMk id="13" creationId="{4AE454D0-A54E-3C83-BDFF-D7E8B6AF4E14}"/>
          </ac:inkMkLst>
        </pc:inkChg>
        <pc:inkChg chg="add mod">
          <ac:chgData name="Dragan Javorac" userId="913c2858-fb97-4c6e-a42c-b1f1a16b225e" providerId="ADAL" clId="{BC00D9DF-F858-4149-8B7B-F211D448CEDA}" dt="2025-11-28T07:18:34.173" v="510"/>
          <ac:inkMkLst>
            <pc:docMk/>
            <pc:sldMk cId="3703016638" sldId="279"/>
            <ac:inkMk id="14" creationId="{3477597B-ED14-046F-7AF8-3CFA747DBC95}"/>
          </ac:inkMkLst>
        </pc:inkChg>
        <pc:inkChg chg="add mod">
          <ac:chgData name="Dragan Javorac" userId="913c2858-fb97-4c6e-a42c-b1f1a16b225e" providerId="ADAL" clId="{BC00D9DF-F858-4149-8B7B-F211D448CEDA}" dt="2025-11-28T07:18:34.173" v="510"/>
          <ac:inkMkLst>
            <pc:docMk/>
            <pc:sldMk cId="3703016638" sldId="279"/>
            <ac:inkMk id="15" creationId="{5822D84F-5133-3807-466C-339A97CDF7C1}"/>
          </ac:inkMkLst>
        </pc:inkChg>
        <pc:inkChg chg="add del">
          <ac:chgData name="Dragan Javorac" userId="913c2858-fb97-4c6e-a42c-b1f1a16b225e" providerId="ADAL" clId="{BC00D9DF-F858-4149-8B7B-F211D448CEDA}" dt="2025-11-28T07:18:38.033" v="512" actId="478"/>
          <ac:inkMkLst>
            <pc:docMk/>
            <pc:sldMk cId="3703016638" sldId="279"/>
            <ac:inkMk id="17" creationId="{08430B6D-3B50-DB2D-8CBA-AEA22EF98D7E}"/>
          </ac:inkMkLst>
        </pc:inkChg>
      </pc:sldChg>
      <pc:sldChg chg="addSp delSp modSp add mod">
        <pc:chgData name="Dragan Javorac" userId="913c2858-fb97-4c6e-a42c-b1f1a16b225e" providerId="ADAL" clId="{BC00D9DF-F858-4149-8B7B-F211D448CEDA}" dt="2025-11-28T07:22:24.033" v="668" actId="6549"/>
        <pc:sldMkLst>
          <pc:docMk/>
          <pc:sldMk cId="3072772152" sldId="280"/>
        </pc:sldMkLst>
        <pc:spChg chg="mod">
          <ac:chgData name="Dragan Javorac" userId="913c2858-fb97-4c6e-a42c-b1f1a16b225e" providerId="ADAL" clId="{BC00D9DF-F858-4149-8B7B-F211D448CEDA}" dt="2025-11-28T07:11:24.280" v="426" actId="20577"/>
          <ac:spMkLst>
            <pc:docMk/>
            <pc:sldMk cId="3072772152" sldId="280"/>
            <ac:spMk id="2" creationId="{4A4211F8-0893-85E3-4154-C27D219E7DC6}"/>
          </ac:spMkLst>
        </pc:spChg>
        <pc:spChg chg="mod">
          <ac:chgData name="Dragan Javorac" userId="913c2858-fb97-4c6e-a42c-b1f1a16b225e" providerId="ADAL" clId="{BC00D9DF-F858-4149-8B7B-F211D448CEDA}" dt="2025-11-28T07:22:24.033" v="668" actId="6549"/>
          <ac:spMkLst>
            <pc:docMk/>
            <pc:sldMk cId="3072772152" sldId="280"/>
            <ac:spMk id="3" creationId="{31F1F0B7-B56E-25D5-DF98-16E06363C9D4}"/>
          </ac:spMkLst>
        </pc:spChg>
        <pc:picChg chg="add mod">
          <ac:chgData name="Dragan Javorac" userId="913c2858-fb97-4c6e-a42c-b1f1a16b225e" providerId="ADAL" clId="{BC00D9DF-F858-4149-8B7B-F211D448CEDA}" dt="2025-11-28T07:21:54.321" v="613" actId="14100"/>
          <ac:picMkLst>
            <pc:docMk/>
            <pc:sldMk cId="3072772152" sldId="280"/>
            <ac:picMk id="5" creationId="{4E95512B-03A6-14C7-320E-75B6D9FDC249}"/>
          </ac:picMkLst>
        </pc:picChg>
        <pc:picChg chg="del">
          <ac:chgData name="Dragan Javorac" userId="913c2858-fb97-4c6e-a42c-b1f1a16b225e" providerId="ADAL" clId="{BC00D9DF-F858-4149-8B7B-F211D448CEDA}" dt="2025-11-28T07:21:39.701" v="609" actId="478"/>
          <ac:picMkLst>
            <pc:docMk/>
            <pc:sldMk cId="3072772152" sldId="280"/>
            <ac:picMk id="6" creationId="{94C3EC9A-4E3D-B48A-720E-4D0715AAB7BA}"/>
          </ac:picMkLst>
        </pc:picChg>
        <pc:picChg chg="add mod">
          <ac:chgData name="Dragan Javorac" userId="913c2858-fb97-4c6e-a42c-b1f1a16b225e" providerId="ADAL" clId="{BC00D9DF-F858-4149-8B7B-F211D448CEDA}" dt="2025-11-28T07:21:57.840" v="616" actId="1076"/>
          <ac:picMkLst>
            <pc:docMk/>
            <pc:sldMk cId="3072772152" sldId="280"/>
            <ac:picMk id="8" creationId="{C5BA135F-C63C-BB39-EC30-B0C83D6C923E}"/>
          </ac:picMkLst>
        </pc:picChg>
      </pc:sldChg>
      <pc:sldChg chg="addSp delSp modSp new mod">
        <pc:chgData name="Dragan Javorac" userId="913c2858-fb97-4c6e-a42c-b1f1a16b225e" providerId="ADAL" clId="{BC00D9DF-F858-4149-8B7B-F211D448CEDA}" dt="2025-11-28T07:17:20.864" v="486" actId="732"/>
        <pc:sldMkLst>
          <pc:docMk/>
          <pc:sldMk cId="776246693" sldId="281"/>
        </pc:sldMkLst>
        <pc:spChg chg="mod">
          <ac:chgData name="Dragan Javorac" userId="913c2858-fb97-4c6e-a42c-b1f1a16b225e" providerId="ADAL" clId="{BC00D9DF-F858-4149-8B7B-F211D448CEDA}" dt="2025-11-28T07:16:54.904" v="448" actId="20577"/>
          <ac:spMkLst>
            <pc:docMk/>
            <pc:sldMk cId="776246693" sldId="281"/>
            <ac:spMk id="2" creationId="{4B80FC39-A80E-B373-106A-B6C4AC8593D1}"/>
          </ac:spMkLst>
        </pc:spChg>
        <pc:spChg chg="del">
          <ac:chgData name="Dragan Javorac" userId="913c2858-fb97-4c6e-a42c-b1f1a16b225e" providerId="ADAL" clId="{BC00D9DF-F858-4149-8B7B-F211D448CEDA}" dt="2025-11-28T07:16:49.229" v="428" actId="22"/>
          <ac:spMkLst>
            <pc:docMk/>
            <pc:sldMk cId="776246693" sldId="281"/>
            <ac:spMk id="3" creationId="{90A5CEAF-027D-F87D-5410-46A92034C1E8}"/>
          </ac:spMkLst>
        </pc:spChg>
        <pc:spChg chg="add mod">
          <ac:chgData name="Dragan Javorac" userId="913c2858-fb97-4c6e-a42c-b1f1a16b225e" providerId="ADAL" clId="{BC00D9DF-F858-4149-8B7B-F211D448CEDA}" dt="2025-11-28T07:17:09.150" v="483" actId="15"/>
          <ac:spMkLst>
            <pc:docMk/>
            <pc:sldMk cId="776246693" sldId="281"/>
            <ac:spMk id="6" creationId="{41AF54D0-67DE-2D3D-35A0-6825A8653232}"/>
          </ac:spMkLst>
        </pc:spChg>
        <pc:picChg chg="add mod ord modCrop">
          <ac:chgData name="Dragan Javorac" userId="913c2858-fb97-4c6e-a42c-b1f1a16b225e" providerId="ADAL" clId="{BC00D9DF-F858-4149-8B7B-F211D448CEDA}" dt="2025-11-28T07:17:20.864" v="486" actId="732"/>
          <ac:picMkLst>
            <pc:docMk/>
            <pc:sldMk cId="776246693" sldId="281"/>
            <ac:picMk id="5" creationId="{AF0A92AF-582F-7DDB-5E6F-1D525018A98A}"/>
          </ac:picMkLst>
        </pc:picChg>
      </pc:sldChg>
      <pc:sldChg chg="delSp modSp add mod">
        <pc:chgData name="Dragan Javorac" userId="913c2858-fb97-4c6e-a42c-b1f1a16b225e" providerId="ADAL" clId="{BC00D9DF-F858-4149-8B7B-F211D448CEDA}" dt="2025-11-28T07:23:36.780" v="680" actId="1076"/>
        <pc:sldMkLst>
          <pc:docMk/>
          <pc:sldMk cId="2144702899" sldId="282"/>
        </pc:sldMkLst>
        <pc:spChg chg="mod">
          <ac:chgData name="Dragan Javorac" userId="913c2858-fb97-4c6e-a42c-b1f1a16b225e" providerId="ADAL" clId="{BC00D9DF-F858-4149-8B7B-F211D448CEDA}" dt="2025-11-28T07:19:24.275" v="601" actId="6549"/>
          <ac:spMkLst>
            <pc:docMk/>
            <pc:sldMk cId="2144702899" sldId="282"/>
            <ac:spMk id="3" creationId="{A6B5DE1E-CFF9-616F-5F6C-6497C8205658}"/>
          </ac:spMkLst>
        </pc:spChg>
        <pc:grpChg chg="del">
          <ac:chgData name="Dragan Javorac" userId="913c2858-fb97-4c6e-a42c-b1f1a16b225e" providerId="ADAL" clId="{BC00D9DF-F858-4149-8B7B-F211D448CEDA}" dt="2025-11-28T07:19:22.072" v="599" actId="478"/>
          <ac:grpSpMkLst>
            <pc:docMk/>
            <pc:sldMk cId="2144702899" sldId="282"/>
            <ac:grpSpMk id="11" creationId="{8ED5851D-3278-94BB-9BC9-79253D9137A7}"/>
          </ac:grpSpMkLst>
        </pc:grpChg>
        <pc:picChg chg="mod">
          <ac:chgData name="Dragan Javorac" userId="913c2858-fb97-4c6e-a42c-b1f1a16b225e" providerId="ADAL" clId="{BC00D9DF-F858-4149-8B7B-F211D448CEDA}" dt="2025-11-28T07:23:36.780" v="680" actId="1076"/>
          <ac:picMkLst>
            <pc:docMk/>
            <pc:sldMk cId="2144702899" sldId="282"/>
            <ac:picMk id="5" creationId="{125197F6-571C-3A44-F60A-9C8F78FB33A0}"/>
          </ac:picMkLst>
        </pc:picChg>
        <pc:picChg chg="del">
          <ac:chgData name="Dragan Javorac" userId="913c2858-fb97-4c6e-a42c-b1f1a16b225e" providerId="ADAL" clId="{BC00D9DF-F858-4149-8B7B-F211D448CEDA}" dt="2025-11-28T07:19:21.308" v="598" actId="478"/>
          <ac:picMkLst>
            <pc:docMk/>
            <pc:sldMk cId="2144702899" sldId="282"/>
            <ac:picMk id="7" creationId="{27693D1F-FC47-01EA-BBDB-4E0B4CE5F91C}"/>
          </ac:picMkLst>
        </pc:picChg>
        <pc:picChg chg="mod modCrop">
          <ac:chgData name="Dragan Javorac" userId="913c2858-fb97-4c6e-a42c-b1f1a16b225e" providerId="ADAL" clId="{BC00D9DF-F858-4149-8B7B-F211D448CEDA}" dt="2025-11-28T07:23:34.092" v="678" actId="14100"/>
          <ac:picMkLst>
            <pc:docMk/>
            <pc:sldMk cId="2144702899" sldId="282"/>
            <ac:picMk id="8" creationId="{E2001218-2AAD-2EBF-8641-C6D5D49EEB36}"/>
          </ac:picMkLst>
        </pc:picChg>
        <pc:inkChg chg="mod">
          <ac:chgData name="Dragan Javorac" userId="913c2858-fb97-4c6e-a42c-b1f1a16b225e" providerId="ADAL" clId="{BC00D9DF-F858-4149-8B7B-F211D448CEDA}" dt="2025-11-28T07:19:40.243" v="605" actId="1076"/>
          <ac:inkMkLst>
            <pc:docMk/>
            <pc:sldMk cId="2144702899" sldId="282"/>
            <ac:inkMk id="13" creationId="{6AF4C54E-8242-DAFA-8FC4-39FB00B861C0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8T07:18:26.5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24575,'8'0'0,"31"0"0,29 0 0,31 4 0,24 5 0,10 1 0,7 3 0,0 0 0,0-3 0,-11-3 0,-16-3 0,-19-2 0,-21-1 0,-19-1 0,-15 0 0,-14-1-8191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8T07:18:27.7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277 0 24575,'-32'29'0,"-2"-2"0,-1-2 0,-54 30 0,46-29 0,40-24 0,0-1 0,0 1 0,0-1 0,1 1 0,-1 0 0,1 0 0,-1 1 0,1-1 0,0 0 0,0 1 0,0 0 0,0-1 0,0 1 0,0 0 0,1 0 0,0 0 0,-1 0 0,1 0 0,0 0 0,-1 4 0,3-3 0,-1 0 0,1 0 0,0-1 0,0 1 0,0-1 0,0 1 0,1-1 0,-1 1 0,1-1 0,0 0 0,0 0 0,0 0 0,1 0 0,-1 0 0,1 0 0,-1 0 0,1-1 0,3 3 0,18 15 0,1-1 0,1-1 0,46 24 0,92 36 0,-135-65 0,8 2-1365,-8-4-5461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8T07:18:30.2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2806 169 24575,'-46'-2'0,"0"-3"0,-64-14 0,-3-1 0,-64-5 0,-451-46 0,534 65 0,-325-13 0,282 18 0,-185 6 0,279-1 0,0 2 0,1 1 0,0 3 0,1 1 0,-59 24 0,80-24 0,0 0 0,1 2 0,0 0 0,1 2 0,-24 22 0,19-15 0,-49 33 0,40-35 0,15-11 0,1 2 0,0 0 0,-27 24 0,38-30 0,1 1 0,0-1 0,0 1 0,0-1 0,0 1 0,1 0 0,0 0 0,0 1 0,1-1 0,0 1 0,0-1 0,0 1 0,1 0 0,-1 12 0,3 126 0,1-65 0,-1-70 0,1 1 0,0-1 0,0 0 0,1-1 0,0 1 0,1 0 0,0-1 0,1 0 0,0 0 0,0 0 0,8 9 0,0 0 0,1 0 0,1-2 0,1 0 0,18 16 0,-4-10 0,1-1 0,0-1 0,2-2 0,0-1 0,1-2 0,39 13 0,5-5 0,142 24 0,330 6 0,8-43 0,-463-9 0,291-4 0,-360 2 0,0-2 0,0 0 0,0-2 0,-1-1 0,0-1 0,0-1 0,0-1 0,-1-1 0,-1-2 0,1 0 0,-2-1 0,0-2 0,-1 0 0,25-23 0,-34 26 0,-1-2 0,0 1 0,-1-1 0,-1-1 0,0 0 0,-1 0 0,10-26 0,-2-3 0,15-69 0,-25 85 0,-1 0 0,-1 0 0,-2-1 0,-1-29 0,-1 44 0,-1 0 0,-1 0 0,0 0 0,-1 0 0,0 1 0,-1-1 0,-1 1 0,0 0 0,-1 0 0,-7-12 0,6 12-72,-1 1 1,0 1-1,-1-1 0,0 2 0,-1-1 0,0 1 0,-1 0 0,0 1 1,0 1-1,-1 0 0,0 0 0,0 1 0,-1 0 0,0 2 0,0-1 1,0 1-1,-1 1 0,-17-3 0,12 4-6754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8T07:18:32.2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24575,'48'15'0,"85"11"5,238 15-1,142-29-77,-386-11-6,1350 0-1631,-1429-1 1470,65 0-5858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8T07:23:13.8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290 21 24575,'-61'-1'0,"-98"-16"0,157 16 0,0 1 0,0-1 0,0 1 0,0 0 0,0 0 0,-1 0 0,1 0 0,0 0 0,0 0 0,0 1 0,0-1 0,0 1 0,0-1 0,-1 1 0,1 0 0,0 0 0,1 0 0,-1 0 0,0 0 0,0 0 0,0 0 0,1 1 0,-1-1 0,0 1 0,1-1 0,-1 1 0,1-1 0,-2 4 0,0 1 0,1 1 0,0-1 0,1 1 0,-1-1 0,1 1 0,0 0 0,1-1 0,-1 10 0,4 141 0,33 224 0,3 94 0,-41-219 0,3 163 0,10-271 0,1 61 0,-14-39 0,4 237 0,9-280 0,2 69 0,-16-146 0,1-35 0,1 0 0,1 1 0,0-1 0,0 0 0,2 0 0,6 29 0,-7-41 0,0-1 0,1 0 0,-1 0 0,1 0 0,-1 0 0,1 0 0,0-1 0,0 1 0,0 0 0,0-1 0,0 1 0,0-1 0,0 0 0,0 0 0,1 0 0,-1 0 0,0 0 0,1 0 0,-1 0 0,1-1 0,-1 0 0,5 1 0,63-1 0,-50-1 0,258-3-1365,-253 4-5461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8T07:23:16.1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505 1 24575,'-5'3'0,"-1"1"0,0-1 0,1 0 0,-1 0 0,-1-1 0,1 0 0,0 0 0,-12 2 0,-13 5 0,-15 6 0,-1-2 0,0-2 0,-1-2 0,0-2 0,-68 0 0,113-7 0,1 1 0,-1-1 0,1 1 0,-1-1 0,1 1 0,-1 0 0,1 0 0,-1 0 0,1 0 0,0 0 0,0 1 0,0-1 0,-1 0 0,1 1 0,1 0 0,-1 0 0,0-1 0,0 1 0,1 0 0,-1 0 0,1 1 0,-1-1 0,1 0 0,0 0 0,0 1 0,0-1 0,0 1 0,0-1 0,1 0 0,-1 1 0,1 0 0,0-1 0,0 1 0,0 4 0,0 11 0,0 0 0,2 0 0,0 0 0,6 19 0,-3-6 0,17 167 0,-6 290 0,-19 25 0,5 802 0,9-919 0,2 253 0,-1-47 0,0 55 0,12-264 0,0-24 0,-13-123 0,1 12 0,12 55 0,-1-32 0,-11-62 0,0 66 0,-9-216 0,18 105 0,-10-101 0,2 87 0,-16 24 0,5 109 0,-2-289 0,1-1 0,-1 0 0,1 0 0,0 0 0,0 0 0,0 0 0,0 0 0,0 0 0,0-1 0,1 1 0,0 0 0,-1-1 0,1 1 0,0-1 0,0 1 0,1-1 0,-1 0 0,0 0 0,1 0 0,-1 0 0,1 0 0,0-1 0,-1 1 0,1-1 0,0 0 0,0 0 0,0 0 0,0 0 0,0 0 0,0-1 0,5 1 0,12 1 0,0-1 0,0-1 0,0 0 0,22-5 0,7 2 0,236 2-1365,-265 1-5461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28-11-2025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75983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28-11-2025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41130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28-11-2025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285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28-11-2025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84087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28-11-2025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17248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28-11-2025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38192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28-11-2025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12065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28-11-2025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99456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28-11-2025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63093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28-11-2025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87944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28-11-2025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10965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4">
                <a:lumMod val="75000"/>
              </a:schemeClr>
            </a:gs>
            <a:gs pos="0">
              <a:schemeClr val="accent3">
                <a:lumMod val="50000"/>
              </a:schemeClr>
            </a:gs>
            <a:gs pos="100000">
              <a:schemeClr val="accent5">
                <a:lumMod val="60000"/>
                <a:lumOff val="40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rgbClr val="A5B7D3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E18F83-F2D4-46BF-9E5D-FF9439C20B20}" type="datetimeFigureOut">
              <a:rPr lang="nl-NL" smtClean="0"/>
              <a:t>28-11-2025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366485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ustomXml" Target="../ink/ink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image" Target="../media/image12.png"/><Relationship Id="rId4" Type="http://schemas.openxmlformats.org/officeDocument/2006/relationships/customXml" Target="../ink/ink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customXml" Target="../ink/ink6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27A49-3921-4604-B6B2-61568970C1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C# </a:t>
            </a:r>
            <a:r>
              <a:rPr lang="en-US" dirty="0" err="1"/>
              <a:t>Deel</a:t>
            </a:r>
            <a:r>
              <a:rPr lang="en-US" dirty="0"/>
              <a:t> 2</a:t>
            </a:r>
            <a:endParaRPr lang="nl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399728-9CFD-4345-B7B5-5B803A05E8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645222"/>
          </a:xfrm>
        </p:spPr>
        <p:txBody>
          <a:bodyPr/>
          <a:lstStyle/>
          <a:p>
            <a:r>
              <a:rPr lang="en-US" dirty="0"/>
              <a:t>Classes </a:t>
            </a:r>
            <a:r>
              <a:rPr lang="en-US" dirty="0" err="1"/>
              <a:t>maken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1F14C14-727F-B8B5-1433-EE67AB6E0C82}"/>
              </a:ext>
            </a:extLst>
          </p:cNvPr>
          <p:cNvSpPr txBox="1">
            <a:spLocks/>
          </p:cNvSpPr>
          <p:nvPr/>
        </p:nvSpPr>
        <p:spPr>
          <a:xfrm>
            <a:off x="2771686" y="248445"/>
            <a:ext cx="9144000" cy="40958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/>
              <a:t>2024-2025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29763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B5619-8479-F033-528A-638521558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F96EE-0800-1C95-E9EC-91FC1E881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Terugblik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0DDF0-D5EB-3BD5-5BC2-87B1E41AE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44753" cy="4351338"/>
          </a:xfrm>
        </p:spPr>
        <p:txBody>
          <a:bodyPr>
            <a:normAutofit/>
          </a:bodyPr>
          <a:lstStyle/>
          <a:p>
            <a:r>
              <a:rPr lang="nl-NL" dirty="0"/>
              <a:t>Functions</a:t>
            </a:r>
          </a:p>
          <a:p>
            <a:pPr lvl="1"/>
            <a:r>
              <a:rPr lang="nl-NL" dirty="0" err="1"/>
              <a:t>Void</a:t>
            </a:r>
            <a:r>
              <a:rPr lang="nl-NL" dirty="0"/>
              <a:t> </a:t>
            </a:r>
            <a:r>
              <a:rPr lang="nl-NL" dirty="0" err="1"/>
              <a:t>vs</a:t>
            </a:r>
            <a:r>
              <a:rPr lang="nl-NL" dirty="0"/>
              <a:t> type</a:t>
            </a:r>
          </a:p>
          <a:p>
            <a:pPr lvl="1"/>
            <a:r>
              <a:rPr lang="nl-NL" dirty="0"/>
              <a:t>Return</a:t>
            </a:r>
          </a:p>
          <a:p>
            <a:pPr lvl="1"/>
            <a:r>
              <a:rPr lang="nl-NL" dirty="0"/>
              <a:t>Argumenten</a:t>
            </a:r>
          </a:p>
          <a:p>
            <a:pPr lvl="1"/>
            <a:endParaRPr lang="nl-NL" dirty="0"/>
          </a:p>
          <a:p>
            <a:pPr lvl="1"/>
            <a:endParaRPr lang="nl-NL" dirty="0"/>
          </a:p>
          <a:p>
            <a:r>
              <a:rPr lang="nl-NL" dirty="0"/>
              <a:t>Opdrachten week 1 af?</a:t>
            </a:r>
          </a:p>
          <a:p>
            <a:pPr lvl="1"/>
            <a:endParaRPr lang="nl-NL" dirty="0"/>
          </a:p>
          <a:p>
            <a:pPr lvl="1"/>
            <a:endParaRPr lang="nl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F2912A-0EFD-A2A5-CB90-E965CB1A3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8598" y="3429000"/>
            <a:ext cx="3076575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325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86773-5B83-AE24-A4EA-ADA3E87E4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81678-9F86-CDC2-0650-09A72CCC5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Namespace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12937-D247-BAE9-848A-9702777DA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44753" cy="4351338"/>
          </a:xfrm>
        </p:spPr>
        <p:txBody>
          <a:bodyPr>
            <a:normAutofit/>
          </a:bodyPr>
          <a:lstStyle/>
          <a:p>
            <a:r>
              <a:rPr lang="nl-NL" dirty="0"/>
              <a:t>Is gelijk aan je Project name</a:t>
            </a:r>
          </a:p>
          <a:p>
            <a:endParaRPr lang="nl-NL" dirty="0"/>
          </a:p>
          <a:p>
            <a:r>
              <a:rPr lang="nl-NL" dirty="0"/>
              <a:t>Is een organisatie ‘doos’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FFBF7F-9BDE-70D5-1D8B-8A461E6EF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4406" y="1638974"/>
            <a:ext cx="5370077" cy="1790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65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9E14D-CC22-8BB3-7D6E-E35F73A10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92734-AB02-BC07-1E86-7C401087B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Namespace = </a:t>
            </a:r>
            <a:r>
              <a:rPr lang="en-US" dirty="0" err="1"/>
              <a:t>ontdubbeling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DD6BC-4AF9-6274-265B-1F6E856C9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44753" cy="4351338"/>
          </a:xfrm>
        </p:spPr>
        <p:txBody>
          <a:bodyPr>
            <a:normAutofit/>
          </a:bodyPr>
          <a:lstStyle/>
          <a:p>
            <a:r>
              <a:rPr lang="nl-NL" dirty="0"/>
              <a:t>Voorkomt 2 classes met dezelfde naam</a:t>
            </a:r>
          </a:p>
          <a:p>
            <a:pPr lvl="1"/>
            <a:r>
              <a:rPr lang="nl-NL" dirty="0" err="1"/>
              <a:t>MijnProject.Math</a:t>
            </a:r>
            <a:endParaRPr lang="nl-NL" dirty="0"/>
          </a:p>
          <a:p>
            <a:pPr lvl="1"/>
            <a:r>
              <a:rPr lang="nl-NL" dirty="0" err="1"/>
              <a:t>ExternProject.Math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222607-1EC4-1B40-81EC-F9631ECDCE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098" t="-606" r="13555" b="10904"/>
          <a:stretch>
            <a:fillRect/>
          </a:stretch>
        </p:blipFill>
        <p:spPr>
          <a:xfrm>
            <a:off x="7198895" y="1825625"/>
            <a:ext cx="4154905" cy="2375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04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30A23-A06C-CAA8-8119-344E0CDEC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D0CCC-1D30-5264-E345-A0455FAA8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Vandaag</a:t>
            </a:r>
            <a:r>
              <a:rPr lang="en-US" dirty="0"/>
              <a:t>: classes </a:t>
            </a:r>
            <a:r>
              <a:rPr lang="en-US" dirty="0" err="1"/>
              <a:t>maken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66445-6485-51D2-586F-59CF081CB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44753" cy="4351338"/>
          </a:xfrm>
        </p:spPr>
        <p:txBody>
          <a:bodyPr>
            <a:normAutofit/>
          </a:bodyPr>
          <a:lstStyle/>
          <a:p>
            <a:r>
              <a:rPr lang="nl-NL" dirty="0"/>
              <a:t>In je </a:t>
            </a:r>
            <a:r>
              <a:rPr lang="nl-NL" dirty="0" err="1"/>
              <a:t>explorer</a:t>
            </a:r>
            <a:r>
              <a:rPr lang="nl-NL" dirty="0"/>
              <a:t>:</a:t>
            </a:r>
          </a:p>
          <a:p>
            <a:pPr lvl="1"/>
            <a:r>
              <a:rPr lang="nl-NL" dirty="0"/>
              <a:t>Right click -&gt; new file</a:t>
            </a:r>
          </a:p>
          <a:p>
            <a:pPr lvl="2"/>
            <a:r>
              <a:rPr lang="nl-NL" dirty="0" err="1"/>
              <a:t>Classname.cs</a:t>
            </a:r>
            <a:endParaRPr lang="nl-NL" dirty="0"/>
          </a:p>
          <a:p>
            <a:pPr lvl="2"/>
            <a:endParaRPr lang="nl-NL" dirty="0"/>
          </a:p>
          <a:p>
            <a:pPr lvl="1"/>
            <a:r>
              <a:rPr lang="nl-NL" dirty="0" err="1"/>
              <a:t>Namespace</a:t>
            </a:r>
            <a:r>
              <a:rPr lang="nl-NL" dirty="0"/>
              <a:t> schrijven</a:t>
            </a:r>
          </a:p>
          <a:p>
            <a:pPr lvl="1"/>
            <a:r>
              <a:rPr lang="nl-NL" dirty="0" err="1"/>
              <a:t>Internal</a:t>
            </a:r>
            <a:r>
              <a:rPr lang="nl-NL" dirty="0"/>
              <a:t> class </a:t>
            </a:r>
            <a:r>
              <a:rPr lang="nl-NL" dirty="0" err="1"/>
              <a:t>classname</a:t>
            </a:r>
            <a:r>
              <a:rPr lang="nl-NL" dirty="0"/>
              <a:t>{}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CDB241-9BB4-4CDB-4C86-4F9A5644DC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098" t="-606" r="13555" b="10904"/>
          <a:stretch>
            <a:fillRect/>
          </a:stretch>
        </p:blipFill>
        <p:spPr>
          <a:xfrm>
            <a:off x="7411453" y="1625809"/>
            <a:ext cx="4154905" cy="23754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0FE5C6-040D-228E-4ABE-E0642E1D5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453" y="4407569"/>
            <a:ext cx="18288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770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BE35B3E-08BC-AF9E-1917-2044BE33C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3AB6D-6C0F-C7AC-1D2D-648FACAE3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Vandaag</a:t>
            </a:r>
            <a:r>
              <a:rPr lang="en-US" dirty="0"/>
              <a:t>: classes </a:t>
            </a:r>
            <a:r>
              <a:rPr lang="en-US" dirty="0" err="1"/>
              <a:t>maken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C7886-53BF-4754-C155-BBFCCC7AC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44753" cy="4351338"/>
          </a:xfrm>
        </p:spPr>
        <p:txBody>
          <a:bodyPr>
            <a:normAutofit/>
          </a:bodyPr>
          <a:lstStyle/>
          <a:p>
            <a:r>
              <a:rPr lang="nl-NL" dirty="0"/>
              <a:t>Op het project:</a:t>
            </a:r>
          </a:p>
          <a:p>
            <a:pPr lvl="1"/>
            <a:r>
              <a:rPr lang="nl-NL" dirty="0"/>
              <a:t>Right click -&gt;</a:t>
            </a:r>
          </a:p>
          <a:p>
            <a:pPr lvl="1"/>
            <a:r>
              <a:rPr lang="nl-NL" dirty="0" err="1"/>
              <a:t>Add</a:t>
            </a:r>
            <a:r>
              <a:rPr lang="nl-NL" dirty="0"/>
              <a:t> -&gt;</a:t>
            </a:r>
          </a:p>
          <a:p>
            <a:pPr lvl="1"/>
            <a:r>
              <a:rPr lang="nl-NL" dirty="0"/>
              <a:t>Class</a:t>
            </a:r>
          </a:p>
          <a:p>
            <a:r>
              <a:rPr lang="nl-NL" dirty="0"/>
              <a:t>In het nieuwe scherm:</a:t>
            </a:r>
          </a:p>
          <a:p>
            <a:pPr lvl="1"/>
            <a:r>
              <a:rPr lang="nl-NL" dirty="0"/>
              <a:t>Geef de class een naam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B0FB8A-AE41-85EA-2740-897341B1D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9475" y="15089"/>
            <a:ext cx="4962525" cy="60864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C765FA-3F5B-DB9F-AEE4-99B2EB9B0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2450" y="6180062"/>
            <a:ext cx="7829550" cy="63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7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626A0-2B8B-8F9B-1308-5CA474811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4FB67-7475-1CA4-26DE-8065D8823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dirty="0" err="1"/>
              <a:t>invullen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EA722-64A9-5EEA-C4EF-EDC39529A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844753" cy="4838871"/>
          </a:xfrm>
        </p:spPr>
        <p:txBody>
          <a:bodyPr>
            <a:normAutofit/>
          </a:bodyPr>
          <a:lstStyle/>
          <a:p>
            <a:r>
              <a:rPr lang="nl-NL" dirty="0"/>
              <a:t>Maak variabelen voor de class</a:t>
            </a:r>
          </a:p>
          <a:p>
            <a:pPr lvl="1"/>
            <a:r>
              <a:rPr lang="nl-NL" dirty="0"/>
              <a:t>Noemen we fields</a:t>
            </a:r>
          </a:p>
          <a:p>
            <a:pPr lvl="1"/>
            <a:endParaRPr lang="nl-NL" dirty="0"/>
          </a:p>
          <a:p>
            <a:pPr lvl="1"/>
            <a:r>
              <a:rPr lang="nl-NL" i="1" dirty="0"/>
              <a:t>Welke eigenschappen heeft deze class, wat moeten we bewaren</a:t>
            </a:r>
          </a:p>
          <a:p>
            <a:pPr lvl="1"/>
            <a:endParaRPr lang="nl-NL" i="1" dirty="0"/>
          </a:p>
          <a:p>
            <a:pPr lvl="1"/>
            <a:endParaRPr lang="nl-NL" i="1" dirty="0"/>
          </a:p>
          <a:p>
            <a:r>
              <a:rPr lang="nl-NL" dirty="0"/>
              <a:t>Maak de functions van de class</a:t>
            </a:r>
          </a:p>
          <a:p>
            <a:pPr lvl="1"/>
            <a:r>
              <a:rPr lang="nl-NL" dirty="0"/>
              <a:t>Wat kan je de class laten doen?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8EDADF-C63D-0B6D-1DA5-907D6D563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060" y="845569"/>
            <a:ext cx="5899939" cy="28619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96CFC6-056B-AEA5-20DA-C6E7E9048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6205" y="3802584"/>
            <a:ext cx="5775857" cy="2861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8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0FC39-A80E-B373-106A-B6C4AC859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New Tafel (instance)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0A92AF-582F-7DDB-5E6F-1D525018A9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0598"/>
          <a:stretch>
            <a:fillRect/>
          </a:stretch>
        </p:blipFill>
        <p:spPr>
          <a:xfrm>
            <a:off x="5832192" y="1711408"/>
            <a:ext cx="5730268" cy="5146591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1AF54D0-67DE-2D3D-35A0-6825A8653232}"/>
              </a:ext>
            </a:extLst>
          </p:cNvPr>
          <p:cNvSpPr txBox="1">
            <a:spLocks/>
          </p:cNvSpPr>
          <p:nvPr/>
        </p:nvSpPr>
        <p:spPr>
          <a:xfrm>
            <a:off x="838200" y="1825624"/>
            <a:ext cx="4844753" cy="48388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New</a:t>
            </a:r>
          </a:p>
          <a:p>
            <a:r>
              <a:rPr lang="nl-NL" dirty="0"/>
              <a:t>Tussen {}</a:t>
            </a:r>
          </a:p>
          <a:p>
            <a:pPr lvl="1"/>
            <a:r>
              <a:rPr lang="nl-NL" dirty="0"/>
              <a:t>De eigenschappen</a:t>
            </a:r>
          </a:p>
        </p:txBody>
      </p:sp>
    </p:spTree>
    <p:extLst>
      <p:ext uri="{BB962C8B-B14F-4D97-AF65-F5344CB8AC3E}">
        <p14:creationId xmlns:p14="http://schemas.microsoft.com/office/powerpoint/2010/main" val="776246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63936-4D74-6217-290A-9730EB9C6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D7B26-E0CA-67AC-B230-47E419A56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eigenschap</a:t>
            </a:r>
            <a:r>
              <a:rPr lang="en-US" dirty="0"/>
              <a:t> van </a:t>
            </a:r>
            <a:r>
              <a:rPr lang="en-US" dirty="0" err="1"/>
              <a:t>een</a:t>
            </a:r>
            <a:r>
              <a:rPr lang="en-US" dirty="0"/>
              <a:t> Andere class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FC031-DD6E-76CA-9FE0-0A0105B93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875119" cy="4838871"/>
          </a:xfrm>
        </p:spPr>
        <p:txBody>
          <a:bodyPr>
            <a:normAutofit/>
          </a:bodyPr>
          <a:lstStyle/>
          <a:p>
            <a:r>
              <a:rPr lang="nl-NL" dirty="0"/>
              <a:t>Reservering heeft een tafel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BB15C9-703F-79C4-C901-4BE2B658F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216" y="2711576"/>
            <a:ext cx="7631349" cy="3781299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AD40CEA-A156-50A7-E6CC-4A40868D8BC9}"/>
              </a:ext>
            </a:extLst>
          </p:cNvPr>
          <p:cNvGrpSpPr/>
          <p:nvPr/>
        </p:nvGrpSpPr>
        <p:grpSpPr>
          <a:xfrm>
            <a:off x="6870642" y="5503209"/>
            <a:ext cx="541800" cy="178920"/>
            <a:chOff x="9873027" y="3494947"/>
            <a:chExt cx="541800" cy="17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BE22406-715D-1063-214A-A298DE96C7A7}"/>
                    </a:ext>
                  </a:extLst>
                </p14:cNvPr>
                <p14:cNvContentPartPr/>
                <p14:nvPr/>
              </p14:nvContentPartPr>
              <p14:xfrm>
                <a:off x="9904347" y="3563347"/>
                <a:ext cx="510480" cy="266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BE22406-715D-1063-214A-A298DE96C7A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895347" y="3554707"/>
                  <a:ext cx="5281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DE667B5-3FB0-E78F-859F-1572E2CC5386}"/>
                    </a:ext>
                  </a:extLst>
                </p14:cNvPr>
                <p14:cNvContentPartPr/>
                <p14:nvPr/>
              </p14:nvContentPartPr>
              <p14:xfrm>
                <a:off x="9873027" y="3494947"/>
                <a:ext cx="159120" cy="1789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DE667B5-3FB0-E78F-859F-1572E2CC538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864027" y="3485947"/>
                  <a:ext cx="176760" cy="196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03016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C1BB5-E422-3D0F-BE66-A6A23EE75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86A23-3567-E97A-B401-9CD0F6AB9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eigenschap</a:t>
            </a:r>
            <a:r>
              <a:rPr lang="en-US" dirty="0"/>
              <a:t> van </a:t>
            </a:r>
            <a:r>
              <a:rPr lang="en-US" dirty="0" err="1"/>
              <a:t>een</a:t>
            </a:r>
            <a:r>
              <a:rPr lang="en-US" dirty="0"/>
              <a:t> Andere class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5DE1E-CFF9-616F-5F6C-6497C8205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875119" cy="4838871"/>
          </a:xfrm>
        </p:spPr>
        <p:txBody>
          <a:bodyPr>
            <a:normAutofit/>
          </a:bodyPr>
          <a:lstStyle/>
          <a:p>
            <a:r>
              <a:rPr lang="nl-NL" dirty="0"/>
              <a:t>Maak een tafel</a:t>
            </a:r>
          </a:p>
          <a:p>
            <a:r>
              <a:rPr lang="nl-NL" dirty="0"/>
              <a:t>Geef die door/</a:t>
            </a:r>
            <a:r>
              <a:rPr lang="nl-NL" dirty="0" err="1"/>
              <a:t>assign</a:t>
            </a:r>
            <a:r>
              <a:rPr lang="nl-NL" dirty="0"/>
              <a:t> die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5197F6-571C-3A44-F60A-9C8F78FB3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3323" y="4297312"/>
            <a:ext cx="7611454" cy="2464245"/>
          </a:xfrm>
          <a:prstGeom prst="rect">
            <a:avLst/>
          </a:prstGeom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E2001218-2AAD-2EBF-8641-C6D5D49EEB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39" r="25572" b="51390"/>
          <a:stretch>
            <a:fillRect/>
          </a:stretch>
        </p:blipFill>
        <p:spPr>
          <a:xfrm>
            <a:off x="6478683" y="1230239"/>
            <a:ext cx="5666094" cy="293213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C46101C-87A8-856D-81D7-848BF3553F86}"/>
                  </a:ext>
                </a:extLst>
              </p14:cNvPr>
              <p14:cNvContentPartPr/>
              <p14:nvPr/>
            </p14:nvContentPartPr>
            <p14:xfrm>
              <a:off x="6364827" y="5997667"/>
              <a:ext cx="1020960" cy="4212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C46101C-87A8-856D-81D7-848BF3553F8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56187" y="5989027"/>
                <a:ext cx="1038600" cy="43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AF4C54E-8242-DAFA-8FC4-39FB00B861C0}"/>
                  </a:ext>
                </a:extLst>
              </p14:cNvPr>
              <p14:cNvContentPartPr/>
              <p14:nvPr/>
            </p14:nvContentPartPr>
            <p14:xfrm>
              <a:off x="7898323" y="1854956"/>
              <a:ext cx="1019520" cy="349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AF4C54E-8242-DAFA-8FC4-39FB00B861C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889683" y="1845956"/>
                <a:ext cx="1037160" cy="5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44702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44015-12F0-A110-CCEB-D999BC193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6BA59-0A53-1DFD-0E8C-379D4F1AE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dirty="0" err="1"/>
              <a:t>invullen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696D6-2FC0-7907-33DB-153164D6E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2383564" cy="4838871"/>
          </a:xfrm>
        </p:spPr>
        <p:txBody>
          <a:bodyPr>
            <a:normAutofit/>
          </a:bodyPr>
          <a:lstStyle/>
          <a:p>
            <a:r>
              <a:rPr lang="nl-NL" dirty="0"/>
              <a:t>Functions</a:t>
            </a:r>
          </a:p>
          <a:p>
            <a:endParaRPr lang="nl-NL" dirty="0"/>
          </a:p>
          <a:p>
            <a:r>
              <a:rPr lang="nl-NL" dirty="0"/>
              <a:t>Binnen de {} van </a:t>
            </a:r>
            <a:r>
              <a:rPr lang="nl-NL"/>
              <a:t>de class</a:t>
            </a:r>
            <a:endParaRPr lang="nl-NL" dirty="0"/>
          </a:p>
          <a:p>
            <a:pPr marL="457200" lvl="1" indent="0">
              <a:buNone/>
            </a:pPr>
            <a:endParaRPr lang="nl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CB53B9-9339-F9AA-21F7-25EB12C81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9393" y="1367327"/>
            <a:ext cx="8230058" cy="5413761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5C661FD-C355-9CAA-6CF4-5E37AEC7E182}"/>
              </a:ext>
            </a:extLst>
          </p:cNvPr>
          <p:cNvGrpSpPr/>
          <p:nvPr/>
        </p:nvGrpSpPr>
        <p:grpSpPr>
          <a:xfrm>
            <a:off x="4227507" y="2376427"/>
            <a:ext cx="300960" cy="4335480"/>
            <a:chOff x="4227507" y="2376427"/>
            <a:chExt cx="300960" cy="433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8765403-0819-AA16-050B-FC5CCA64C8F1}"/>
                    </a:ext>
                  </a:extLst>
                </p14:cNvPr>
                <p14:cNvContentPartPr/>
                <p14:nvPr/>
              </p14:nvContentPartPr>
              <p14:xfrm>
                <a:off x="4271067" y="2376427"/>
                <a:ext cx="205920" cy="11721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8765403-0819-AA16-050B-FC5CCA64C8F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262067" y="2367787"/>
                  <a:ext cx="223560" cy="11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5FF9EC7-385F-16D8-313D-239F2CE672BF}"/>
                    </a:ext>
                  </a:extLst>
                </p14:cNvPr>
                <p14:cNvContentPartPr/>
                <p14:nvPr/>
              </p14:nvContentPartPr>
              <p14:xfrm>
                <a:off x="4227507" y="3648667"/>
                <a:ext cx="300960" cy="30632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5FF9EC7-385F-16D8-313D-239F2CE672B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218867" y="3640027"/>
                  <a:ext cx="318600" cy="3080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97346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64579-66DC-53A7-9BC4-2601D9D99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211F8-0893-85E3-4154-C27D219E7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array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1F0B7-B56E-25D5-DF98-16E06363C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34246" cy="1776056"/>
          </a:xfrm>
        </p:spPr>
        <p:txBody>
          <a:bodyPr>
            <a:normAutofit/>
          </a:bodyPr>
          <a:lstStyle/>
          <a:p>
            <a:r>
              <a:rPr lang="nl-NL" dirty="0"/>
              <a:t>Maak de array</a:t>
            </a:r>
          </a:p>
          <a:p>
            <a:r>
              <a:rPr lang="nl-NL" dirty="0"/>
              <a:t>Zet daar tafels in (instances)</a:t>
            </a:r>
          </a:p>
          <a:p>
            <a:pPr marL="457200" lvl="1" indent="0">
              <a:buNone/>
            </a:pP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95512B-03A6-14C7-320E-75B6D9FDC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530" y="2324010"/>
            <a:ext cx="5250942" cy="39058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BA135F-C63C-BB39-EC30-B0C83D6C9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412" y="3601680"/>
            <a:ext cx="6031034" cy="262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772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Transform3D class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B0ED0-FD23-4DF4-8487-56E64A451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7300"/>
            <a:ext cx="6805613" cy="5472113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maken</a:t>
            </a:r>
            <a:endParaRPr lang="en-US" dirty="0"/>
          </a:p>
          <a:p>
            <a:pPr lvl="1"/>
            <a:r>
              <a:rPr lang="en-US" dirty="0" err="1"/>
              <a:t>Eigenschappen</a:t>
            </a:r>
            <a:r>
              <a:rPr lang="en-US" dirty="0"/>
              <a:t> </a:t>
            </a:r>
            <a:r>
              <a:rPr lang="en-US" dirty="0" err="1"/>
              <a:t>x,y,z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Function</a:t>
            </a:r>
          </a:p>
          <a:p>
            <a:pPr lvl="2"/>
            <a:r>
              <a:rPr lang="en-US" dirty="0"/>
              <a:t>Set</a:t>
            </a:r>
          </a:p>
          <a:p>
            <a:pPr lvl="2"/>
            <a:r>
              <a:rPr lang="en-US" dirty="0"/>
              <a:t>Translate</a:t>
            </a:r>
          </a:p>
          <a:p>
            <a:pPr lvl="1"/>
            <a:r>
              <a:rPr lang="en-US" dirty="0"/>
              <a:t>New</a:t>
            </a:r>
          </a:p>
          <a:p>
            <a:pPr lvl="2"/>
            <a:r>
              <a:rPr lang="en-US" dirty="0" err="1"/>
              <a:t>GameObject</a:t>
            </a:r>
            <a:r>
              <a:rPr lang="en-US" dirty="0"/>
              <a:t> met Transform3D</a:t>
            </a:r>
          </a:p>
          <a:p>
            <a:pPr lvl="2"/>
            <a:endParaRPr lang="en-US" dirty="0"/>
          </a:p>
          <a:p>
            <a:r>
              <a:rPr lang="en-US"/>
              <a:t>Debugging in VS code</a:t>
            </a:r>
            <a:endParaRPr lang="nl-NL" dirty="0"/>
          </a:p>
          <a:p>
            <a:pPr marL="457200" lvl="1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696385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Deze</a:t>
            </a:r>
            <a:r>
              <a:rPr lang="en-US" dirty="0"/>
              <a:t> week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B0ED0-FD23-4DF4-8487-56E64A451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842696" cy="4351338"/>
          </a:xfrm>
        </p:spPr>
        <p:txBody>
          <a:bodyPr>
            <a:normAutofit/>
          </a:bodyPr>
          <a:lstStyle/>
          <a:p>
            <a:r>
              <a:rPr lang="nl-NL" dirty="0"/>
              <a:t>In de les de opdrachten:</a:t>
            </a:r>
          </a:p>
          <a:p>
            <a:pPr lvl="1"/>
            <a:endParaRPr lang="nl-NL" dirty="0"/>
          </a:p>
          <a:p>
            <a:pPr marL="457200" lvl="1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1C4612-62A3-29DF-B559-11E41794A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760" y="2551142"/>
            <a:ext cx="4851571" cy="2721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653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571</TotalTime>
  <Words>215</Words>
  <Application>Microsoft Office PowerPoint</Application>
  <PresentationFormat>Widescreen</PresentationFormat>
  <Paragraphs>74</Paragraphs>
  <Slides>14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C# Deel 2</vt:lpstr>
      <vt:lpstr>Terugblik</vt:lpstr>
      <vt:lpstr>Namespace</vt:lpstr>
      <vt:lpstr>Namespace = ontdubbeling</vt:lpstr>
      <vt:lpstr>Vandaag: classes maken</vt:lpstr>
      <vt:lpstr>Vandaag: classes maken</vt:lpstr>
      <vt:lpstr>Class invullen</vt:lpstr>
      <vt:lpstr>New Tafel (instance)</vt:lpstr>
      <vt:lpstr>Class als eigenschap van een Andere class</vt:lpstr>
      <vt:lpstr>Class als eigenschap van een Andere class</vt:lpstr>
      <vt:lpstr>Class invullen</vt:lpstr>
      <vt:lpstr>Class array</vt:lpstr>
      <vt:lpstr>Demo Transform3D class</vt:lpstr>
      <vt:lpstr>Deze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 Deel 2</dc:title>
  <dc:creator>Dragan Javorac</dc:creator>
  <cp:lastModifiedBy>Dragan Javorac</cp:lastModifiedBy>
  <cp:revision>3</cp:revision>
  <cp:lastPrinted>2022-05-09T06:23:06Z</cp:lastPrinted>
  <dcterms:created xsi:type="dcterms:W3CDTF">2022-04-26T11:06:09Z</dcterms:created>
  <dcterms:modified xsi:type="dcterms:W3CDTF">2025-11-28T07:23:51Z</dcterms:modified>
</cp:coreProperties>
</file>