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98" r:id="rId2"/>
    <p:sldId id="295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4E72"/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4AD63-B106-4C34-BED0-D80E87BC381B}" v="1" dt="2024-11-19T11:56:19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86449" autoAdjust="0"/>
  </p:normalViewPr>
  <p:slideViewPr>
    <p:cSldViewPr snapToGrid="0">
      <p:cViewPr varScale="1">
        <p:scale>
          <a:sx n="52" d="100"/>
          <a:sy n="52" d="100"/>
        </p:scale>
        <p:origin x="114" y="10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D4F2C99-50EE-4D90-AA85-3996A23C9974}"/>
    <pc:docChg chg="undo custSel addSld delSld modSld sldOrd modMainMaster">
      <pc:chgData name="Dragan Javorac" userId="913c2858-fb97-4c6e-a42c-b1f1a16b225e" providerId="ADAL" clId="{FD4F2C99-50EE-4D90-AA85-3996A23C9974}" dt="2022-05-09T06:29:40.818" v="2299" actId="20577"/>
      <pc:docMkLst>
        <pc:docMk/>
      </pc:docMkLst>
      <pc:sldChg chg="addSp delSp modSp mod setBg">
        <pc:chgData name="Dragan Javorac" userId="913c2858-fb97-4c6e-a42c-b1f1a16b225e" providerId="ADAL" clId="{FD4F2C99-50EE-4D90-AA85-3996A23C9974}" dt="2022-04-28T09:56:02.870" v="1613" actId="21"/>
        <pc:sldMkLst>
          <pc:docMk/>
          <pc:sldMk cId="729763293" sldId="256"/>
        </pc:sldMkLst>
        <pc:spChg chg="mod">
          <ac:chgData name="Dragan Javorac" userId="913c2858-fb97-4c6e-a42c-b1f1a16b225e" providerId="ADAL" clId="{FD4F2C99-50EE-4D90-AA85-3996A23C9974}" dt="2022-04-26T13:19:57.335" v="115" actId="20577"/>
          <ac:spMkLst>
            <pc:docMk/>
            <pc:sldMk cId="729763293" sldId="256"/>
            <ac:spMk id="3" creationId="{14399728-9CFD-4345-B7B5-5B803A05E807}"/>
          </ac:spMkLst>
        </pc:spChg>
        <pc:picChg chg="add del mod">
          <ac:chgData name="Dragan Javorac" userId="913c2858-fb97-4c6e-a42c-b1f1a16b225e" providerId="ADAL" clId="{FD4F2C99-50EE-4D90-AA85-3996A23C9974}" dt="2022-04-28T09:56:02.870" v="1613" actId="21"/>
          <ac:picMkLst>
            <pc:docMk/>
            <pc:sldMk cId="729763293" sldId="256"/>
            <ac:picMk id="5" creationId="{75FDB555-0945-4C60-80F1-4A81689233EE}"/>
          </ac:picMkLst>
        </pc:picChg>
      </pc:sldChg>
      <pc:sldChg chg="del">
        <pc:chgData name="Dragan Javorac" userId="913c2858-fb97-4c6e-a42c-b1f1a16b225e" providerId="ADAL" clId="{FD4F2C99-50EE-4D90-AA85-3996A23C9974}" dt="2022-04-26T13:18:24.338" v="21" actId="47"/>
        <pc:sldMkLst>
          <pc:docMk/>
          <pc:sldMk cId="430353690" sldId="257"/>
        </pc:sldMkLst>
      </pc:sldChg>
      <pc:sldChg chg="del">
        <pc:chgData name="Dragan Javorac" userId="913c2858-fb97-4c6e-a42c-b1f1a16b225e" providerId="ADAL" clId="{FD4F2C99-50EE-4D90-AA85-3996A23C9974}" dt="2022-04-28T06:22:43.844" v="380" actId="2696"/>
        <pc:sldMkLst>
          <pc:docMk/>
          <pc:sldMk cId="546352839" sldId="258"/>
        </pc:sldMkLst>
      </pc:sldChg>
      <pc:sldChg chg="modSp mod setBg">
        <pc:chgData name="Dragan Javorac" userId="913c2858-fb97-4c6e-a42c-b1f1a16b225e" providerId="ADAL" clId="{FD4F2C99-50EE-4D90-AA85-3996A23C9974}" dt="2022-05-08T16:34:20.666" v="2111" actId="20577"/>
        <pc:sldMkLst>
          <pc:docMk/>
          <pc:sldMk cId="3110653216" sldId="259"/>
        </pc:sldMkLst>
        <pc:spChg chg="mod">
          <ac:chgData name="Dragan Javorac" userId="913c2858-fb97-4c6e-a42c-b1f1a16b225e" providerId="ADAL" clId="{FD4F2C99-50EE-4D90-AA85-3996A23C9974}" dt="2022-05-08T16:34:20.666" v="2111" actId="20577"/>
          <ac:spMkLst>
            <pc:docMk/>
            <pc:sldMk cId="3110653216" sldId="259"/>
            <ac:spMk id="3" creationId="{9C1B0ED0-FD23-4DF4-8487-56E64A4517DA}"/>
          </ac:spMkLst>
        </pc:spChg>
      </pc:sldChg>
      <pc:sldChg chg="modSp add mod setBg">
        <pc:chgData name="Dragan Javorac" userId="913c2858-fb97-4c6e-a42c-b1f1a16b225e" providerId="ADAL" clId="{FD4F2C99-50EE-4D90-AA85-3996A23C9974}" dt="2022-05-09T06:29:40.818" v="2299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D4F2C99-50EE-4D90-AA85-3996A23C9974}" dt="2022-04-28T06:22:37.117" v="379" actId="20577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9T06:29:40.818" v="2299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FD4F2C99-50EE-4D90-AA85-3996A23C9974}" dt="2022-04-28T10:07:55.912" v="1782" actId="2696"/>
        <pc:sldMkLst>
          <pc:docMk/>
          <pc:sldMk cId="2461773718" sldId="261"/>
        </pc:sldMkLst>
        <pc:spChg chg="mod">
          <ac:chgData name="Dragan Javorac" userId="913c2858-fb97-4c6e-a42c-b1f1a16b225e" providerId="ADAL" clId="{FD4F2C99-50EE-4D90-AA85-3996A23C9974}" dt="2022-04-28T10:07:31.500" v="1741" actId="20577"/>
          <ac:spMkLst>
            <pc:docMk/>
            <pc:sldMk cId="2461773718" sldId="261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07:48.983" v="1781" actId="20577"/>
          <ac:spMkLst>
            <pc:docMk/>
            <pc:sldMk cId="2461773718" sldId="261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FD4F2C99-50EE-4D90-AA85-3996A23C9974}" dt="2022-04-28T10:07:11.358" v="1734" actId="478"/>
          <ac:picMkLst>
            <pc:docMk/>
            <pc:sldMk cId="2461773718" sldId="261"/>
            <ac:picMk id="5" creationId="{7562378C-C524-4604-B703-694B9896A744}"/>
          </ac:picMkLst>
        </pc:picChg>
        <pc:picChg chg="add del mod">
          <ac:chgData name="Dragan Javorac" userId="913c2858-fb97-4c6e-a42c-b1f1a16b225e" providerId="ADAL" clId="{FD4F2C99-50EE-4D90-AA85-3996A23C9974}" dt="2022-04-28T10:07:18.082" v="1735" actId="478"/>
          <ac:picMkLst>
            <pc:docMk/>
            <pc:sldMk cId="2461773718" sldId="261"/>
            <ac:picMk id="7" creationId="{3D07312A-3C34-4FA0-89F1-F36AA1400183}"/>
          </ac:picMkLst>
        </pc:picChg>
      </pc:sldChg>
      <pc:sldChg chg="modSp add mod">
        <pc:chgData name="Dragan Javorac" userId="913c2858-fb97-4c6e-a42c-b1f1a16b225e" providerId="ADAL" clId="{FD4F2C99-50EE-4D90-AA85-3996A23C9974}" dt="2022-05-08T16:26:19.637" v="2010" actId="313"/>
        <pc:sldMkLst>
          <pc:docMk/>
          <pc:sldMk cId="3673759068" sldId="262"/>
        </pc:sldMkLst>
        <pc:spChg chg="mod">
          <ac:chgData name="Dragan Javorac" userId="913c2858-fb97-4c6e-a42c-b1f1a16b225e" providerId="ADAL" clId="{FD4F2C99-50EE-4D90-AA85-3996A23C9974}" dt="2022-04-28T08:45:34.348" v="1139" actId="20577"/>
          <ac:spMkLst>
            <pc:docMk/>
            <pc:sldMk cId="3673759068" sldId="262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8T16:26:19.637" v="2010" actId="313"/>
          <ac:spMkLst>
            <pc:docMk/>
            <pc:sldMk cId="3673759068" sldId="262"/>
            <ac:spMk id="3" creationId="{9C1B0ED0-FD23-4DF4-8487-56E64A4517DA}"/>
          </ac:spMkLst>
        </pc:spChg>
      </pc:sldChg>
      <pc:sldChg chg="addSp modSp add mod ord">
        <pc:chgData name="Dragan Javorac" userId="913c2858-fb97-4c6e-a42c-b1f1a16b225e" providerId="ADAL" clId="{FD4F2C99-50EE-4D90-AA85-3996A23C9974}" dt="2022-04-28T10:08:33.544" v="1788"/>
        <pc:sldMkLst>
          <pc:docMk/>
          <pc:sldMk cId="3463112225" sldId="263"/>
        </pc:sldMkLst>
        <pc:spChg chg="mod">
          <ac:chgData name="Dragan Javorac" userId="913c2858-fb97-4c6e-a42c-b1f1a16b225e" providerId="ADAL" clId="{FD4F2C99-50EE-4D90-AA85-3996A23C9974}" dt="2022-04-28T09:52:56.463" v="1402" actId="20577"/>
          <ac:spMkLst>
            <pc:docMk/>
            <pc:sldMk cId="3463112225" sldId="263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4:27.546" v="1494" actId="108"/>
          <ac:spMkLst>
            <pc:docMk/>
            <pc:sldMk cId="3463112225" sldId="26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D4F2C99-50EE-4D90-AA85-3996A23C9974}" dt="2022-04-28T09:54:00.380" v="1457" actId="1076"/>
          <ac:picMkLst>
            <pc:docMk/>
            <pc:sldMk cId="3463112225" sldId="263"/>
            <ac:picMk id="5" creationId="{D3266324-B2D1-40FD-A0F3-4B3731EAF7F4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9T06:51:36.983" v="1978" actId="20577"/>
        <pc:sldMkLst>
          <pc:docMk/>
          <pc:sldMk cId="3802254887" sldId="264"/>
        </pc:sldMkLst>
        <pc:spChg chg="mod">
          <ac:chgData name="Dragan Javorac" userId="913c2858-fb97-4c6e-a42c-b1f1a16b225e" providerId="ADAL" clId="{FD4F2C99-50EE-4D90-AA85-3996A23C9974}" dt="2022-04-29T06:49:00.764" v="1909" actId="5793"/>
          <ac:spMkLst>
            <pc:docMk/>
            <pc:sldMk cId="3802254887" sldId="264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5:16.257" v="1535" actId="5793"/>
          <ac:spMkLst>
            <pc:docMk/>
            <pc:sldMk cId="3802254887" sldId="264"/>
            <ac:spMk id="3" creationId="{9C1B0ED0-FD23-4DF4-8487-56E64A4517DA}"/>
          </ac:spMkLst>
        </pc:spChg>
        <pc:spChg chg="add del">
          <ac:chgData name="Dragan Javorac" userId="913c2858-fb97-4c6e-a42c-b1f1a16b225e" providerId="ADAL" clId="{FD4F2C99-50EE-4D90-AA85-3996A23C9974}" dt="2022-04-28T09:55:21.604" v="1537" actId="22"/>
          <ac:spMkLst>
            <pc:docMk/>
            <pc:sldMk cId="3802254887" sldId="264"/>
            <ac:spMk id="6" creationId="{6248A34C-64BB-4FA6-A08B-923295726515}"/>
          </ac:spMkLst>
        </pc:spChg>
        <pc:spChg chg="add mod">
          <ac:chgData name="Dragan Javorac" userId="913c2858-fb97-4c6e-a42c-b1f1a16b225e" providerId="ADAL" clId="{FD4F2C99-50EE-4D90-AA85-3996A23C9974}" dt="2022-04-29T06:51:36.983" v="1978" actId="20577"/>
          <ac:spMkLst>
            <pc:docMk/>
            <pc:sldMk cId="3802254887" sldId="264"/>
            <ac:spMk id="7" creationId="{9231722B-498E-4B92-910F-114371BF5C0C}"/>
          </ac:spMkLst>
        </pc:spChg>
        <pc:picChg chg="add mod">
          <ac:chgData name="Dragan Javorac" userId="913c2858-fb97-4c6e-a42c-b1f1a16b225e" providerId="ADAL" clId="{FD4F2C99-50EE-4D90-AA85-3996A23C9974}" dt="2022-04-29T06:51:24.985" v="1975" actId="1076"/>
          <ac:picMkLst>
            <pc:docMk/>
            <pc:sldMk cId="3802254887" sldId="264"/>
            <ac:picMk id="5" creationId="{318208AF-B5C9-4DF0-A0D5-57347E6ACD3E}"/>
          </ac:picMkLst>
        </pc:picChg>
        <pc:picChg chg="del">
          <ac:chgData name="Dragan Javorac" userId="913c2858-fb97-4c6e-a42c-b1f1a16b225e" providerId="ADAL" clId="{FD4F2C99-50EE-4D90-AA85-3996A23C9974}" dt="2022-04-28T09:56:10.786" v="1616" actId="478"/>
          <ac:picMkLst>
            <pc:docMk/>
            <pc:sldMk cId="3802254887" sldId="264"/>
            <ac:picMk id="5" creationId="{D3266324-B2D1-40FD-A0F3-4B3731EAF7F4}"/>
          </ac:picMkLst>
        </pc:picChg>
        <pc:picChg chg="add del mod">
          <ac:chgData name="Dragan Javorac" userId="913c2858-fb97-4c6e-a42c-b1f1a16b225e" providerId="ADAL" clId="{FD4F2C99-50EE-4D90-AA85-3996A23C9974}" dt="2022-04-29T06:49:34.547" v="1914" actId="478"/>
          <ac:picMkLst>
            <pc:docMk/>
            <pc:sldMk cId="3802254887" sldId="264"/>
            <ac:picMk id="8" creationId="{C1B4BDBD-993F-4302-9AFE-BFDA209A7AA9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11:34.780" v="1883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D4F2C99-50EE-4D90-AA85-3996A23C9974}" dt="2022-04-28T10:10:20.031" v="181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11:34.780" v="1883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FD4F2C99-50EE-4D90-AA85-3996A23C9974}" dt="2022-04-28T10:10:22.476" v="1818" actId="478"/>
          <ac:picMkLst>
            <pc:docMk/>
            <pc:sldMk cId="678353431" sldId="265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11:08.420" v="1822" actId="1076"/>
          <ac:picMkLst>
            <pc:docMk/>
            <pc:sldMk cId="678353431" sldId="265"/>
            <ac:picMk id="6" creationId="{6B8145DF-71BC-4EDD-95D4-F88D3DD450DC}"/>
          </ac:picMkLst>
        </pc:picChg>
        <pc:picChg chg="del mod">
          <ac:chgData name="Dragan Javorac" userId="913c2858-fb97-4c6e-a42c-b1f1a16b225e" providerId="ADAL" clId="{FD4F2C99-50EE-4D90-AA85-3996A23C9974}" dt="2022-04-28T10:10:23.750" v="1820" actId="478"/>
          <ac:picMkLst>
            <pc:docMk/>
            <pc:sldMk cId="678353431" sldId="265"/>
            <ac:picMk id="7" creationId="{3D07312A-3C34-4FA0-89F1-F36AA1400183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08:46.873" v="1801" actId="1076"/>
        <pc:sldMkLst>
          <pc:docMk/>
          <pc:sldMk cId="415422693" sldId="266"/>
        </pc:sldMkLst>
        <pc:spChg chg="mod">
          <ac:chgData name="Dragan Javorac" userId="913c2858-fb97-4c6e-a42c-b1f1a16b225e" providerId="ADAL" clId="{FD4F2C99-50EE-4D90-AA85-3996A23C9974}" dt="2022-04-28T10:08:38.422" v="1798" actId="20577"/>
          <ac:spMkLst>
            <pc:docMk/>
            <pc:sldMk cId="415422693" sldId="266"/>
            <ac:spMk id="2" creationId="{F3046ACF-677C-4C47-B097-C82DB9EF99F7}"/>
          </ac:spMkLst>
        </pc:spChg>
        <pc:spChg chg="del">
          <ac:chgData name="Dragan Javorac" userId="913c2858-fb97-4c6e-a42c-b1f1a16b225e" providerId="ADAL" clId="{FD4F2C99-50EE-4D90-AA85-3996A23C9974}" dt="2022-04-28T10:08:41.149" v="1799" actId="478"/>
          <ac:spMkLst>
            <pc:docMk/>
            <pc:sldMk cId="415422693" sldId="266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D4F2C99-50EE-4D90-AA85-3996A23C9974}" dt="2022-04-28T10:08:44.619" v="1800" actId="478"/>
          <ac:spMkLst>
            <pc:docMk/>
            <pc:sldMk cId="415422693" sldId="266"/>
            <ac:spMk id="9" creationId="{0E74C859-E038-421F-82A4-0A18AF749F77}"/>
          </ac:spMkLst>
        </pc:spChg>
        <pc:picChg chg="del">
          <ac:chgData name="Dragan Javorac" userId="913c2858-fb97-4c6e-a42c-b1f1a16b225e" providerId="ADAL" clId="{FD4F2C99-50EE-4D90-AA85-3996A23C9974}" dt="2022-04-28T10:08:25.178" v="1785" actId="478"/>
          <ac:picMkLst>
            <pc:docMk/>
            <pc:sldMk cId="415422693" sldId="266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08:46.873" v="1801" actId="1076"/>
          <ac:picMkLst>
            <pc:docMk/>
            <pc:sldMk cId="415422693" sldId="266"/>
            <ac:picMk id="6" creationId="{28FD7539-8394-4FD9-A229-2AAA767631D1}"/>
          </ac:picMkLst>
        </pc:picChg>
        <pc:picChg chg="del">
          <ac:chgData name="Dragan Javorac" userId="913c2858-fb97-4c6e-a42c-b1f1a16b225e" providerId="ADAL" clId="{FD4F2C99-50EE-4D90-AA85-3996A23C9974}" dt="2022-04-28T10:08:28.054" v="1786" actId="478"/>
          <ac:picMkLst>
            <pc:docMk/>
            <pc:sldMk cId="415422693" sldId="266"/>
            <ac:picMk id="7" creationId="{3D07312A-3C34-4FA0-89F1-F36AA1400183}"/>
          </ac:picMkLst>
        </pc:picChg>
      </pc:sldChg>
      <pc:sldChg chg="add">
        <pc:chgData name="Dragan Javorac" userId="913c2858-fb97-4c6e-a42c-b1f1a16b225e" providerId="ADAL" clId="{FD4F2C99-50EE-4D90-AA85-3996A23C9974}" dt="2022-04-28T10:10:15.470" v="1804" actId="2890"/>
        <pc:sldMkLst>
          <pc:docMk/>
          <pc:sldMk cId="2010496712" sldId="267"/>
        </pc:sldMkLst>
      </pc:sldChg>
      <pc:sldChg chg="add del">
        <pc:chgData name="Dragan Javorac" userId="913c2858-fb97-4c6e-a42c-b1f1a16b225e" providerId="ADAL" clId="{FD4F2C99-50EE-4D90-AA85-3996A23C9974}" dt="2022-04-28T10:10:12.975" v="1803" actId="47"/>
        <pc:sldMkLst>
          <pc:docMk/>
          <pc:sldMk cId="2775819234" sldId="267"/>
        </pc:sldMkLst>
      </pc:sldChg>
      <pc:sldChg chg="delSp modSp add del mod">
        <pc:chgData name="Dragan Javorac" userId="913c2858-fb97-4c6e-a42c-b1f1a16b225e" providerId="ADAL" clId="{FD4F2C99-50EE-4D90-AA85-3996A23C9974}" dt="2022-04-29T06:48:55.501" v="1898" actId="47"/>
        <pc:sldMkLst>
          <pc:docMk/>
          <pc:sldMk cId="2042584346" sldId="268"/>
        </pc:sldMkLst>
        <pc:spChg chg="mod">
          <ac:chgData name="Dragan Javorac" userId="913c2858-fb97-4c6e-a42c-b1f1a16b225e" providerId="ADAL" clId="{FD4F2C99-50EE-4D90-AA85-3996A23C9974}" dt="2022-04-29T06:48:48.959" v="1895" actId="5793"/>
          <ac:spMkLst>
            <pc:docMk/>
            <pc:sldMk cId="2042584346" sldId="268"/>
            <ac:spMk id="2" creationId="{F3046ACF-677C-4C47-B097-C82DB9EF99F7}"/>
          </ac:spMkLst>
        </pc:spChg>
        <pc:picChg chg="del">
          <ac:chgData name="Dragan Javorac" userId="913c2858-fb97-4c6e-a42c-b1f1a16b225e" providerId="ADAL" clId="{FD4F2C99-50EE-4D90-AA85-3996A23C9974}" dt="2022-04-29T06:48:50.992" v="1896" actId="478"/>
          <ac:picMkLst>
            <pc:docMk/>
            <pc:sldMk cId="2042584346" sldId="268"/>
            <ac:picMk id="6" creationId="{28FD7539-8394-4FD9-A229-2AAA767631D1}"/>
          </ac:picMkLst>
        </pc:picChg>
      </pc:sldChg>
      <pc:sldChg chg="addSp delSp modSp add mod delAnim modAnim">
        <pc:chgData name="Dragan Javorac" userId="913c2858-fb97-4c6e-a42c-b1f1a16b225e" providerId="ADAL" clId="{FD4F2C99-50EE-4D90-AA85-3996A23C9974}" dt="2022-05-08T16:40:13.488" v="2260" actId="20577"/>
        <pc:sldMkLst>
          <pc:docMk/>
          <pc:sldMk cId="146716619" sldId="269"/>
        </pc:sldMkLst>
        <pc:spChg chg="mod">
          <ac:chgData name="Dragan Javorac" userId="913c2858-fb97-4c6e-a42c-b1f1a16b225e" providerId="ADAL" clId="{FD4F2C99-50EE-4D90-AA85-3996A23C9974}" dt="2022-05-08T16:40:13.488" v="2260" actId="20577"/>
          <ac:spMkLst>
            <pc:docMk/>
            <pc:sldMk cId="146716619" sldId="269"/>
            <ac:spMk id="7" creationId="{9231722B-498E-4B92-910F-114371BF5C0C}"/>
          </ac:spMkLst>
        </pc:spChg>
        <pc:picChg chg="add del mod">
          <ac:chgData name="Dragan Javorac" userId="913c2858-fb97-4c6e-a42c-b1f1a16b225e" providerId="ADAL" clId="{FD4F2C99-50EE-4D90-AA85-3996A23C9974}" dt="2022-04-29T06:57:57.088" v="1986" actId="478"/>
          <ac:picMkLst>
            <pc:docMk/>
            <pc:sldMk cId="146716619" sldId="269"/>
            <ac:picMk id="4" creationId="{1E5E63E5-30F6-4F00-9FE8-AE50FB7ABFFF}"/>
          </ac:picMkLst>
        </pc:picChg>
        <pc:picChg chg="add del mod">
          <ac:chgData name="Dragan Javorac" userId="913c2858-fb97-4c6e-a42c-b1f1a16b225e" providerId="ADAL" clId="{FD4F2C99-50EE-4D90-AA85-3996A23C9974}" dt="2022-04-29T07:00:33.817" v="1989" actId="21"/>
          <ac:picMkLst>
            <pc:docMk/>
            <pc:sldMk cId="146716619" sldId="269"/>
            <ac:picMk id="5" creationId="{57CE9EAD-104E-4B30-ACEA-BE0BC96534E5}"/>
          </ac:picMkLst>
        </pc:picChg>
        <pc:picChg chg="add mod ord modCrop">
          <ac:chgData name="Dragan Javorac" userId="913c2858-fb97-4c6e-a42c-b1f1a16b225e" providerId="ADAL" clId="{FD4F2C99-50EE-4D90-AA85-3996A23C9974}" dt="2022-04-29T07:26:17.907" v="2009" actId="1076"/>
          <ac:picMkLst>
            <pc:docMk/>
            <pc:sldMk cId="146716619" sldId="269"/>
            <ac:picMk id="5" creationId="{59DC82C6-6181-4FD9-96F9-D731A94D2805}"/>
          </ac:picMkLst>
        </pc:picChg>
        <pc:picChg chg="mod ord">
          <ac:chgData name="Dragan Javorac" userId="913c2858-fb97-4c6e-a42c-b1f1a16b225e" providerId="ADAL" clId="{FD4F2C99-50EE-4D90-AA85-3996A23C9974}" dt="2022-04-29T07:00:55.875" v="1997" actId="1076"/>
          <ac:picMkLst>
            <pc:docMk/>
            <pc:sldMk cId="146716619" sldId="269"/>
            <ac:picMk id="8" creationId="{C1B4BDBD-993F-4302-9AFE-BFDA209A7AA9}"/>
          </ac:picMkLst>
        </pc:picChg>
        <pc:picChg chg="add del mod">
          <ac:chgData name="Dragan Javorac" userId="913c2858-fb97-4c6e-a42c-b1f1a16b225e" providerId="ADAL" clId="{FD4F2C99-50EE-4D90-AA85-3996A23C9974}" dt="2022-04-29T07:25:03.103" v="1999" actId="478"/>
          <ac:picMkLst>
            <pc:docMk/>
            <pc:sldMk cId="146716619" sldId="269"/>
            <ac:picMk id="9" creationId="{CED1D412-F837-422A-B271-242BCBB773C5}"/>
          </ac:picMkLst>
        </pc:picChg>
      </pc:sldChg>
      <pc:sldMasterChg chg="setBg modSldLayout">
        <pc:chgData name="Dragan Javorac" userId="913c2858-fb97-4c6e-a42c-b1f1a16b225e" providerId="ADAL" clId="{FD4F2C99-50EE-4D90-AA85-3996A23C9974}" dt="2022-04-28T08:42:16.801" v="1081"/>
        <pc:sldMasterMkLst>
          <pc:docMk/>
          <pc:sldMasterMk cId="4036648572" sldId="2147483672"/>
        </pc:sldMasterMkLst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4175983445" sldId="2147483673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641130027" sldId="2147483674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3285852" sldId="2147483675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384087224" sldId="2147483676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617248735" sldId="2147483677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38192987" sldId="2147483678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412065846" sldId="2147483679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99456737" sldId="2147483680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1263093977" sldId="2147483681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887944762" sldId="2147483682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610965066" sldId="2147483683"/>
          </pc:sldLayoutMkLst>
        </pc:sldLayoutChg>
      </pc:sldMasterChg>
    </pc:docChg>
  </pc:docChgLst>
  <pc:docChgLst>
    <pc:chgData name="Dragan Javorac" userId="913c2858-fb97-4c6e-a42c-b1f1a16b225e" providerId="ADAL" clId="{E2C7B4CC-83F8-4452-96C5-66FEA05725E5}"/>
    <pc:docChg chg="undo custSel modSld">
      <pc:chgData name="Dragan Javorac" userId="913c2858-fb97-4c6e-a42c-b1f1a16b225e" providerId="ADAL" clId="{E2C7B4CC-83F8-4452-96C5-66FEA05725E5}" dt="2024-11-19T12:15:02.060" v="61" actId="20577"/>
      <pc:docMkLst>
        <pc:docMk/>
      </pc:docMkLst>
      <pc:sldChg chg="addSp delSp modSp mod">
        <pc:chgData name="Dragan Javorac" userId="913c2858-fb97-4c6e-a42c-b1f1a16b225e" providerId="ADAL" clId="{E2C7B4CC-83F8-4452-96C5-66FEA05725E5}" dt="2024-11-19T12:15:02.060" v="61" actId="20577"/>
        <pc:sldMkLst>
          <pc:docMk/>
          <pc:sldMk cId="1430596127" sldId="295"/>
        </pc:sldMkLst>
        <pc:spChg chg="mod">
          <ac:chgData name="Dragan Javorac" userId="913c2858-fb97-4c6e-a42c-b1f1a16b225e" providerId="ADAL" clId="{E2C7B4CC-83F8-4452-96C5-66FEA05725E5}" dt="2024-11-19T12:14:36.534" v="21" actId="1076"/>
          <ac:spMkLst>
            <pc:docMk/>
            <pc:sldMk cId="1430596127" sldId="295"/>
            <ac:spMk id="9" creationId="{634FE0B3-356F-9F13-798B-82DB9236F089}"/>
          </ac:spMkLst>
        </pc:spChg>
        <pc:spChg chg="mod">
          <ac:chgData name="Dragan Javorac" userId="913c2858-fb97-4c6e-a42c-b1f1a16b225e" providerId="ADAL" clId="{E2C7B4CC-83F8-4452-96C5-66FEA05725E5}" dt="2024-11-19T12:15:02.060" v="61" actId="20577"/>
          <ac:spMkLst>
            <pc:docMk/>
            <pc:sldMk cId="1430596127" sldId="295"/>
            <ac:spMk id="10" creationId="{FB5033DF-5706-B77A-AC84-571C0415A371}"/>
          </ac:spMkLst>
        </pc:spChg>
        <pc:picChg chg="del">
          <ac:chgData name="Dragan Javorac" userId="913c2858-fb97-4c6e-a42c-b1f1a16b225e" providerId="ADAL" clId="{E2C7B4CC-83F8-4452-96C5-66FEA05725E5}" dt="2024-11-19T12:14:19.126" v="14" actId="478"/>
          <ac:picMkLst>
            <pc:docMk/>
            <pc:sldMk cId="1430596127" sldId="295"/>
            <ac:picMk id="4" creationId="{C7E4C23C-4A70-87C8-8BF6-2C911F8CE565}"/>
          </ac:picMkLst>
        </pc:picChg>
        <pc:picChg chg="add mod">
          <ac:chgData name="Dragan Javorac" userId="913c2858-fb97-4c6e-a42c-b1f1a16b225e" providerId="ADAL" clId="{E2C7B4CC-83F8-4452-96C5-66FEA05725E5}" dt="2024-11-19T12:14:37.358" v="22" actId="1076"/>
          <ac:picMkLst>
            <pc:docMk/>
            <pc:sldMk cId="1430596127" sldId="295"/>
            <ac:picMk id="5" creationId="{69608146-8EBE-F7C3-F5FB-6F1583B3CF34}"/>
          </ac:picMkLst>
        </pc:picChg>
        <pc:picChg chg="mod">
          <ac:chgData name="Dragan Javorac" userId="913c2858-fb97-4c6e-a42c-b1f1a16b225e" providerId="ADAL" clId="{E2C7B4CC-83F8-4452-96C5-66FEA05725E5}" dt="2024-11-19T12:14:30.500" v="19" actId="1076"/>
          <ac:picMkLst>
            <pc:docMk/>
            <pc:sldMk cId="1430596127" sldId="295"/>
            <ac:picMk id="6" creationId="{9FBA33DB-1883-29A0-7654-D3215E85F3A2}"/>
          </ac:picMkLst>
        </pc:picChg>
        <pc:picChg chg="del">
          <ac:chgData name="Dragan Javorac" userId="913c2858-fb97-4c6e-a42c-b1f1a16b225e" providerId="ADAL" clId="{E2C7B4CC-83F8-4452-96C5-66FEA05725E5}" dt="2024-11-19T12:13:45.920" v="2" actId="478"/>
          <ac:picMkLst>
            <pc:docMk/>
            <pc:sldMk cId="1430596127" sldId="295"/>
            <ac:picMk id="8" creationId="{B57A2A00-78C6-801D-91E4-043ECCAADAE2}"/>
          </ac:picMkLst>
        </pc:picChg>
        <pc:picChg chg="add mod">
          <ac:chgData name="Dragan Javorac" userId="913c2858-fb97-4c6e-a42c-b1f1a16b225e" providerId="ADAL" clId="{E2C7B4CC-83F8-4452-96C5-66FEA05725E5}" dt="2024-11-19T12:14:23.994" v="17" actId="1076"/>
          <ac:picMkLst>
            <pc:docMk/>
            <pc:sldMk cId="1430596127" sldId="295"/>
            <ac:picMk id="11" creationId="{26EFD92F-BD17-CBD9-7CF9-F31A41B30B6C}"/>
          </ac:picMkLst>
        </pc:picChg>
      </pc:sldChg>
    </pc:docChg>
  </pc:docChgLst>
  <pc:docChgLst>
    <pc:chgData name="Dragan Javorac" userId="913c2858-fb97-4c6e-a42c-b1f1a16b225e" providerId="ADAL" clId="{FE70B12A-CFD3-4EB0-9FF8-D84C059CC66B}"/>
    <pc:docChg chg="undo custSel addSld delSld modSld">
      <pc:chgData name="Dragan Javorac" userId="913c2858-fb97-4c6e-a42c-b1f1a16b225e" providerId="ADAL" clId="{FE70B12A-CFD3-4EB0-9FF8-D84C059CC66B}" dt="2022-05-12T10:36:56.052" v="1350" actId="20577"/>
      <pc:docMkLst>
        <pc:docMk/>
      </pc:docMkLst>
      <pc:sldChg chg="modSp mod">
        <pc:chgData name="Dragan Javorac" userId="913c2858-fb97-4c6e-a42c-b1f1a16b225e" providerId="ADAL" clId="{FE70B12A-CFD3-4EB0-9FF8-D84C059CC66B}" dt="2022-05-12T10:36:42.241" v="1346" actId="20577"/>
        <pc:sldMkLst>
          <pc:docMk/>
          <pc:sldMk cId="729763293" sldId="256"/>
        </pc:sldMkLst>
        <pc:spChg chg="mod">
          <ac:chgData name="Dragan Javorac" userId="913c2858-fb97-4c6e-a42c-b1f1a16b225e" providerId="ADAL" clId="{FE70B12A-CFD3-4EB0-9FF8-D84C059CC66B}" dt="2022-05-12T10:36:42.241" v="1346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FE70B12A-CFD3-4EB0-9FF8-D84C059CC66B}" dt="2022-05-12T09:27:13.409" v="1055" actId="47"/>
        <pc:sldMkLst>
          <pc:docMk/>
          <pc:sldMk cId="3110653216" sldId="259"/>
        </pc:sldMkLst>
      </pc:sldChg>
      <pc:sldChg chg="modSp mod">
        <pc:chgData name="Dragan Javorac" userId="913c2858-fb97-4c6e-a42c-b1f1a16b225e" providerId="ADAL" clId="{FE70B12A-CFD3-4EB0-9FF8-D84C059CC66B}" dt="2022-05-12T10:05:39.837" v="1345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E70B12A-CFD3-4EB0-9FF8-D84C059CC66B}" dt="2022-05-12T10:05:39.837" v="1345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del">
        <pc:chgData name="Dragan Javorac" userId="913c2858-fb97-4c6e-a42c-b1f1a16b225e" providerId="ADAL" clId="{FE70B12A-CFD3-4EB0-9FF8-D84C059CC66B}" dt="2022-05-12T09:27:30.196" v="1056" actId="47"/>
        <pc:sldMkLst>
          <pc:docMk/>
          <pc:sldMk cId="3673759068" sldId="262"/>
        </pc:sldMkLst>
      </pc:sldChg>
      <pc:sldChg chg="del">
        <pc:chgData name="Dragan Javorac" userId="913c2858-fb97-4c6e-a42c-b1f1a16b225e" providerId="ADAL" clId="{FE70B12A-CFD3-4EB0-9FF8-D84C059CC66B}" dt="2022-05-12T09:12:00.617" v="13" actId="47"/>
        <pc:sldMkLst>
          <pc:docMk/>
          <pc:sldMk cId="3463112225" sldId="263"/>
        </pc:sldMkLst>
      </pc:sldChg>
      <pc:sldChg chg="del">
        <pc:chgData name="Dragan Javorac" userId="913c2858-fb97-4c6e-a42c-b1f1a16b225e" providerId="ADAL" clId="{FE70B12A-CFD3-4EB0-9FF8-D84C059CC66B}" dt="2022-05-12T09:12:01.441" v="14" actId="47"/>
        <pc:sldMkLst>
          <pc:docMk/>
          <pc:sldMk cId="3802254887" sldId="264"/>
        </pc:sldMkLst>
      </pc:sldChg>
      <pc:sldChg chg="addSp delSp modSp mod">
        <pc:chgData name="Dragan Javorac" userId="913c2858-fb97-4c6e-a42c-b1f1a16b225e" providerId="ADAL" clId="{FE70B12A-CFD3-4EB0-9FF8-D84C059CC66B}" dt="2022-05-12T10:36:51.702" v="1347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E70B12A-CFD3-4EB0-9FF8-D84C059CC66B}" dt="2022-05-12T09:12:14.181" v="3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1.702" v="1347" actId="20577"/>
          <ac:spMkLst>
            <pc:docMk/>
            <pc:sldMk cId="678353431" sldId="26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0:35.816" v="428" actId="1076"/>
          <ac:picMkLst>
            <pc:docMk/>
            <pc:sldMk cId="678353431" sldId="265"/>
            <ac:picMk id="5" creationId="{9217EF02-164C-6A9C-1FA4-A03B40835D25}"/>
          </ac:picMkLst>
        </pc:picChg>
        <pc:picChg chg="del">
          <ac:chgData name="Dragan Javorac" userId="913c2858-fb97-4c6e-a42c-b1f1a16b225e" providerId="ADAL" clId="{FE70B12A-CFD3-4EB0-9FF8-D84C059CC66B}" dt="2022-05-12T09:11:43.307" v="0" actId="478"/>
          <ac:picMkLst>
            <pc:docMk/>
            <pc:sldMk cId="678353431" sldId="265"/>
            <ac:picMk id="6" creationId="{6B8145DF-71BC-4EDD-95D4-F88D3DD450DC}"/>
          </ac:picMkLst>
        </pc:picChg>
      </pc:sldChg>
      <pc:sldChg chg="del">
        <pc:chgData name="Dragan Javorac" userId="913c2858-fb97-4c6e-a42c-b1f1a16b225e" providerId="ADAL" clId="{FE70B12A-CFD3-4EB0-9FF8-D84C059CC66B}" dt="2022-05-12T09:11:59.398" v="12" actId="47"/>
        <pc:sldMkLst>
          <pc:docMk/>
          <pc:sldMk cId="415422693" sldId="266"/>
        </pc:sldMkLst>
      </pc:sldChg>
      <pc:sldChg chg="delSp modSp mod">
        <pc:chgData name="Dragan Javorac" userId="913c2858-fb97-4c6e-a42c-b1f1a16b225e" providerId="ADAL" clId="{FE70B12A-CFD3-4EB0-9FF8-D84C059CC66B}" dt="2022-05-12T09:22:10.751" v="678" actId="20577"/>
        <pc:sldMkLst>
          <pc:docMk/>
          <pc:sldMk cId="2010496712" sldId="267"/>
        </pc:sldMkLst>
        <pc:spChg chg="mod">
          <ac:chgData name="Dragan Javorac" userId="913c2858-fb97-4c6e-a42c-b1f1a16b225e" providerId="ADAL" clId="{FE70B12A-CFD3-4EB0-9FF8-D84C059CC66B}" dt="2022-05-12T09:21:03.626" v="454" actId="20577"/>
          <ac:spMkLst>
            <pc:docMk/>
            <pc:sldMk cId="2010496712" sldId="267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2:10.751" v="678" actId="20577"/>
          <ac:spMkLst>
            <pc:docMk/>
            <pc:sldMk cId="2010496712" sldId="267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0:56.265" v="429" actId="478"/>
          <ac:picMkLst>
            <pc:docMk/>
            <pc:sldMk cId="2010496712" sldId="267"/>
            <ac:picMk id="5" creationId="{7562378C-C524-4604-B703-694B9896A744}"/>
          </ac:picMkLst>
        </pc:picChg>
        <pc:picChg chg="del">
          <ac:chgData name="Dragan Javorac" userId="913c2858-fb97-4c6e-a42c-b1f1a16b225e" providerId="ADAL" clId="{FE70B12A-CFD3-4EB0-9FF8-D84C059CC66B}" dt="2022-05-12T09:20:56.621" v="430" actId="478"/>
          <ac:picMkLst>
            <pc:docMk/>
            <pc:sldMk cId="2010496712" sldId="267"/>
            <ac:picMk id="7" creationId="{3D07312A-3C34-4FA0-89F1-F36AA1400183}"/>
          </ac:picMkLst>
        </pc:picChg>
      </pc:sldChg>
      <pc:sldChg chg="del">
        <pc:chgData name="Dragan Javorac" userId="913c2858-fb97-4c6e-a42c-b1f1a16b225e" providerId="ADAL" clId="{FE70B12A-CFD3-4EB0-9FF8-D84C059CC66B}" dt="2022-05-12T09:27:06.079" v="1054" actId="47"/>
        <pc:sldMkLst>
          <pc:docMk/>
          <pc:sldMk cId="146716619" sldId="269"/>
        </pc:sldMkLst>
      </pc:sldChg>
      <pc:sldChg chg="addSp delSp modSp add mod">
        <pc:chgData name="Dragan Javorac" userId="913c2858-fb97-4c6e-a42c-b1f1a16b225e" providerId="ADAL" clId="{FE70B12A-CFD3-4EB0-9FF8-D84C059CC66B}" dt="2022-05-12T10:36:56.052" v="1350" actId="20577"/>
        <pc:sldMkLst>
          <pc:docMk/>
          <pc:sldMk cId="384059242" sldId="270"/>
        </pc:sldMkLst>
        <pc:spChg chg="add del mod">
          <ac:chgData name="Dragan Javorac" userId="913c2858-fb97-4c6e-a42c-b1f1a16b225e" providerId="ADAL" clId="{FE70B12A-CFD3-4EB0-9FF8-D84C059CC66B}" dt="2022-05-12T09:16:14.217" v="348" actId="478"/>
          <ac:spMkLst>
            <pc:docMk/>
            <pc:sldMk cId="384059242" sldId="270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6.052" v="1350" actId="20577"/>
          <ac:spMkLst>
            <pc:docMk/>
            <pc:sldMk cId="384059242" sldId="270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E70B12A-CFD3-4EB0-9FF8-D84C059CC66B}" dt="2022-05-12T09:16:05.702" v="342" actId="478"/>
          <ac:spMkLst>
            <pc:docMk/>
            <pc:sldMk cId="384059242" sldId="270"/>
            <ac:spMk id="7" creationId="{CF99E889-D865-16F5-0BFB-A7B114BB2BFC}"/>
          </ac:spMkLst>
        </pc:spChg>
        <pc:spChg chg="add del mod">
          <ac:chgData name="Dragan Javorac" userId="913c2858-fb97-4c6e-a42c-b1f1a16b225e" providerId="ADAL" clId="{FE70B12A-CFD3-4EB0-9FF8-D84C059CC66B}" dt="2022-05-12T09:16:15.235" v="349" actId="478"/>
          <ac:spMkLst>
            <pc:docMk/>
            <pc:sldMk cId="384059242" sldId="270"/>
            <ac:spMk id="9" creationId="{64650626-8A61-9639-9036-35276C947655}"/>
          </ac:spMkLst>
        </pc:spChg>
        <pc:picChg chg="add mod">
          <ac:chgData name="Dragan Javorac" userId="913c2858-fb97-4c6e-a42c-b1f1a16b225e" providerId="ADAL" clId="{FE70B12A-CFD3-4EB0-9FF8-D84C059CC66B}" dt="2022-05-12T09:15:50.043" v="338" actId="1076"/>
          <ac:picMkLst>
            <pc:docMk/>
            <pc:sldMk cId="384059242" sldId="270"/>
            <ac:picMk id="5" creationId="{E42EB782-AD05-4A92-8CBB-B918CC17AFB0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6:17.106" v="984" actId="20577"/>
        <pc:sldMkLst>
          <pc:docMk/>
          <pc:sldMk cId="4082708953" sldId="271"/>
        </pc:sldMkLst>
        <pc:spChg chg="mod">
          <ac:chgData name="Dragan Javorac" userId="913c2858-fb97-4c6e-a42c-b1f1a16b225e" providerId="ADAL" clId="{FE70B12A-CFD3-4EB0-9FF8-D84C059CC66B}" dt="2022-05-12T09:22:16.687" v="688" actId="20577"/>
          <ac:spMkLst>
            <pc:docMk/>
            <pc:sldMk cId="4082708953" sldId="271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6:17.106" v="984" actId="20577"/>
          <ac:spMkLst>
            <pc:docMk/>
            <pc:sldMk cId="4082708953" sldId="271"/>
            <ac:spMk id="3" creationId="{9C1B0ED0-FD23-4DF4-8487-56E64A4517DA}"/>
          </ac:spMkLst>
        </pc:spChg>
        <pc:graphicFrameChg chg="add del mod">
          <ac:chgData name="Dragan Javorac" userId="913c2858-fb97-4c6e-a42c-b1f1a16b225e" providerId="ADAL" clId="{FE70B12A-CFD3-4EB0-9FF8-D84C059CC66B}" dt="2022-05-12T09:22:32.974" v="717"/>
          <ac:graphicFrameMkLst>
            <pc:docMk/>
            <pc:sldMk cId="4082708953" sldId="271"/>
            <ac:graphicFrameMk id="4" creationId="{1FEB9BE6-CF9B-2E7B-4B8D-0F0B055D3159}"/>
          </ac:graphicFrameMkLst>
        </pc:graphicFrameChg>
        <pc:picChg chg="add del mod">
          <ac:chgData name="Dragan Javorac" userId="913c2858-fb97-4c6e-a42c-b1f1a16b225e" providerId="ADAL" clId="{FE70B12A-CFD3-4EB0-9FF8-D84C059CC66B}" dt="2022-05-12T09:26:01.405" v="926" actId="478"/>
          <ac:picMkLst>
            <pc:docMk/>
            <pc:sldMk cId="4082708953" sldId="271"/>
            <ac:picMk id="6" creationId="{F144889C-0D12-845A-D5ED-B4983F394DFE}"/>
          </ac:picMkLst>
        </pc:picChg>
        <pc:picChg chg="add del mod">
          <ac:chgData name="Dragan Javorac" userId="913c2858-fb97-4c6e-a42c-b1f1a16b225e" providerId="ADAL" clId="{FE70B12A-CFD3-4EB0-9FF8-D84C059CC66B}" dt="2022-05-12T09:26:01.860" v="927" actId="478"/>
          <ac:picMkLst>
            <pc:docMk/>
            <pc:sldMk cId="4082708953" sldId="271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32.610" v="873" actId="1076"/>
        <pc:sldMkLst>
          <pc:docMk/>
          <pc:sldMk cId="1681488424" sldId="272"/>
        </pc:sldMkLst>
        <pc:spChg chg="mod">
          <ac:chgData name="Dragan Javorac" userId="913c2858-fb97-4c6e-a42c-b1f1a16b225e" providerId="ADAL" clId="{FE70B12A-CFD3-4EB0-9FF8-D84C059CC66B}" dt="2022-05-12T09:24:27.512" v="871" actId="20577"/>
          <ac:spMkLst>
            <pc:docMk/>
            <pc:sldMk cId="1681488424" sldId="272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4:07.228" v="805" actId="478"/>
          <ac:picMkLst>
            <pc:docMk/>
            <pc:sldMk cId="1681488424" sldId="272"/>
            <ac:picMk id="6" creationId="{F144889C-0D12-845A-D5ED-B4983F394DFE}"/>
          </ac:picMkLst>
        </pc:picChg>
        <pc:picChg chg="add mod">
          <ac:chgData name="Dragan Javorac" userId="913c2858-fb97-4c6e-a42c-b1f1a16b225e" providerId="ADAL" clId="{FE70B12A-CFD3-4EB0-9FF8-D84C059CC66B}" dt="2022-05-12T09:24:32.610" v="873" actId="1076"/>
          <ac:picMkLst>
            <pc:docMk/>
            <pc:sldMk cId="1681488424" sldId="272"/>
            <ac:picMk id="7" creationId="{F268E0E8-F0ED-0BCA-BA91-C48480405B13}"/>
          </ac:picMkLst>
        </pc:picChg>
        <pc:picChg chg="del">
          <ac:chgData name="Dragan Javorac" userId="913c2858-fb97-4c6e-a42c-b1f1a16b225e" providerId="ADAL" clId="{FE70B12A-CFD3-4EB0-9FF8-D84C059CC66B}" dt="2022-05-12T09:24:07.682" v="806" actId="478"/>
          <ac:picMkLst>
            <pc:docMk/>
            <pc:sldMk cId="1681488424" sldId="272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55.657" v="889" actId="6549"/>
        <pc:sldMkLst>
          <pc:docMk/>
          <pc:sldMk cId="3586748730" sldId="273"/>
        </pc:sldMkLst>
        <pc:spChg chg="mod">
          <ac:chgData name="Dragan Javorac" userId="913c2858-fb97-4c6e-a42c-b1f1a16b225e" providerId="ADAL" clId="{FE70B12A-CFD3-4EB0-9FF8-D84C059CC66B}" dt="2022-05-12T09:24:46.883" v="884" actId="20577"/>
          <ac:spMkLst>
            <pc:docMk/>
            <pc:sldMk cId="3586748730" sldId="273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4:55.657" v="889" actId="6549"/>
          <ac:spMkLst>
            <pc:docMk/>
            <pc:sldMk cId="3586748730" sldId="27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4:53.689" v="888" actId="1076"/>
          <ac:picMkLst>
            <pc:docMk/>
            <pc:sldMk cId="3586748730" sldId="273"/>
            <ac:picMk id="5" creationId="{56904608-D280-7E7A-D82D-30B95D340837}"/>
          </ac:picMkLst>
        </pc:picChg>
        <pc:picChg chg="del">
          <ac:chgData name="Dragan Javorac" userId="913c2858-fb97-4c6e-a42c-b1f1a16b225e" providerId="ADAL" clId="{FE70B12A-CFD3-4EB0-9FF8-D84C059CC66B}" dt="2022-05-12T09:24:50.326" v="887" actId="478"/>
          <ac:picMkLst>
            <pc:docMk/>
            <pc:sldMk cId="3586748730" sldId="273"/>
            <ac:picMk id="7" creationId="{F268E0E8-F0ED-0BCA-BA91-C48480405B13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7:02.954" v="1053" actId="20577"/>
        <pc:sldMkLst>
          <pc:docMk/>
          <pc:sldMk cId="3802576021" sldId="274"/>
        </pc:sldMkLst>
        <pc:spChg chg="mod">
          <ac:chgData name="Dragan Javorac" userId="913c2858-fb97-4c6e-a42c-b1f1a16b225e" providerId="ADAL" clId="{FE70B12A-CFD3-4EB0-9FF8-D84C059CC66B}" dt="2022-05-12T09:25:12.248" v="921" actId="20577"/>
          <ac:spMkLst>
            <pc:docMk/>
            <pc:sldMk cId="3802576021" sldId="274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7:02.954" v="1053" actId="20577"/>
          <ac:spMkLst>
            <pc:docMk/>
            <pc:sldMk cId="3802576021" sldId="274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5:02.817" v="891" actId="478"/>
          <ac:picMkLst>
            <pc:docMk/>
            <pc:sldMk cId="3802576021" sldId="274"/>
            <ac:picMk id="5" creationId="{56904608-D280-7E7A-D82D-30B95D340837}"/>
          </ac:picMkLst>
        </pc:picChg>
        <pc:picChg chg="add mod">
          <ac:chgData name="Dragan Javorac" userId="913c2858-fb97-4c6e-a42c-b1f1a16b225e" providerId="ADAL" clId="{FE70B12A-CFD3-4EB0-9FF8-D84C059CC66B}" dt="2022-05-12T09:25:48.122" v="924" actId="1076"/>
          <ac:picMkLst>
            <pc:docMk/>
            <pc:sldMk cId="3802576021" sldId="274"/>
            <ac:picMk id="6" creationId="{4794BE2E-0CA5-6EA8-9194-55786AE2F7BD}"/>
          </ac:picMkLst>
        </pc:picChg>
      </pc:sldChg>
      <pc:sldChg chg="modSp add mod">
        <pc:chgData name="Dragan Javorac" userId="913c2858-fb97-4c6e-a42c-b1f1a16b225e" providerId="ADAL" clId="{FE70B12A-CFD3-4EB0-9FF8-D84C059CC66B}" dt="2022-05-12T09:26:36.841" v="991" actId="1076"/>
        <pc:sldMkLst>
          <pc:docMk/>
          <pc:sldMk cId="1125492090" sldId="275"/>
        </pc:sldMkLst>
        <pc:spChg chg="mod">
          <ac:chgData name="Dragan Javorac" userId="913c2858-fb97-4c6e-a42c-b1f1a16b225e" providerId="ADAL" clId="{FE70B12A-CFD3-4EB0-9FF8-D84C059CC66B}" dt="2022-05-12T09:26:34.148" v="989" actId="6549"/>
          <ac:spMkLst>
            <pc:docMk/>
            <pc:sldMk cId="1125492090" sldId="275"/>
            <ac:spMk id="3" creationId="{9C1B0ED0-FD23-4DF4-8487-56E64A4517DA}"/>
          </ac:spMkLst>
        </pc:spChg>
        <pc:picChg chg="mod">
          <ac:chgData name="Dragan Javorac" userId="913c2858-fb97-4c6e-a42c-b1f1a16b225e" providerId="ADAL" clId="{FE70B12A-CFD3-4EB0-9FF8-D84C059CC66B}" dt="2022-05-12T09:26:35.653" v="990" actId="1076"/>
          <ac:picMkLst>
            <pc:docMk/>
            <pc:sldMk cId="1125492090" sldId="275"/>
            <ac:picMk id="6" creationId="{F144889C-0D12-845A-D5ED-B4983F394DFE}"/>
          </ac:picMkLst>
        </pc:picChg>
        <pc:picChg chg="mod">
          <ac:chgData name="Dragan Javorac" userId="913c2858-fb97-4c6e-a42c-b1f1a16b225e" providerId="ADAL" clId="{FE70B12A-CFD3-4EB0-9FF8-D84C059CC66B}" dt="2022-05-12T09:26:36.841" v="991" actId="1076"/>
          <ac:picMkLst>
            <pc:docMk/>
            <pc:sldMk cId="1125492090" sldId="275"/>
            <ac:picMk id="8" creationId="{E3533AC7-868B-FB3A-BAFF-58074D651005}"/>
          </ac:picMkLst>
        </pc:picChg>
      </pc:sldChg>
      <pc:sldChg chg="add del">
        <pc:chgData name="Dragan Javorac" userId="913c2858-fb97-4c6e-a42c-b1f1a16b225e" providerId="ADAL" clId="{FE70B12A-CFD3-4EB0-9FF8-D84C059CC66B}" dt="2022-05-12T09:28:23.810" v="1065" actId="2696"/>
        <pc:sldMkLst>
          <pc:docMk/>
          <pc:sldMk cId="394241707" sldId="276"/>
        </pc:sldMkLst>
      </pc:sldChg>
      <pc:sldChg chg="add del">
        <pc:chgData name="Dragan Javorac" userId="913c2858-fb97-4c6e-a42c-b1f1a16b225e" providerId="ADAL" clId="{FE70B12A-CFD3-4EB0-9FF8-D84C059CC66B}" dt="2022-05-12T09:31:28.609" v="1130" actId="2696"/>
        <pc:sldMkLst>
          <pc:docMk/>
          <pc:sldMk cId="3865953187" sldId="276"/>
        </pc:sldMkLst>
      </pc:sldChg>
    </pc:docChg>
  </pc:docChgLst>
  <pc:docChgLst>
    <pc:chgData name="Dragan Javorac" userId="913c2858-fb97-4c6e-a42c-b1f1a16b225e" providerId="ADAL" clId="{ACE6CA3D-330E-4295-A206-4945D564E420}"/>
    <pc:docChg chg="undo custSel addSld delSld modSld sldOrd">
      <pc:chgData name="Dragan Javorac" userId="913c2858-fb97-4c6e-a42c-b1f1a16b225e" providerId="ADAL" clId="{ACE6CA3D-330E-4295-A206-4945D564E420}" dt="2022-05-30T05:11:20.645" v="1292" actId="20577"/>
      <pc:docMkLst>
        <pc:docMk/>
      </pc:docMkLst>
      <pc:sldChg chg="modSp mod">
        <pc:chgData name="Dragan Javorac" userId="913c2858-fb97-4c6e-a42c-b1f1a16b225e" providerId="ADAL" clId="{ACE6CA3D-330E-4295-A206-4945D564E420}" dt="2022-05-30T05:11:20.645" v="1292" actId="20577"/>
        <pc:sldMkLst>
          <pc:docMk/>
          <pc:sldMk cId="729763293" sldId="256"/>
        </pc:sldMkLst>
        <pc:spChg chg="mod">
          <ac:chgData name="Dragan Javorac" userId="913c2858-fb97-4c6e-a42c-b1f1a16b225e" providerId="ADAL" clId="{ACE6CA3D-330E-4295-A206-4945D564E420}" dt="2022-05-30T05:11:20.645" v="1292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267494202" sldId="260"/>
        </pc:sldMkLst>
      </pc:sldChg>
      <pc:sldChg chg="delSp modSp mod">
        <pc:chgData name="Dragan Javorac" userId="913c2858-fb97-4c6e-a42c-b1f1a16b225e" providerId="ADAL" clId="{ACE6CA3D-330E-4295-A206-4945D564E420}" dt="2022-05-27T08:22:13.813" v="1290" actId="20577"/>
        <pc:sldMkLst>
          <pc:docMk/>
          <pc:sldMk cId="678353431" sldId="265"/>
        </pc:sldMkLst>
        <pc:spChg chg="mod">
          <ac:chgData name="Dragan Javorac" userId="913c2858-fb97-4c6e-a42c-b1f1a16b225e" providerId="ADAL" clId="{ACE6CA3D-330E-4295-A206-4945D564E420}" dt="2022-05-27T07:51:26.584" v="826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8:22:13.813" v="1290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ACE6CA3D-330E-4295-A206-4945D564E420}" dt="2022-05-27T08:21:25.584" v="1184" actId="478"/>
          <ac:picMkLst>
            <pc:docMk/>
            <pc:sldMk cId="678353431" sldId="265"/>
            <ac:picMk id="7" creationId="{E7BC6891-AFE5-919B-0CB7-18AA2C0EB3CC}"/>
          </ac:picMkLst>
        </pc:picChg>
      </pc:sldChg>
      <pc:sldChg chg="del">
        <pc:chgData name="Dragan Javorac" userId="913c2858-fb97-4c6e-a42c-b1f1a16b225e" providerId="ADAL" clId="{ACE6CA3D-330E-4295-A206-4945D564E420}" dt="2022-05-27T07:26:17.657" v="0" actId="47"/>
        <pc:sldMkLst>
          <pc:docMk/>
          <pc:sldMk cId="384059242" sldId="270"/>
        </pc:sldMkLst>
      </pc:sldChg>
      <pc:sldChg chg="del">
        <pc:chgData name="Dragan Javorac" userId="913c2858-fb97-4c6e-a42c-b1f1a16b225e" providerId="ADAL" clId="{ACE6CA3D-330E-4295-A206-4945D564E420}" dt="2022-05-27T07:26:17.657" v="0" actId="47"/>
        <pc:sldMkLst>
          <pc:docMk/>
          <pc:sldMk cId="2739902276" sldId="276"/>
        </pc:sldMkLst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2546539525" sldId="278"/>
        </pc:sldMkLst>
      </pc:sldChg>
      <pc:sldChg chg="addSp delSp modSp mod">
        <pc:chgData name="Dragan Javorac" userId="913c2858-fb97-4c6e-a42c-b1f1a16b225e" providerId="ADAL" clId="{ACE6CA3D-330E-4295-A206-4945D564E420}" dt="2022-05-27T07:46:29.740" v="686" actId="1076"/>
        <pc:sldMkLst>
          <pc:docMk/>
          <pc:sldMk cId="4018253664" sldId="280"/>
        </pc:sldMkLst>
        <pc:spChg chg="mod">
          <ac:chgData name="Dragan Javorac" userId="913c2858-fb97-4c6e-a42c-b1f1a16b225e" providerId="ADAL" clId="{ACE6CA3D-330E-4295-A206-4945D564E420}" dt="2022-05-27T07:32:52.711" v="181" actId="20577"/>
          <ac:spMkLst>
            <pc:docMk/>
            <pc:sldMk cId="4018253664" sldId="280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45:50.340" v="682" actId="27636"/>
          <ac:spMkLst>
            <pc:docMk/>
            <pc:sldMk cId="4018253664" sldId="280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ACE6CA3D-330E-4295-A206-4945D564E420}" dt="2022-05-27T07:33:11.994" v="185" actId="1076"/>
          <ac:picMkLst>
            <pc:docMk/>
            <pc:sldMk cId="4018253664" sldId="280"/>
            <ac:picMk id="4" creationId="{21088CCF-D893-76F5-3D14-E3D9443AA0A5}"/>
          </ac:picMkLst>
        </pc:picChg>
        <pc:picChg chg="add del mod">
          <ac:chgData name="Dragan Javorac" userId="913c2858-fb97-4c6e-a42c-b1f1a16b225e" providerId="ADAL" clId="{ACE6CA3D-330E-4295-A206-4945D564E420}" dt="2022-05-27T07:46:25.969" v="685" actId="478"/>
          <ac:picMkLst>
            <pc:docMk/>
            <pc:sldMk cId="4018253664" sldId="280"/>
            <ac:picMk id="6" creationId="{02297234-AF80-4443-D6A1-7568FBE7BFDA}"/>
          </ac:picMkLst>
        </pc:picChg>
        <pc:picChg chg="del">
          <ac:chgData name="Dragan Javorac" userId="913c2858-fb97-4c6e-a42c-b1f1a16b225e" providerId="ADAL" clId="{ACE6CA3D-330E-4295-A206-4945D564E420}" dt="2022-05-27T07:28:04.067" v="162" actId="478"/>
          <ac:picMkLst>
            <pc:docMk/>
            <pc:sldMk cId="4018253664" sldId="280"/>
            <ac:picMk id="8" creationId="{1241EFE7-38B9-734F-D694-10EE483D3B4A}"/>
          </ac:picMkLst>
        </pc:picChg>
        <pc:picChg chg="add mod">
          <ac:chgData name="Dragan Javorac" userId="913c2858-fb97-4c6e-a42c-b1f1a16b225e" providerId="ADAL" clId="{ACE6CA3D-330E-4295-A206-4945D564E420}" dt="2022-05-27T07:46:29.740" v="686" actId="1076"/>
          <ac:picMkLst>
            <pc:docMk/>
            <pc:sldMk cId="4018253664" sldId="280"/>
            <ac:picMk id="9" creationId="{849F48EA-3FEF-E737-16A8-8FC8D7EF535C}"/>
          </ac:picMkLst>
        </pc:picChg>
        <pc:picChg chg="del">
          <ac:chgData name="Dragan Javorac" userId="913c2858-fb97-4c6e-a42c-b1f1a16b225e" providerId="ADAL" clId="{ACE6CA3D-330E-4295-A206-4945D564E420}" dt="2022-05-27T07:28:04.067" v="162" actId="478"/>
          <ac:picMkLst>
            <pc:docMk/>
            <pc:sldMk cId="4018253664" sldId="280"/>
            <ac:picMk id="12" creationId="{94B4A273-5CAF-A6AA-7BED-25BFE99EFE39}"/>
          </ac:picMkLst>
        </pc:pic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1200983595" sldId="282"/>
        </pc:sldMkLst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2385799803" sldId="283"/>
        </pc:sldMkLst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3652451323" sldId="284"/>
        </pc:sldMkLst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3591907075" sldId="285"/>
        </pc:sldMkLst>
      </pc:sldChg>
      <pc:sldChg chg="addSp delSp modSp mod">
        <pc:chgData name="Dragan Javorac" userId="913c2858-fb97-4c6e-a42c-b1f1a16b225e" providerId="ADAL" clId="{ACE6CA3D-330E-4295-A206-4945D564E420}" dt="2022-05-27T07:44:46.745" v="668" actId="6549"/>
        <pc:sldMkLst>
          <pc:docMk/>
          <pc:sldMk cId="1880708128" sldId="286"/>
        </pc:sldMkLst>
        <pc:spChg chg="mod">
          <ac:chgData name="Dragan Javorac" userId="913c2858-fb97-4c6e-a42c-b1f1a16b225e" providerId="ADAL" clId="{ACE6CA3D-330E-4295-A206-4945D564E420}" dt="2022-05-27T07:26:25.635" v="26" actId="20577"/>
          <ac:spMkLst>
            <pc:docMk/>
            <pc:sldMk cId="1880708128" sldId="286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44:46.745" v="668" actId="6549"/>
          <ac:spMkLst>
            <pc:docMk/>
            <pc:sldMk cId="1880708128" sldId="286"/>
            <ac:spMk id="3" creationId="{9C1B0ED0-FD23-4DF4-8487-56E64A4517DA}"/>
          </ac:spMkLst>
        </pc:spChg>
        <pc:graphicFrameChg chg="add del mod">
          <ac:chgData name="Dragan Javorac" userId="913c2858-fb97-4c6e-a42c-b1f1a16b225e" providerId="ADAL" clId="{ACE6CA3D-330E-4295-A206-4945D564E420}" dt="2022-05-27T07:26:52.308" v="29" actId="478"/>
          <ac:graphicFrameMkLst>
            <pc:docMk/>
            <pc:sldMk cId="1880708128" sldId="286"/>
            <ac:graphicFrameMk id="4" creationId="{7BE5F7DF-7C29-6A39-0BFB-261ADE126B93}"/>
          </ac:graphicFrameMkLst>
        </pc:graphicFrameChg>
        <pc:picChg chg="del">
          <ac:chgData name="Dragan Javorac" userId="913c2858-fb97-4c6e-a42c-b1f1a16b225e" providerId="ADAL" clId="{ACE6CA3D-330E-4295-A206-4945D564E420}" dt="2022-05-27T07:26:28.264" v="27" actId="478"/>
          <ac:picMkLst>
            <pc:docMk/>
            <pc:sldMk cId="1880708128" sldId="286"/>
            <ac:picMk id="5" creationId="{28423A5E-8689-B84C-FAB4-35D82ECE1C0A}"/>
          </ac:picMkLst>
        </pc:picChg>
        <pc:picChg chg="add mod modCrop">
          <ac:chgData name="Dragan Javorac" userId="913c2858-fb97-4c6e-a42c-b1f1a16b225e" providerId="ADAL" clId="{ACE6CA3D-330E-4295-A206-4945D564E420}" dt="2022-05-27T07:27:08.826" v="32" actId="732"/>
          <ac:picMkLst>
            <pc:docMk/>
            <pc:sldMk cId="1880708128" sldId="286"/>
            <ac:picMk id="7" creationId="{4F50F0AD-7D09-1C14-633C-1550D8204857}"/>
          </ac:picMkLst>
        </pc:picChg>
        <pc:picChg chg="del">
          <ac:chgData name="Dragan Javorac" userId="913c2858-fb97-4c6e-a42c-b1f1a16b225e" providerId="ADAL" clId="{ACE6CA3D-330E-4295-A206-4945D564E420}" dt="2022-05-27T07:26:28.264" v="27" actId="478"/>
          <ac:picMkLst>
            <pc:docMk/>
            <pc:sldMk cId="1880708128" sldId="286"/>
            <ac:picMk id="8" creationId="{E46F01A6-D72C-B10D-9555-631A2DAE849B}"/>
          </ac:picMkLst>
        </pc:pic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3375452406" sldId="287"/>
        </pc:sldMkLst>
      </pc:sldChg>
      <pc:sldChg chg="addSp delSp modSp add mod">
        <pc:chgData name="Dragan Javorac" userId="913c2858-fb97-4c6e-a42c-b1f1a16b225e" providerId="ADAL" clId="{ACE6CA3D-330E-4295-A206-4945D564E420}" dt="2022-05-27T07:52:41.565" v="857" actId="1076"/>
        <pc:sldMkLst>
          <pc:docMk/>
          <pc:sldMk cId="3939524031" sldId="287"/>
        </pc:sldMkLst>
        <pc:spChg chg="mod">
          <ac:chgData name="Dragan Javorac" userId="913c2858-fb97-4c6e-a42c-b1f1a16b225e" providerId="ADAL" clId="{ACE6CA3D-330E-4295-A206-4945D564E420}" dt="2022-05-27T07:33:49.733" v="263" actId="20577"/>
          <ac:spMkLst>
            <pc:docMk/>
            <pc:sldMk cId="3939524031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52:39.120" v="855" actId="20577"/>
          <ac:spMkLst>
            <pc:docMk/>
            <pc:sldMk cId="3939524031" sldId="287"/>
            <ac:spMk id="10" creationId="{FB5033DF-5706-B77A-AC84-571C0415A371}"/>
          </ac:spMkLst>
        </pc:spChg>
        <pc:picChg chg="mod">
          <ac:chgData name="Dragan Javorac" userId="913c2858-fb97-4c6e-a42c-b1f1a16b225e" providerId="ADAL" clId="{ACE6CA3D-330E-4295-A206-4945D564E420}" dt="2022-05-27T07:34:24.758" v="267" actId="1076"/>
          <ac:picMkLst>
            <pc:docMk/>
            <pc:sldMk cId="3939524031" sldId="287"/>
            <ac:picMk id="4" creationId="{21088CCF-D893-76F5-3D14-E3D9443AA0A5}"/>
          </ac:picMkLst>
        </pc:picChg>
        <pc:picChg chg="add del">
          <ac:chgData name="Dragan Javorac" userId="913c2858-fb97-4c6e-a42c-b1f1a16b225e" providerId="ADAL" clId="{ACE6CA3D-330E-4295-A206-4945D564E420}" dt="2022-05-27T07:52:31.731" v="832" actId="22"/>
          <ac:picMkLst>
            <pc:docMk/>
            <pc:sldMk cId="3939524031" sldId="287"/>
            <ac:picMk id="8" creationId="{5F853274-0B8E-CA75-CCAC-E328F9B8BCEA}"/>
          </ac:picMkLst>
        </pc:picChg>
        <pc:picChg chg="add mod">
          <ac:chgData name="Dragan Javorac" userId="913c2858-fb97-4c6e-a42c-b1f1a16b225e" providerId="ADAL" clId="{ACE6CA3D-330E-4295-A206-4945D564E420}" dt="2022-05-27T07:52:41.565" v="857" actId="1076"/>
          <ac:picMkLst>
            <pc:docMk/>
            <pc:sldMk cId="3939524031" sldId="287"/>
            <ac:picMk id="11" creationId="{C0117605-985C-438F-8E03-155C947B039C}"/>
          </ac:picMkLst>
        </pc:picChg>
        <pc:cxnChg chg="add mod">
          <ac:chgData name="Dragan Javorac" userId="913c2858-fb97-4c6e-a42c-b1f1a16b225e" providerId="ADAL" clId="{ACE6CA3D-330E-4295-A206-4945D564E420}" dt="2022-05-27T07:34:42.508" v="290" actId="14100"/>
          <ac:cxnSpMkLst>
            <pc:docMk/>
            <pc:sldMk cId="3939524031" sldId="287"/>
            <ac:cxnSpMk id="5" creationId="{6C208EC7-49EC-69F5-34C1-A77140A7D45F}"/>
          </ac:cxnSpMkLst>
        </pc:cxn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1243157361" sldId="288"/>
        </pc:sldMkLst>
      </pc:sldChg>
      <pc:sldChg chg="addSp modSp add mod">
        <pc:chgData name="Dragan Javorac" userId="913c2858-fb97-4c6e-a42c-b1f1a16b225e" providerId="ADAL" clId="{ACE6CA3D-330E-4295-A206-4945D564E420}" dt="2022-05-27T07:53:01.980" v="867" actId="108"/>
        <pc:sldMkLst>
          <pc:docMk/>
          <pc:sldMk cId="3709483990" sldId="288"/>
        </pc:sldMkLst>
        <pc:spChg chg="mod">
          <ac:chgData name="Dragan Javorac" userId="913c2858-fb97-4c6e-a42c-b1f1a16b225e" providerId="ADAL" clId="{ACE6CA3D-330E-4295-A206-4945D564E420}" dt="2022-05-27T07:52:59.756" v="865" actId="108"/>
          <ac:spMkLst>
            <pc:docMk/>
            <pc:sldMk cId="3709483990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53:01.980" v="867" actId="108"/>
          <ac:spMkLst>
            <pc:docMk/>
            <pc:sldMk cId="3709483990" sldId="288"/>
            <ac:spMk id="10" creationId="{FB5033DF-5706-B77A-AC84-571C0415A371}"/>
          </ac:spMkLst>
        </pc:spChg>
        <pc:picChg chg="mod">
          <ac:chgData name="Dragan Javorac" userId="913c2858-fb97-4c6e-a42c-b1f1a16b225e" providerId="ADAL" clId="{ACE6CA3D-330E-4295-A206-4945D564E420}" dt="2022-05-27T07:36:12.350" v="335" actId="1076"/>
          <ac:picMkLst>
            <pc:docMk/>
            <pc:sldMk cId="3709483990" sldId="288"/>
            <ac:picMk id="4" creationId="{21088CCF-D893-76F5-3D14-E3D9443AA0A5}"/>
          </ac:picMkLst>
        </pc:picChg>
        <pc:picChg chg="add mod">
          <ac:chgData name="Dragan Javorac" userId="913c2858-fb97-4c6e-a42c-b1f1a16b225e" providerId="ADAL" clId="{ACE6CA3D-330E-4295-A206-4945D564E420}" dt="2022-05-27T07:36:19.315" v="338" actId="1076"/>
          <ac:picMkLst>
            <pc:docMk/>
            <pc:sldMk cId="3709483990" sldId="288"/>
            <ac:picMk id="6" creationId="{04421988-906F-123F-A2C9-9D43CF6CB021}"/>
          </ac:picMkLst>
        </pc:picChg>
        <pc:cxnChg chg="mod ord">
          <ac:chgData name="Dragan Javorac" userId="913c2858-fb97-4c6e-a42c-b1f1a16b225e" providerId="ADAL" clId="{ACE6CA3D-330E-4295-A206-4945D564E420}" dt="2022-05-27T07:36:24.620" v="341" actId="14100"/>
          <ac:cxnSpMkLst>
            <pc:docMk/>
            <pc:sldMk cId="3709483990" sldId="288"/>
            <ac:cxnSpMk id="5" creationId="{6C208EC7-49EC-69F5-34C1-A77140A7D45F}"/>
          </ac:cxnSpMkLst>
        </pc:cxnChg>
      </pc:sldChg>
      <pc:sldChg chg="addSp delSp modSp add mod ord">
        <pc:chgData name="Dragan Javorac" userId="913c2858-fb97-4c6e-a42c-b1f1a16b225e" providerId="ADAL" clId="{ACE6CA3D-330E-4295-A206-4945D564E420}" dt="2022-05-27T08:04:27.784" v="1164" actId="12"/>
        <pc:sldMkLst>
          <pc:docMk/>
          <pc:sldMk cId="1020491010" sldId="289"/>
        </pc:sldMkLst>
        <pc:spChg chg="mod">
          <ac:chgData name="Dragan Javorac" userId="913c2858-fb97-4c6e-a42c-b1f1a16b225e" providerId="ADAL" clId="{ACE6CA3D-330E-4295-A206-4945D564E420}" dt="2022-05-27T07:38:45.936" v="487" actId="20577"/>
          <ac:spMkLst>
            <pc:docMk/>
            <pc:sldMk cId="1020491010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8:04:27.784" v="1164" actId="12"/>
          <ac:spMkLst>
            <pc:docMk/>
            <pc:sldMk cId="1020491010" sldId="289"/>
            <ac:spMk id="10" creationId="{FB5033DF-5706-B77A-AC84-571C0415A371}"/>
          </ac:spMkLst>
        </pc:spChg>
        <pc:picChg chg="del">
          <ac:chgData name="Dragan Javorac" userId="913c2858-fb97-4c6e-a42c-b1f1a16b225e" providerId="ADAL" clId="{ACE6CA3D-330E-4295-A206-4945D564E420}" dt="2022-05-27T07:38:47.942" v="488" actId="478"/>
          <ac:picMkLst>
            <pc:docMk/>
            <pc:sldMk cId="1020491010" sldId="289"/>
            <ac:picMk id="4" creationId="{21088CCF-D893-76F5-3D14-E3D9443AA0A5}"/>
          </ac:picMkLst>
        </pc:picChg>
        <pc:picChg chg="add del mod">
          <ac:chgData name="Dragan Javorac" userId="913c2858-fb97-4c6e-a42c-b1f1a16b225e" providerId="ADAL" clId="{ACE6CA3D-330E-4295-A206-4945D564E420}" dt="2022-05-27T08:03:41.632" v="1074" actId="478"/>
          <ac:picMkLst>
            <pc:docMk/>
            <pc:sldMk cId="1020491010" sldId="289"/>
            <ac:picMk id="6" creationId="{D4424EFD-EC42-19C5-57A9-9E73ED5D9F02}"/>
          </ac:picMkLst>
        </pc:picChg>
        <pc:picChg chg="add mod">
          <ac:chgData name="Dragan Javorac" userId="913c2858-fb97-4c6e-a42c-b1f1a16b225e" providerId="ADAL" clId="{ACE6CA3D-330E-4295-A206-4945D564E420}" dt="2022-05-27T08:03:48.621" v="1078" actId="1076"/>
          <ac:picMkLst>
            <pc:docMk/>
            <pc:sldMk cId="1020491010" sldId="289"/>
            <ac:picMk id="8" creationId="{33D0E9B6-CEA2-A557-E98E-FB1D23D151BC}"/>
          </ac:picMkLst>
        </pc:picChg>
        <pc:cxnChg chg="del">
          <ac:chgData name="Dragan Javorac" userId="913c2858-fb97-4c6e-a42c-b1f1a16b225e" providerId="ADAL" clId="{ACE6CA3D-330E-4295-A206-4945D564E420}" dt="2022-05-27T07:39:12.754" v="492" actId="478"/>
          <ac:cxnSpMkLst>
            <pc:docMk/>
            <pc:sldMk cId="1020491010" sldId="289"/>
            <ac:cxnSpMk id="5" creationId="{6C208EC7-49EC-69F5-34C1-A77140A7D45F}"/>
          </ac:cxnSpMkLst>
        </pc:cxnChg>
      </pc:sldChg>
      <pc:sldChg chg="del">
        <pc:chgData name="Dragan Javorac" userId="913c2858-fb97-4c6e-a42c-b1f1a16b225e" providerId="ADAL" clId="{ACE6CA3D-330E-4295-A206-4945D564E420}" dt="2022-05-27T07:28:13.633" v="163" actId="47"/>
        <pc:sldMkLst>
          <pc:docMk/>
          <pc:sldMk cId="3102180251" sldId="289"/>
        </pc:sldMkLst>
      </pc:sldChg>
      <pc:sldChg chg="addSp delSp modSp add mod">
        <pc:chgData name="Dragan Javorac" userId="913c2858-fb97-4c6e-a42c-b1f1a16b225e" providerId="ADAL" clId="{ACE6CA3D-330E-4295-A206-4945D564E420}" dt="2022-05-27T07:37:38.244" v="410" actId="1076"/>
        <pc:sldMkLst>
          <pc:docMk/>
          <pc:sldMk cId="31089605" sldId="290"/>
        </pc:sldMkLst>
        <pc:spChg chg="mod">
          <ac:chgData name="Dragan Javorac" userId="913c2858-fb97-4c6e-a42c-b1f1a16b225e" providerId="ADAL" clId="{ACE6CA3D-330E-4295-A206-4945D564E420}" dt="2022-05-27T07:37:03.372" v="400" actId="20577"/>
          <ac:spMkLst>
            <pc:docMk/>
            <pc:sldMk cId="31089605" sldId="290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ACE6CA3D-330E-4295-A206-4945D564E420}" dt="2022-05-27T07:37:32.195" v="406" actId="478"/>
          <ac:spMkLst>
            <pc:docMk/>
            <pc:sldMk cId="31089605" sldId="290"/>
            <ac:spMk id="9" creationId="{DA868446-79E2-B9E2-5984-34EE75B2B103}"/>
          </ac:spMkLst>
        </pc:spChg>
        <pc:spChg chg="del">
          <ac:chgData name="Dragan Javorac" userId="913c2858-fb97-4c6e-a42c-b1f1a16b225e" providerId="ADAL" clId="{ACE6CA3D-330E-4295-A206-4945D564E420}" dt="2022-05-27T07:37:27.749" v="403" actId="478"/>
          <ac:spMkLst>
            <pc:docMk/>
            <pc:sldMk cId="31089605" sldId="290"/>
            <ac:spMk id="10" creationId="{FB5033DF-5706-B77A-AC84-571C0415A371}"/>
          </ac:spMkLst>
        </pc:spChg>
        <pc:picChg chg="del">
          <ac:chgData name="Dragan Javorac" userId="913c2858-fb97-4c6e-a42c-b1f1a16b225e" providerId="ADAL" clId="{ACE6CA3D-330E-4295-A206-4945D564E420}" dt="2022-05-27T07:37:29.143" v="405" actId="478"/>
          <ac:picMkLst>
            <pc:docMk/>
            <pc:sldMk cId="31089605" sldId="290"/>
            <ac:picMk id="4" creationId="{21088CCF-D893-76F5-3D14-E3D9443AA0A5}"/>
          </ac:picMkLst>
        </pc:picChg>
        <pc:picChg chg="del">
          <ac:chgData name="Dragan Javorac" userId="913c2858-fb97-4c6e-a42c-b1f1a16b225e" providerId="ADAL" clId="{ACE6CA3D-330E-4295-A206-4945D564E420}" dt="2022-05-27T07:37:28.393" v="404" actId="478"/>
          <ac:picMkLst>
            <pc:docMk/>
            <pc:sldMk cId="31089605" sldId="290"/>
            <ac:picMk id="6" creationId="{04421988-906F-123F-A2C9-9D43CF6CB021}"/>
          </ac:picMkLst>
        </pc:picChg>
        <pc:picChg chg="add mod">
          <ac:chgData name="Dragan Javorac" userId="913c2858-fb97-4c6e-a42c-b1f1a16b225e" providerId="ADAL" clId="{ACE6CA3D-330E-4295-A206-4945D564E420}" dt="2022-05-27T07:37:38.244" v="410" actId="1076"/>
          <ac:picMkLst>
            <pc:docMk/>
            <pc:sldMk cId="31089605" sldId="290"/>
            <ac:picMk id="7" creationId="{7638685C-52EF-E9EC-6A06-5DCD2455E466}"/>
          </ac:picMkLst>
        </pc:picChg>
        <pc:cxnChg chg="del">
          <ac:chgData name="Dragan Javorac" userId="913c2858-fb97-4c6e-a42c-b1f1a16b225e" providerId="ADAL" clId="{ACE6CA3D-330E-4295-A206-4945D564E420}" dt="2022-05-27T07:37:32.838" v="407" actId="478"/>
          <ac:cxnSpMkLst>
            <pc:docMk/>
            <pc:sldMk cId="31089605" sldId="290"/>
            <ac:cxnSpMk id="5" creationId="{6C208EC7-49EC-69F5-34C1-A77140A7D45F}"/>
          </ac:cxnSpMkLst>
        </pc:cxnChg>
      </pc:sldChg>
      <pc:sldChg chg="addSp delSp modSp add mod">
        <pc:chgData name="Dragan Javorac" userId="913c2858-fb97-4c6e-a42c-b1f1a16b225e" providerId="ADAL" clId="{ACE6CA3D-330E-4295-A206-4945D564E420}" dt="2022-05-27T07:51:17.054" v="825" actId="1076"/>
        <pc:sldMkLst>
          <pc:docMk/>
          <pc:sldMk cId="4078035940" sldId="291"/>
        </pc:sldMkLst>
        <pc:spChg chg="mod">
          <ac:chgData name="Dragan Javorac" userId="913c2858-fb97-4c6e-a42c-b1f1a16b225e" providerId="ADAL" clId="{ACE6CA3D-330E-4295-A206-4945D564E420}" dt="2022-05-27T07:39:30.515" v="507" actId="6549"/>
          <ac:spMkLst>
            <pc:docMk/>
            <pc:sldMk cId="4078035940" sldId="291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43:02.300" v="627" actId="20577"/>
          <ac:spMkLst>
            <pc:docMk/>
            <pc:sldMk cId="4078035940" sldId="291"/>
            <ac:spMk id="10" creationId="{FB5033DF-5706-B77A-AC84-571C0415A371}"/>
          </ac:spMkLst>
        </pc:spChg>
        <pc:picChg chg="add del mod modCrop">
          <ac:chgData name="Dragan Javorac" userId="913c2858-fb97-4c6e-a42c-b1f1a16b225e" providerId="ADAL" clId="{ACE6CA3D-330E-4295-A206-4945D564E420}" dt="2022-05-27T07:43:31.526" v="636" actId="478"/>
          <ac:picMkLst>
            <pc:docMk/>
            <pc:sldMk cId="4078035940" sldId="291"/>
            <ac:picMk id="4" creationId="{A3063786-1565-6267-119B-A9D00551843A}"/>
          </ac:picMkLst>
        </pc:picChg>
        <pc:picChg chg="del">
          <ac:chgData name="Dragan Javorac" userId="913c2858-fb97-4c6e-a42c-b1f1a16b225e" providerId="ADAL" clId="{ACE6CA3D-330E-4295-A206-4945D564E420}" dt="2022-05-27T07:39:47.182" v="542" actId="478"/>
          <ac:picMkLst>
            <pc:docMk/>
            <pc:sldMk cId="4078035940" sldId="291"/>
            <ac:picMk id="6" creationId="{D4424EFD-EC42-19C5-57A9-9E73ED5D9F02}"/>
          </ac:picMkLst>
        </pc:picChg>
        <pc:picChg chg="add del mod">
          <ac:chgData name="Dragan Javorac" userId="913c2858-fb97-4c6e-a42c-b1f1a16b225e" providerId="ADAL" clId="{ACE6CA3D-330E-4295-A206-4945D564E420}" dt="2022-05-27T07:43:25.340" v="631" actId="478"/>
          <ac:picMkLst>
            <pc:docMk/>
            <pc:sldMk cId="4078035940" sldId="291"/>
            <ac:picMk id="7" creationId="{E51D6D48-B752-AA53-FAC3-7CAD0AFBCD54}"/>
          </ac:picMkLst>
        </pc:picChg>
        <pc:picChg chg="add mod">
          <ac:chgData name="Dragan Javorac" userId="913c2858-fb97-4c6e-a42c-b1f1a16b225e" providerId="ADAL" clId="{ACE6CA3D-330E-4295-A206-4945D564E420}" dt="2022-05-27T07:51:17.054" v="825" actId="1076"/>
          <ac:picMkLst>
            <pc:docMk/>
            <pc:sldMk cId="4078035940" sldId="291"/>
            <ac:picMk id="9" creationId="{D29EBE2B-EDE0-6FBC-9CDF-4F414F74922F}"/>
          </ac:picMkLst>
        </pc:picChg>
      </pc:sldChg>
      <pc:sldChg chg="addSp delSp modSp add mod">
        <pc:chgData name="Dragan Javorac" userId="913c2858-fb97-4c6e-a42c-b1f1a16b225e" providerId="ADAL" clId="{ACE6CA3D-330E-4295-A206-4945D564E420}" dt="2022-05-27T07:44:38.828" v="667" actId="14100"/>
        <pc:sldMkLst>
          <pc:docMk/>
          <pc:sldMk cId="1299125544" sldId="292"/>
        </pc:sldMkLst>
        <pc:spChg chg="mod">
          <ac:chgData name="Dragan Javorac" userId="913c2858-fb97-4c6e-a42c-b1f1a16b225e" providerId="ADAL" clId="{ACE6CA3D-330E-4295-A206-4945D564E420}" dt="2022-05-27T07:44:22.958" v="660" actId="20577"/>
          <ac:spMkLst>
            <pc:docMk/>
            <pc:sldMk cId="1299125544" sldId="292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44:29.756" v="664" actId="6549"/>
          <ac:spMkLst>
            <pc:docMk/>
            <pc:sldMk cId="1299125544" sldId="292"/>
            <ac:spMk id="10" creationId="{FB5033DF-5706-B77A-AC84-571C0415A371}"/>
          </ac:spMkLst>
        </pc:spChg>
        <pc:picChg chg="del">
          <ac:chgData name="Dragan Javorac" userId="913c2858-fb97-4c6e-a42c-b1f1a16b225e" providerId="ADAL" clId="{ACE6CA3D-330E-4295-A206-4945D564E420}" dt="2022-05-27T07:44:01.284" v="641" actId="478"/>
          <ac:picMkLst>
            <pc:docMk/>
            <pc:sldMk cId="1299125544" sldId="292"/>
            <ac:picMk id="4" creationId="{A3063786-1565-6267-119B-A9D00551843A}"/>
          </ac:picMkLst>
        </pc:picChg>
        <pc:picChg chg="add mod">
          <ac:chgData name="Dragan Javorac" userId="913c2858-fb97-4c6e-a42c-b1f1a16b225e" providerId="ADAL" clId="{ACE6CA3D-330E-4295-A206-4945D564E420}" dt="2022-05-27T07:44:33.860" v="666" actId="1076"/>
          <ac:picMkLst>
            <pc:docMk/>
            <pc:sldMk cId="1299125544" sldId="292"/>
            <ac:picMk id="5" creationId="{DFD691D6-38FA-9AB6-570F-B863D4E09E45}"/>
          </ac:picMkLst>
        </pc:picChg>
        <pc:picChg chg="mod ord">
          <ac:chgData name="Dragan Javorac" userId="913c2858-fb97-4c6e-a42c-b1f1a16b225e" providerId="ADAL" clId="{ACE6CA3D-330E-4295-A206-4945D564E420}" dt="2022-05-27T07:44:38.828" v="667" actId="14100"/>
          <ac:picMkLst>
            <pc:docMk/>
            <pc:sldMk cId="1299125544" sldId="292"/>
            <ac:picMk id="7" creationId="{E51D6D48-B752-AA53-FAC3-7CAD0AFBCD54}"/>
          </ac:picMkLst>
        </pc:picChg>
        <pc:picChg chg="del">
          <ac:chgData name="Dragan Javorac" userId="913c2858-fb97-4c6e-a42c-b1f1a16b225e" providerId="ADAL" clId="{ACE6CA3D-330E-4295-A206-4945D564E420}" dt="2022-05-27T07:44:00.729" v="640" actId="478"/>
          <ac:picMkLst>
            <pc:docMk/>
            <pc:sldMk cId="1299125544" sldId="292"/>
            <ac:picMk id="9" creationId="{D29EBE2B-EDE0-6FBC-9CDF-4F414F74922F}"/>
          </ac:picMkLst>
        </pc:picChg>
      </pc:sldChg>
      <pc:sldChg chg="addSp delSp modSp add mod ord">
        <pc:chgData name="Dragan Javorac" userId="913c2858-fb97-4c6e-a42c-b1f1a16b225e" providerId="ADAL" clId="{ACE6CA3D-330E-4295-A206-4945D564E420}" dt="2022-05-27T07:53:33.168" v="884" actId="20577"/>
        <pc:sldMkLst>
          <pc:docMk/>
          <pc:sldMk cId="3254086114" sldId="293"/>
        </pc:sldMkLst>
        <pc:spChg chg="mod">
          <ac:chgData name="Dragan Javorac" userId="913c2858-fb97-4c6e-a42c-b1f1a16b225e" providerId="ADAL" clId="{ACE6CA3D-330E-4295-A206-4945D564E420}" dt="2022-05-27T07:47:06.681" v="701" actId="20577"/>
          <ac:spMkLst>
            <pc:docMk/>
            <pc:sldMk cId="3254086114" sldId="293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53:33.168" v="884" actId="20577"/>
          <ac:spMkLst>
            <pc:docMk/>
            <pc:sldMk cId="3254086114" sldId="293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ACE6CA3D-330E-4295-A206-4945D564E420}" dt="2022-05-27T07:49:43.581" v="741" actId="478"/>
          <ac:picMkLst>
            <pc:docMk/>
            <pc:sldMk cId="3254086114" sldId="293"/>
            <ac:picMk id="4" creationId="{7315C8A1-A6DD-D912-F436-49BFB55B4F4A}"/>
          </ac:picMkLst>
        </pc:picChg>
        <pc:picChg chg="del mod modCrop">
          <ac:chgData name="Dragan Javorac" userId="913c2858-fb97-4c6e-a42c-b1f1a16b225e" providerId="ADAL" clId="{ACE6CA3D-330E-4295-A206-4945D564E420}" dt="2022-05-27T07:49:57.150" v="747" actId="478"/>
          <ac:picMkLst>
            <pc:docMk/>
            <pc:sldMk cId="3254086114" sldId="293"/>
            <ac:picMk id="6" creationId="{D4424EFD-EC42-19C5-57A9-9E73ED5D9F02}"/>
          </ac:picMkLst>
        </pc:picChg>
        <pc:picChg chg="add mod modCrop">
          <ac:chgData name="Dragan Javorac" userId="913c2858-fb97-4c6e-a42c-b1f1a16b225e" providerId="ADAL" clId="{ACE6CA3D-330E-4295-A206-4945D564E420}" dt="2022-05-27T07:50:38.724" v="795" actId="1076"/>
          <ac:picMkLst>
            <pc:docMk/>
            <pc:sldMk cId="3254086114" sldId="293"/>
            <ac:picMk id="7" creationId="{55C69298-1C42-0CDB-920D-F7D978467DE1}"/>
          </ac:picMkLst>
        </pc:picChg>
      </pc:sldChg>
      <pc:sldChg chg="addSp delSp modSp add mod ord">
        <pc:chgData name="Dragan Javorac" userId="913c2858-fb97-4c6e-a42c-b1f1a16b225e" providerId="ADAL" clId="{ACE6CA3D-330E-4295-A206-4945D564E420}" dt="2022-05-27T08:02:28.128" v="1073"/>
        <pc:sldMkLst>
          <pc:docMk/>
          <pc:sldMk cId="2375117568" sldId="294"/>
        </pc:sldMkLst>
        <pc:spChg chg="mod">
          <ac:chgData name="Dragan Javorac" userId="913c2858-fb97-4c6e-a42c-b1f1a16b225e" providerId="ADAL" clId="{ACE6CA3D-330E-4295-A206-4945D564E420}" dt="2022-05-27T07:53:55.812" v="913" actId="20577"/>
          <ac:spMkLst>
            <pc:docMk/>
            <pc:sldMk cId="2375117568" sldId="294"/>
            <ac:spMk id="2" creationId="{F3046ACF-677C-4C47-B097-C82DB9EF99F7}"/>
          </ac:spMkLst>
        </pc:spChg>
        <pc:spChg chg="mod">
          <ac:chgData name="Dragan Javorac" userId="913c2858-fb97-4c6e-a42c-b1f1a16b225e" providerId="ADAL" clId="{ACE6CA3D-330E-4295-A206-4945D564E420}" dt="2022-05-27T07:57:43.178" v="1047" actId="12"/>
          <ac:spMkLst>
            <pc:docMk/>
            <pc:sldMk cId="2375117568" sldId="294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ACE6CA3D-330E-4295-A206-4945D564E420}" dt="2022-05-27T07:57:24.144" v="1040" actId="478"/>
          <ac:picMkLst>
            <pc:docMk/>
            <pc:sldMk cId="2375117568" sldId="294"/>
            <ac:picMk id="4" creationId="{E31AB839-C800-73CC-4611-6F479C26DE07}"/>
          </ac:picMkLst>
        </pc:picChg>
        <pc:picChg chg="add del mod">
          <ac:chgData name="Dragan Javorac" userId="913c2858-fb97-4c6e-a42c-b1f1a16b225e" providerId="ADAL" clId="{ACE6CA3D-330E-4295-A206-4945D564E420}" dt="2022-05-27T07:58:32.319" v="1048" actId="478"/>
          <ac:picMkLst>
            <pc:docMk/>
            <pc:sldMk cId="2375117568" sldId="294"/>
            <ac:picMk id="6" creationId="{7F6CEA03-5334-4392-FB83-115BA09E0443}"/>
          </ac:picMkLst>
        </pc:picChg>
        <pc:picChg chg="del">
          <ac:chgData name="Dragan Javorac" userId="913c2858-fb97-4c6e-a42c-b1f1a16b225e" providerId="ADAL" clId="{ACE6CA3D-330E-4295-A206-4945D564E420}" dt="2022-05-27T07:56:12.378" v="914" actId="478"/>
          <ac:picMkLst>
            <pc:docMk/>
            <pc:sldMk cId="2375117568" sldId="294"/>
            <ac:picMk id="7" creationId="{55C69298-1C42-0CDB-920D-F7D978467DE1}"/>
          </ac:picMkLst>
        </pc:picChg>
        <pc:picChg chg="add del mod">
          <ac:chgData name="Dragan Javorac" userId="913c2858-fb97-4c6e-a42c-b1f1a16b225e" providerId="ADAL" clId="{ACE6CA3D-330E-4295-A206-4945D564E420}" dt="2022-05-27T08:00:59.421" v="1066" actId="478"/>
          <ac:picMkLst>
            <pc:docMk/>
            <pc:sldMk cId="2375117568" sldId="294"/>
            <ac:picMk id="9" creationId="{C3704A5E-4B82-1551-AE57-D0793845A772}"/>
          </ac:picMkLst>
        </pc:picChg>
        <pc:picChg chg="add mod modCrop">
          <ac:chgData name="Dragan Javorac" userId="913c2858-fb97-4c6e-a42c-b1f1a16b225e" providerId="ADAL" clId="{ACE6CA3D-330E-4295-A206-4945D564E420}" dt="2022-05-27T08:00:21.157" v="1065" actId="1076"/>
          <ac:picMkLst>
            <pc:docMk/>
            <pc:sldMk cId="2375117568" sldId="294"/>
            <ac:picMk id="12" creationId="{DF3DAA6E-8F03-0F5D-40AD-DDA8208E3BC7}"/>
          </ac:picMkLst>
        </pc:picChg>
        <pc:picChg chg="add mod">
          <ac:chgData name="Dragan Javorac" userId="913c2858-fb97-4c6e-a42c-b1f1a16b225e" providerId="ADAL" clId="{ACE6CA3D-330E-4295-A206-4945D564E420}" dt="2022-05-27T08:01:06.414" v="1071" actId="1076"/>
          <ac:picMkLst>
            <pc:docMk/>
            <pc:sldMk cId="2375117568" sldId="294"/>
            <ac:picMk id="14" creationId="{33610922-D26D-486B-E160-8AC9C1ADC5D7}"/>
          </ac:picMkLst>
        </pc:picChg>
      </pc:sldChg>
    </pc:docChg>
  </pc:docChgLst>
  <pc:docChgLst>
    <pc:chgData name="Dragan Javorac" userId="913c2858-fb97-4c6e-a42c-b1f1a16b225e" providerId="ADAL" clId="{2694AD63-B106-4C34-BED0-D80E87BC381B}"/>
    <pc:docChg chg="undo custSel addSld delSld modSld">
      <pc:chgData name="Dragan Javorac" userId="913c2858-fb97-4c6e-a42c-b1f1a16b225e" providerId="ADAL" clId="{2694AD63-B106-4C34-BED0-D80E87BC381B}" dt="2024-11-19T11:57:42.393" v="85" actId="1076"/>
      <pc:docMkLst>
        <pc:docMk/>
      </pc:docMkLst>
      <pc:sldChg chg="del">
        <pc:chgData name="Dragan Javorac" userId="913c2858-fb97-4c6e-a42c-b1f1a16b225e" providerId="ADAL" clId="{2694AD63-B106-4C34-BED0-D80E87BC381B}" dt="2024-11-19T11:56:24.685" v="3" actId="47"/>
        <pc:sldMkLst>
          <pc:docMk/>
          <pc:sldMk cId="729763293" sldId="256"/>
        </pc:sldMkLst>
      </pc:sldChg>
      <pc:sldChg chg="del">
        <pc:chgData name="Dragan Javorac" userId="913c2858-fb97-4c6e-a42c-b1f1a16b225e" providerId="ADAL" clId="{2694AD63-B106-4C34-BED0-D80E87BC381B}" dt="2024-11-19T11:56:27.625" v="4" actId="47"/>
        <pc:sldMkLst>
          <pc:docMk/>
          <pc:sldMk cId="678353431" sldId="265"/>
        </pc:sldMkLst>
      </pc:sldChg>
      <pc:sldChg chg="del">
        <pc:chgData name="Dragan Javorac" userId="913c2858-fb97-4c6e-a42c-b1f1a16b225e" providerId="ADAL" clId="{2694AD63-B106-4C34-BED0-D80E87BC381B}" dt="2024-11-19T11:56:28.463" v="5" actId="47"/>
        <pc:sldMkLst>
          <pc:docMk/>
          <pc:sldMk cId="3271203707" sldId="288"/>
        </pc:sldMkLst>
      </pc:sldChg>
      <pc:sldChg chg="modSp mod">
        <pc:chgData name="Dragan Javorac" userId="913c2858-fb97-4c6e-a42c-b1f1a16b225e" providerId="ADAL" clId="{2694AD63-B106-4C34-BED0-D80E87BC381B}" dt="2024-11-19T11:57:08.593" v="57" actId="20577"/>
        <pc:sldMkLst>
          <pc:docMk/>
          <pc:sldMk cId="1430596127" sldId="295"/>
        </pc:sldMkLst>
        <pc:spChg chg="mod">
          <ac:chgData name="Dragan Javorac" userId="913c2858-fb97-4c6e-a42c-b1f1a16b225e" providerId="ADAL" clId="{2694AD63-B106-4C34-BED0-D80E87BC381B}" dt="2024-11-19T11:56:48.458" v="9" actId="20577"/>
          <ac:spMkLst>
            <pc:docMk/>
            <pc:sldMk cId="1430596127" sldId="295"/>
            <ac:spMk id="2" creationId="{F3046ACF-677C-4C47-B097-C82DB9EF99F7}"/>
          </ac:spMkLst>
        </pc:spChg>
        <pc:spChg chg="mod">
          <ac:chgData name="Dragan Javorac" userId="913c2858-fb97-4c6e-a42c-b1f1a16b225e" providerId="ADAL" clId="{2694AD63-B106-4C34-BED0-D80E87BC381B}" dt="2024-11-19T11:57:08.593" v="57" actId="20577"/>
          <ac:spMkLst>
            <pc:docMk/>
            <pc:sldMk cId="1430596127" sldId="295"/>
            <ac:spMk id="10" creationId="{FB5033DF-5706-B77A-AC84-571C0415A371}"/>
          </ac:spMkLst>
        </pc:spChg>
      </pc:sldChg>
      <pc:sldChg chg="addSp delSp modSp mod">
        <pc:chgData name="Dragan Javorac" userId="913c2858-fb97-4c6e-a42c-b1f1a16b225e" providerId="ADAL" clId="{2694AD63-B106-4C34-BED0-D80E87BC381B}" dt="2024-11-19T11:57:42.393" v="85" actId="1076"/>
        <pc:sldMkLst>
          <pc:docMk/>
          <pc:sldMk cId="3690490524" sldId="296"/>
        </pc:sldMkLst>
        <pc:spChg chg="mod">
          <ac:chgData name="Dragan Javorac" userId="913c2858-fb97-4c6e-a42c-b1f1a16b225e" providerId="ADAL" clId="{2694AD63-B106-4C34-BED0-D80E87BC381B}" dt="2024-11-19T11:57:40.773" v="84" actId="20577"/>
          <ac:spMkLst>
            <pc:docMk/>
            <pc:sldMk cId="3690490524" sldId="296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2694AD63-B106-4C34-BED0-D80E87BC381B}" dt="2024-11-19T11:57:42.393" v="85" actId="1076"/>
          <ac:picMkLst>
            <pc:docMk/>
            <pc:sldMk cId="3690490524" sldId="296"/>
            <ac:picMk id="4" creationId="{AF056DE8-8C26-99BF-0D3E-1865957B75B3}"/>
          </ac:picMkLst>
        </pc:picChg>
        <pc:picChg chg="del">
          <ac:chgData name="Dragan Javorac" userId="913c2858-fb97-4c6e-a42c-b1f1a16b225e" providerId="ADAL" clId="{2694AD63-B106-4C34-BED0-D80E87BC381B}" dt="2024-11-19T11:57:26.144" v="58" actId="478"/>
          <ac:picMkLst>
            <pc:docMk/>
            <pc:sldMk cId="3690490524" sldId="296"/>
            <ac:picMk id="5" creationId="{2C2374C5-B1DA-3537-3F84-31DF591ED81B}"/>
          </ac:picMkLst>
        </pc:picChg>
      </pc:sldChg>
      <pc:sldChg chg="modSp add mod">
        <pc:chgData name="Dragan Javorac" userId="913c2858-fb97-4c6e-a42c-b1f1a16b225e" providerId="ADAL" clId="{2694AD63-B106-4C34-BED0-D80E87BC381B}" dt="2024-11-19T11:56:22.982" v="2" actId="27636"/>
        <pc:sldMkLst>
          <pc:docMk/>
          <pc:sldMk cId="3820640302" sldId="298"/>
        </pc:sldMkLst>
        <pc:spChg chg="mod">
          <ac:chgData name="Dragan Javorac" userId="913c2858-fb97-4c6e-a42c-b1f1a16b225e" providerId="ADAL" clId="{2694AD63-B106-4C34-BED0-D80E87BC381B}" dt="2024-11-19T11:56:22.982" v="2" actId="27636"/>
          <ac:spMkLst>
            <pc:docMk/>
            <pc:sldMk cId="3820640302" sldId="298"/>
            <ac:spMk id="3" creationId="{14399728-9CFD-4345-B7B5-5B803A05E807}"/>
          </ac:spMkLst>
        </pc:spChg>
      </pc:sldChg>
    </pc:docChg>
  </pc:docChgLst>
  <pc:docChgLst>
    <pc:chgData name="Dragan Javorac" userId="913c2858-fb97-4c6e-a42c-b1f1a16b225e" providerId="ADAL" clId="{5058413D-C0B2-41D4-AD82-1022676956A8}"/>
    <pc:docChg chg="custSel addSld delSld modSld">
      <pc:chgData name="Dragan Javorac" userId="913c2858-fb97-4c6e-a42c-b1f1a16b225e" providerId="ADAL" clId="{5058413D-C0B2-41D4-AD82-1022676956A8}" dt="2023-05-11T09:00:20.528" v="538" actId="1076"/>
      <pc:docMkLst>
        <pc:docMk/>
      </pc:docMkLst>
      <pc:sldChg chg="modSp mod">
        <pc:chgData name="Dragan Javorac" userId="913c2858-fb97-4c6e-a42c-b1f1a16b225e" providerId="ADAL" clId="{5058413D-C0B2-41D4-AD82-1022676956A8}" dt="2023-05-11T07:51:14.240" v="32" actId="20577"/>
        <pc:sldMkLst>
          <pc:docMk/>
          <pc:sldMk cId="729763293" sldId="256"/>
        </pc:sldMkLst>
        <pc:spChg chg="mod">
          <ac:chgData name="Dragan Javorac" userId="913c2858-fb97-4c6e-a42c-b1f1a16b225e" providerId="ADAL" clId="{5058413D-C0B2-41D4-AD82-1022676956A8}" dt="2023-05-11T07:51:14.240" v="32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addSp modSp mod">
        <pc:chgData name="Dragan Javorac" userId="913c2858-fb97-4c6e-a42c-b1f1a16b225e" providerId="ADAL" clId="{5058413D-C0B2-41D4-AD82-1022676956A8}" dt="2023-05-11T07:51:04.046" v="4" actId="14100"/>
        <pc:sldMkLst>
          <pc:docMk/>
          <pc:sldMk cId="678353431" sldId="265"/>
        </pc:sldMkLst>
        <pc:spChg chg="mod">
          <ac:chgData name="Dragan Javorac" userId="913c2858-fb97-4c6e-a42c-b1f1a16b225e" providerId="ADAL" clId="{5058413D-C0B2-41D4-AD82-1022676956A8}" dt="2023-05-11T07:50:44.362" v="1" actId="6549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1:04.046" v="4" actId="14100"/>
          <ac:spMkLst>
            <pc:docMk/>
            <pc:sldMk cId="678353431" sldId="26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5058413D-C0B2-41D4-AD82-1022676956A8}" dt="2023-05-11T07:50:50.957" v="2"/>
          <ac:picMkLst>
            <pc:docMk/>
            <pc:sldMk cId="678353431" sldId="265"/>
            <ac:picMk id="4" creationId="{EEEAC796-F886-A242-28A9-A974BFCA3DD5}"/>
          </ac:picMkLst>
        </pc:picChg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4018253664" sldId="280"/>
        </pc:sldMkLst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1880708128" sldId="286"/>
        </pc:sldMkLst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3939524031" sldId="287"/>
        </pc:sldMkLst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3709483990" sldId="288"/>
        </pc:sldMkLst>
      </pc:sldChg>
      <pc:sldChg chg="addSp delSp modSp mod modNotesTx">
        <pc:chgData name="Dragan Javorac" userId="913c2858-fb97-4c6e-a42c-b1f1a16b225e" providerId="ADAL" clId="{5058413D-C0B2-41D4-AD82-1022676956A8}" dt="2023-05-11T07:55:43.531" v="301" actId="20577"/>
        <pc:sldMkLst>
          <pc:docMk/>
          <pc:sldMk cId="1020491010" sldId="289"/>
        </pc:sldMkLst>
        <pc:spChg chg="mod">
          <ac:chgData name="Dragan Javorac" userId="913c2858-fb97-4c6e-a42c-b1f1a16b225e" providerId="ADAL" clId="{5058413D-C0B2-41D4-AD82-1022676956A8}" dt="2023-05-11T07:52:49.292" v="48" actId="20577"/>
          <ac:spMkLst>
            <pc:docMk/>
            <pc:sldMk cId="1020491010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5:02.398" v="144" actId="20577"/>
          <ac:spMkLst>
            <pc:docMk/>
            <pc:sldMk cId="1020491010" sldId="289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5058413D-C0B2-41D4-AD82-1022676956A8}" dt="2023-05-11T07:52:43.979" v="37" actId="1076"/>
          <ac:picMkLst>
            <pc:docMk/>
            <pc:sldMk cId="1020491010" sldId="289"/>
            <ac:picMk id="4" creationId="{EB1BBB15-0F58-CB9A-E1C8-F755D6DAD5B4}"/>
          </ac:picMkLst>
        </pc:picChg>
        <pc:picChg chg="del">
          <ac:chgData name="Dragan Javorac" userId="913c2858-fb97-4c6e-a42c-b1f1a16b225e" providerId="ADAL" clId="{5058413D-C0B2-41D4-AD82-1022676956A8}" dt="2023-05-11T07:52:39.939" v="33" actId="478"/>
          <ac:picMkLst>
            <pc:docMk/>
            <pc:sldMk cId="1020491010" sldId="289"/>
            <ac:picMk id="8" creationId="{33D0E9B6-CEA2-A557-E98E-FB1D23D151BC}"/>
          </ac:picMkLst>
        </pc:picChg>
      </pc:sldChg>
      <pc:sldChg chg="del">
        <pc:chgData name="Dragan Javorac" userId="913c2858-fb97-4c6e-a42c-b1f1a16b225e" providerId="ADAL" clId="{5058413D-C0B2-41D4-AD82-1022676956A8}" dt="2023-05-11T07:50:41.118" v="0" actId="47"/>
        <pc:sldMkLst>
          <pc:docMk/>
          <pc:sldMk cId="31089605" sldId="290"/>
        </pc:sldMkLst>
      </pc:sldChg>
      <pc:sldChg chg="addSp delSp modSp mod">
        <pc:chgData name="Dragan Javorac" userId="913c2858-fb97-4c6e-a42c-b1f1a16b225e" providerId="ADAL" clId="{5058413D-C0B2-41D4-AD82-1022676956A8}" dt="2023-05-11T07:56:19.294" v="333" actId="1076"/>
        <pc:sldMkLst>
          <pc:docMk/>
          <pc:sldMk cId="4078035940" sldId="291"/>
        </pc:sldMkLst>
        <pc:spChg chg="mod">
          <ac:chgData name="Dragan Javorac" userId="913c2858-fb97-4c6e-a42c-b1f1a16b225e" providerId="ADAL" clId="{5058413D-C0B2-41D4-AD82-1022676956A8}" dt="2023-05-11T07:56:06.672" v="330" actId="6549"/>
          <ac:spMkLst>
            <pc:docMk/>
            <pc:sldMk cId="4078035940" sldId="291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5058413D-C0B2-41D4-AD82-1022676956A8}" dt="2023-05-11T07:55:52.961" v="307" actId="1076"/>
          <ac:picMkLst>
            <pc:docMk/>
            <pc:sldMk cId="4078035940" sldId="291"/>
            <ac:picMk id="4" creationId="{51F26349-4CCE-CF89-9F46-0B7CD5ABE516}"/>
          </ac:picMkLst>
        </pc:picChg>
        <pc:picChg chg="add mod">
          <ac:chgData name="Dragan Javorac" userId="913c2858-fb97-4c6e-a42c-b1f1a16b225e" providerId="ADAL" clId="{5058413D-C0B2-41D4-AD82-1022676956A8}" dt="2023-05-11T07:56:19.294" v="333" actId="1076"/>
          <ac:picMkLst>
            <pc:docMk/>
            <pc:sldMk cId="4078035940" sldId="291"/>
            <ac:picMk id="5" creationId="{F4380EF8-6B7D-F22E-1FD0-49F0FB66787A}"/>
          </ac:picMkLst>
        </pc:picChg>
        <pc:picChg chg="del mod">
          <ac:chgData name="Dragan Javorac" userId="913c2858-fb97-4c6e-a42c-b1f1a16b225e" providerId="ADAL" clId="{5058413D-C0B2-41D4-AD82-1022676956A8}" dt="2023-05-11T07:56:17.717" v="331" actId="478"/>
          <ac:picMkLst>
            <pc:docMk/>
            <pc:sldMk cId="4078035940" sldId="291"/>
            <ac:picMk id="9" creationId="{D29EBE2B-EDE0-6FBC-9CDF-4F414F74922F}"/>
          </ac:picMkLst>
        </pc:picChg>
      </pc:sldChg>
      <pc:sldChg chg="del">
        <pc:chgData name="Dragan Javorac" userId="913c2858-fb97-4c6e-a42c-b1f1a16b225e" providerId="ADAL" clId="{5058413D-C0B2-41D4-AD82-1022676956A8}" dt="2023-05-11T07:56:20.718" v="334" actId="47"/>
        <pc:sldMkLst>
          <pc:docMk/>
          <pc:sldMk cId="1299125544" sldId="292"/>
        </pc:sldMkLst>
      </pc:sldChg>
      <pc:sldChg chg="modSp mod">
        <pc:chgData name="Dragan Javorac" userId="913c2858-fb97-4c6e-a42c-b1f1a16b225e" providerId="ADAL" clId="{5058413D-C0B2-41D4-AD82-1022676956A8}" dt="2023-05-11T07:59:23.673" v="528" actId="20577"/>
        <pc:sldMkLst>
          <pc:docMk/>
          <pc:sldMk cId="3254086114" sldId="293"/>
        </pc:sldMkLst>
        <pc:spChg chg="mod">
          <ac:chgData name="Dragan Javorac" userId="913c2858-fb97-4c6e-a42c-b1f1a16b225e" providerId="ADAL" clId="{5058413D-C0B2-41D4-AD82-1022676956A8}" dt="2023-05-11T07:59:23.673" v="528" actId="20577"/>
          <ac:spMkLst>
            <pc:docMk/>
            <pc:sldMk cId="3254086114" sldId="293"/>
            <ac:spMk id="2" creationId="{F3046ACF-677C-4C47-B097-C82DB9EF99F7}"/>
          </ac:spMkLst>
        </pc:spChg>
      </pc:sldChg>
      <pc:sldChg chg="addSp delSp modSp add mod">
        <pc:chgData name="Dragan Javorac" userId="913c2858-fb97-4c6e-a42c-b1f1a16b225e" providerId="ADAL" clId="{5058413D-C0B2-41D4-AD82-1022676956A8}" dt="2023-05-11T07:59:11.141" v="509" actId="20577"/>
        <pc:sldMkLst>
          <pc:docMk/>
          <pc:sldMk cId="1474805410" sldId="294"/>
        </pc:sldMkLst>
        <pc:spChg chg="mod">
          <ac:chgData name="Dragan Javorac" userId="913c2858-fb97-4c6e-a42c-b1f1a16b225e" providerId="ADAL" clId="{5058413D-C0B2-41D4-AD82-1022676956A8}" dt="2023-05-11T07:59:11.141" v="509" actId="20577"/>
          <ac:spMkLst>
            <pc:docMk/>
            <pc:sldMk cId="1474805410" sldId="294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9:06.900" v="503" actId="20577"/>
          <ac:spMkLst>
            <pc:docMk/>
            <pc:sldMk cId="1474805410" sldId="294"/>
            <ac:spMk id="10" creationId="{FB5033DF-5706-B77A-AC84-571C0415A371}"/>
          </ac:spMkLst>
        </pc:spChg>
        <pc:picChg chg="del">
          <ac:chgData name="Dragan Javorac" userId="913c2858-fb97-4c6e-a42c-b1f1a16b225e" providerId="ADAL" clId="{5058413D-C0B2-41D4-AD82-1022676956A8}" dt="2023-05-11T07:57:06.087" v="337" actId="478"/>
          <ac:picMkLst>
            <pc:docMk/>
            <pc:sldMk cId="1474805410" sldId="294"/>
            <ac:picMk id="4" creationId="{51F26349-4CCE-CF89-9F46-0B7CD5ABE516}"/>
          </ac:picMkLst>
        </pc:picChg>
        <pc:picChg chg="del">
          <ac:chgData name="Dragan Javorac" userId="913c2858-fb97-4c6e-a42c-b1f1a16b225e" providerId="ADAL" clId="{5058413D-C0B2-41D4-AD82-1022676956A8}" dt="2023-05-11T07:59:08.636" v="504" actId="478"/>
          <ac:picMkLst>
            <pc:docMk/>
            <pc:sldMk cId="1474805410" sldId="294"/>
            <ac:picMk id="5" creationId="{F4380EF8-6B7D-F22E-1FD0-49F0FB66787A}"/>
          </ac:picMkLst>
        </pc:picChg>
        <pc:picChg chg="add del mod">
          <ac:chgData name="Dragan Javorac" userId="913c2858-fb97-4c6e-a42c-b1f1a16b225e" providerId="ADAL" clId="{5058413D-C0B2-41D4-AD82-1022676956A8}" dt="2023-05-11T07:59:09.075" v="505" actId="478"/>
          <ac:picMkLst>
            <pc:docMk/>
            <pc:sldMk cId="1474805410" sldId="294"/>
            <ac:picMk id="6" creationId="{FC34DDA0-82D5-F2F9-A208-A8EE70707B74}"/>
          </ac:picMkLst>
        </pc:picChg>
      </pc:sldChg>
      <pc:sldChg chg="del">
        <pc:chgData name="Dragan Javorac" userId="913c2858-fb97-4c6e-a42c-b1f1a16b225e" providerId="ADAL" clId="{5058413D-C0B2-41D4-AD82-1022676956A8}" dt="2023-05-11T07:53:06.447" v="77" actId="47"/>
        <pc:sldMkLst>
          <pc:docMk/>
          <pc:sldMk cId="2375117568" sldId="294"/>
        </pc:sldMkLst>
      </pc:sldChg>
      <pc:sldChg chg="delSp modSp add mod">
        <pc:chgData name="Dragan Javorac" userId="913c2858-fb97-4c6e-a42c-b1f1a16b225e" providerId="ADAL" clId="{5058413D-C0B2-41D4-AD82-1022676956A8}" dt="2023-05-11T07:57:41.484" v="365" actId="20577"/>
        <pc:sldMkLst>
          <pc:docMk/>
          <pc:sldMk cId="1430596127" sldId="295"/>
        </pc:sldMkLst>
        <pc:spChg chg="mod">
          <ac:chgData name="Dragan Javorac" userId="913c2858-fb97-4c6e-a42c-b1f1a16b225e" providerId="ADAL" clId="{5058413D-C0B2-41D4-AD82-1022676956A8}" dt="2023-05-11T07:57:32.340" v="351" actId="20577"/>
          <ac:spMkLst>
            <pc:docMk/>
            <pc:sldMk cId="1430596127" sldId="295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7:41.484" v="365" actId="20577"/>
          <ac:spMkLst>
            <pc:docMk/>
            <pc:sldMk cId="1430596127" sldId="295"/>
            <ac:spMk id="10" creationId="{FB5033DF-5706-B77A-AC84-571C0415A371}"/>
          </ac:spMkLst>
        </pc:spChg>
        <pc:picChg chg="del">
          <ac:chgData name="Dragan Javorac" userId="913c2858-fb97-4c6e-a42c-b1f1a16b225e" providerId="ADAL" clId="{5058413D-C0B2-41D4-AD82-1022676956A8}" dt="2023-05-11T07:57:38.176" v="352" actId="478"/>
          <ac:picMkLst>
            <pc:docMk/>
            <pc:sldMk cId="1430596127" sldId="295"/>
            <ac:picMk id="7" creationId="{55C69298-1C42-0CDB-920D-F7D978467DE1}"/>
          </ac:picMkLst>
        </pc:picChg>
      </pc:sldChg>
      <pc:sldChg chg="addSp modSp add mod">
        <pc:chgData name="Dragan Javorac" userId="913c2858-fb97-4c6e-a42c-b1f1a16b225e" providerId="ADAL" clId="{5058413D-C0B2-41D4-AD82-1022676956A8}" dt="2023-05-11T07:58:25.299" v="476" actId="1076"/>
        <pc:sldMkLst>
          <pc:docMk/>
          <pc:sldMk cId="3690490524" sldId="296"/>
        </pc:sldMkLst>
        <pc:spChg chg="mod">
          <ac:chgData name="Dragan Javorac" userId="913c2858-fb97-4c6e-a42c-b1f1a16b225e" providerId="ADAL" clId="{5058413D-C0B2-41D4-AD82-1022676956A8}" dt="2023-05-11T07:57:46.198" v="373" actId="20577"/>
          <ac:spMkLst>
            <pc:docMk/>
            <pc:sldMk cId="3690490524" sldId="296"/>
            <ac:spMk id="2" creationId="{F3046ACF-677C-4C47-B097-C82DB9EF99F7}"/>
          </ac:spMkLst>
        </pc:spChg>
        <pc:spChg chg="mod">
          <ac:chgData name="Dragan Javorac" userId="913c2858-fb97-4c6e-a42c-b1f1a16b225e" providerId="ADAL" clId="{5058413D-C0B2-41D4-AD82-1022676956A8}" dt="2023-05-11T07:58:21.041" v="472" actId="20577"/>
          <ac:spMkLst>
            <pc:docMk/>
            <pc:sldMk cId="3690490524" sldId="296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5058413D-C0B2-41D4-AD82-1022676956A8}" dt="2023-05-11T07:58:25.299" v="476" actId="1076"/>
          <ac:picMkLst>
            <pc:docMk/>
            <pc:sldMk cId="3690490524" sldId="296"/>
            <ac:picMk id="4" creationId="{40897AE6-16EF-C2A3-257D-83A1402AF166}"/>
          </ac:picMkLst>
        </pc:picChg>
      </pc:sldChg>
      <pc:sldChg chg="addSp delSp modSp add mod">
        <pc:chgData name="Dragan Javorac" userId="913c2858-fb97-4c6e-a42c-b1f1a16b225e" providerId="ADAL" clId="{5058413D-C0B2-41D4-AD82-1022676956A8}" dt="2023-05-11T09:00:20.528" v="538" actId="1076"/>
        <pc:sldMkLst>
          <pc:docMk/>
          <pc:sldMk cId="2249999901" sldId="297"/>
        </pc:sldMkLst>
        <pc:spChg chg="mod">
          <ac:chgData name="Dragan Javorac" userId="913c2858-fb97-4c6e-a42c-b1f1a16b225e" providerId="ADAL" clId="{5058413D-C0B2-41D4-AD82-1022676956A8}" dt="2023-05-11T09:00:11.525" v="535" actId="20577"/>
          <ac:spMkLst>
            <pc:docMk/>
            <pc:sldMk cId="2249999901" sldId="297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5058413D-C0B2-41D4-AD82-1022676956A8}" dt="2023-05-11T09:00:19.077" v="537" actId="478"/>
          <ac:spMkLst>
            <pc:docMk/>
            <pc:sldMk cId="2249999901" sldId="297"/>
            <ac:spMk id="6" creationId="{536CE14F-E38B-9E2F-96E0-BFEFDA813127}"/>
          </ac:spMkLst>
        </pc:spChg>
        <pc:spChg chg="del">
          <ac:chgData name="Dragan Javorac" userId="913c2858-fb97-4c6e-a42c-b1f1a16b225e" providerId="ADAL" clId="{5058413D-C0B2-41D4-AD82-1022676956A8}" dt="2023-05-11T09:00:16.979" v="536" actId="478"/>
          <ac:spMkLst>
            <pc:docMk/>
            <pc:sldMk cId="2249999901" sldId="297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5058413D-C0B2-41D4-AD82-1022676956A8}" dt="2023-05-11T09:00:20.528" v="538" actId="1076"/>
          <ac:picMkLst>
            <pc:docMk/>
            <pc:sldMk cId="2249999901" sldId="297"/>
            <ac:picMk id="4" creationId="{7F2A5B03-EBCB-7A1A-FC6B-C8CD4EFC55A7}"/>
          </ac:picMkLst>
        </pc:picChg>
        <pc:picChg chg="del">
          <ac:chgData name="Dragan Javorac" userId="913c2858-fb97-4c6e-a42c-b1f1a16b225e" providerId="ADAL" clId="{5058413D-C0B2-41D4-AD82-1022676956A8}" dt="2023-05-11T08:00:51.643" v="530" actId="478"/>
          <ac:picMkLst>
            <pc:docMk/>
            <pc:sldMk cId="2249999901" sldId="297"/>
            <ac:picMk id="7" creationId="{55C69298-1C42-0CDB-920D-F7D978467DE1}"/>
          </ac:picMkLst>
        </pc:picChg>
      </pc:sldChg>
    </pc:docChg>
  </pc:docChgLst>
  <pc:docChgLst>
    <pc:chgData name="Dragan Javorac" userId="913c2858-fb97-4c6e-a42c-b1f1a16b225e" providerId="ADAL" clId="{60FD26E7-5DE1-4B4A-A830-D724793D68AC}"/>
    <pc:docChg chg="undo custSel addSld delSld modSld sldOrd">
      <pc:chgData name="Dragan Javorac" userId="913c2858-fb97-4c6e-a42c-b1f1a16b225e" providerId="ADAL" clId="{60FD26E7-5DE1-4B4A-A830-D724793D68AC}" dt="2022-05-24T09:58:09.703" v="3475" actId="20577"/>
      <pc:docMkLst>
        <pc:docMk/>
      </pc:docMkLst>
      <pc:sldChg chg="modSp mod">
        <pc:chgData name="Dragan Javorac" userId="913c2858-fb97-4c6e-a42c-b1f1a16b225e" providerId="ADAL" clId="{60FD26E7-5DE1-4B4A-A830-D724793D68AC}" dt="2022-05-23T06:10:33.427" v="3456" actId="27636"/>
        <pc:sldMkLst>
          <pc:docMk/>
          <pc:sldMk cId="267494202" sldId="260"/>
        </pc:sldMkLst>
        <pc:spChg chg="mod">
          <ac:chgData name="Dragan Javorac" userId="913c2858-fb97-4c6e-a42c-b1f1a16b225e" providerId="ADAL" clId="{60FD26E7-5DE1-4B4A-A830-D724793D68AC}" dt="2022-05-15T06:51:15.991" v="832" actId="6549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0:33.427" v="3456" actId="27636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mod">
        <pc:chgData name="Dragan Javorac" userId="913c2858-fb97-4c6e-a42c-b1f1a16b225e" providerId="ADAL" clId="{60FD26E7-5DE1-4B4A-A830-D724793D68AC}" dt="2022-05-12T11:48:26.912" v="391" actId="478"/>
        <pc:sldMkLst>
          <pc:docMk/>
          <pc:sldMk cId="678353431" sldId="265"/>
        </pc:sldMkLst>
        <pc:spChg chg="mod">
          <ac:chgData name="Dragan Javorac" userId="913c2858-fb97-4c6e-a42c-b1f1a16b225e" providerId="ADAL" clId="{60FD26E7-5DE1-4B4A-A830-D724793D68AC}" dt="2022-05-12T11:44:39.802" v="0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2T11:45:07.439" v="119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2T11:45:18.022" v="132" actId="478"/>
          <ac:picMkLst>
            <pc:docMk/>
            <pc:sldMk cId="678353431" sldId="265"/>
            <ac:picMk id="5" creationId="{9217EF02-164C-6A9C-1FA4-A03B40835D25}"/>
          </ac:picMkLst>
        </pc:picChg>
        <pc:picChg chg="add del mod">
          <ac:chgData name="Dragan Javorac" userId="913c2858-fb97-4c6e-a42c-b1f1a16b225e" providerId="ADAL" clId="{60FD26E7-5DE1-4B4A-A830-D724793D68AC}" dt="2022-05-12T11:48:26.912" v="391" actId="478"/>
          <ac:picMkLst>
            <pc:docMk/>
            <pc:sldMk cId="678353431" sldId="265"/>
            <ac:picMk id="6" creationId="{45E1EE70-173C-5B1A-4729-C6743FA89DFB}"/>
          </ac:picMkLst>
        </pc:picChg>
        <pc:picChg chg="add mod">
          <ac:chgData name="Dragan Javorac" userId="913c2858-fb97-4c6e-a42c-b1f1a16b225e" providerId="ADAL" clId="{60FD26E7-5DE1-4B4A-A830-D724793D68AC}" dt="2022-05-12T11:48:24.270" v="389" actId="1076"/>
          <ac:picMkLst>
            <pc:docMk/>
            <pc:sldMk cId="678353431" sldId="265"/>
            <ac:picMk id="7" creationId="{E7BC6891-AFE5-919B-0CB7-18AA2C0EB3CC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2010496712" sldId="267"/>
        </pc:sldMkLst>
      </pc:sldChg>
      <pc:sldChg chg="addSp delSp modSp mod">
        <pc:chgData name="Dragan Javorac" userId="913c2858-fb97-4c6e-a42c-b1f1a16b225e" providerId="ADAL" clId="{60FD26E7-5DE1-4B4A-A830-D724793D68AC}" dt="2022-05-12T11:48:40.387" v="394" actId="1076"/>
        <pc:sldMkLst>
          <pc:docMk/>
          <pc:sldMk cId="384059242" sldId="270"/>
        </pc:sldMkLst>
        <pc:spChg chg="mod">
          <ac:chgData name="Dragan Javorac" userId="913c2858-fb97-4c6e-a42c-b1f1a16b225e" providerId="ADAL" clId="{60FD26E7-5DE1-4B4A-A830-D724793D68AC}" dt="2022-05-12T11:46:32.020" v="385" actId="20577"/>
          <ac:spMkLst>
            <pc:docMk/>
            <pc:sldMk cId="384059242" sldId="270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60FD26E7-5DE1-4B4A-A830-D724793D68AC}" dt="2022-05-12T11:48:29.330" v="392" actId="478"/>
          <ac:picMkLst>
            <pc:docMk/>
            <pc:sldMk cId="384059242" sldId="270"/>
            <ac:picMk id="4" creationId="{428C9801-02B4-E358-996D-A8BEF06AC656}"/>
          </ac:picMkLst>
        </pc:picChg>
        <pc:picChg chg="del">
          <ac:chgData name="Dragan Javorac" userId="913c2858-fb97-4c6e-a42c-b1f1a16b225e" providerId="ADAL" clId="{60FD26E7-5DE1-4B4A-A830-D724793D68AC}" dt="2022-05-12T11:45:16.559" v="131" actId="478"/>
          <ac:picMkLst>
            <pc:docMk/>
            <pc:sldMk cId="384059242" sldId="270"/>
            <ac:picMk id="5" creationId="{E42EB782-AD05-4A92-8CBB-B918CC17AFB0}"/>
          </ac:picMkLst>
        </pc:picChg>
        <pc:picChg chg="add mod">
          <ac:chgData name="Dragan Javorac" userId="913c2858-fb97-4c6e-a42c-b1f1a16b225e" providerId="ADAL" clId="{60FD26E7-5DE1-4B4A-A830-D724793D68AC}" dt="2022-05-12T11:48:40.387" v="394" actId="1076"/>
          <ac:picMkLst>
            <pc:docMk/>
            <pc:sldMk cId="384059242" sldId="270"/>
            <ac:picMk id="6" creationId="{6C4D5AB1-4014-F469-CF47-C1FDA859F46E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4082708953" sldId="271"/>
        </pc:sldMkLst>
      </pc:sldChg>
      <pc:sldChg chg="del">
        <pc:chgData name="Dragan Javorac" userId="913c2858-fb97-4c6e-a42c-b1f1a16b225e" providerId="ADAL" clId="{60FD26E7-5DE1-4B4A-A830-D724793D68AC}" dt="2022-05-12T11:50:21.617" v="419" actId="47"/>
        <pc:sldMkLst>
          <pc:docMk/>
          <pc:sldMk cId="1681488424" sldId="272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586748730" sldId="273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802576021" sldId="274"/>
        </pc:sldMkLst>
      </pc:sldChg>
      <pc:sldChg chg="del">
        <pc:chgData name="Dragan Javorac" userId="913c2858-fb97-4c6e-a42c-b1f1a16b225e" providerId="ADAL" clId="{60FD26E7-5DE1-4B4A-A830-D724793D68AC}" dt="2022-05-12T11:50:27.365" v="421" actId="47"/>
        <pc:sldMkLst>
          <pc:docMk/>
          <pc:sldMk cId="1125492090" sldId="275"/>
        </pc:sldMkLst>
      </pc:sldChg>
      <pc:sldChg chg="addSp delSp modSp add mod">
        <pc:chgData name="Dragan Javorac" userId="913c2858-fb97-4c6e-a42c-b1f1a16b225e" providerId="ADAL" clId="{60FD26E7-5DE1-4B4A-A830-D724793D68AC}" dt="2022-05-12T11:50:07.722" v="417" actId="1076"/>
        <pc:sldMkLst>
          <pc:docMk/>
          <pc:sldMk cId="2739902276" sldId="276"/>
        </pc:sldMkLst>
        <pc:spChg chg="mod">
          <ac:chgData name="Dragan Javorac" userId="913c2858-fb97-4c6e-a42c-b1f1a16b225e" providerId="ADAL" clId="{60FD26E7-5DE1-4B4A-A830-D724793D68AC}" dt="2022-05-12T11:49:03.056" v="414" actId="20577"/>
          <ac:spMkLst>
            <pc:docMk/>
            <pc:sldMk cId="2739902276" sldId="276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2T11:50:07.722" v="417" actId="1076"/>
          <ac:picMkLst>
            <pc:docMk/>
            <pc:sldMk cId="2739902276" sldId="276"/>
            <ac:picMk id="4" creationId="{7BB687DC-B596-5542-76DE-1C65AF01879D}"/>
          </ac:picMkLst>
        </pc:picChg>
        <pc:picChg chg="del">
          <ac:chgData name="Dragan Javorac" userId="913c2858-fb97-4c6e-a42c-b1f1a16b225e" providerId="ADAL" clId="{60FD26E7-5DE1-4B4A-A830-D724793D68AC}" dt="2022-05-12T11:50:06.044" v="416" actId="478"/>
          <ac:picMkLst>
            <pc:docMk/>
            <pc:sldMk cId="2739902276" sldId="276"/>
            <ac:picMk id="6" creationId="{6C4D5AB1-4014-F469-CF47-C1FDA859F46E}"/>
          </ac:picMkLst>
        </pc:picChg>
      </pc:sldChg>
      <pc:sldChg chg="addSp delSp modSp add del mod ord">
        <pc:chgData name="Dragan Javorac" userId="913c2858-fb97-4c6e-a42c-b1f1a16b225e" providerId="ADAL" clId="{60FD26E7-5DE1-4B4A-A830-D724793D68AC}" dt="2022-05-22T18:06:20.653" v="3401" actId="47"/>
        <pc:sldMkLst>
          <pc:docMk/>
          <pc:sldMk cId="1690484953" sldId="277"/>
        </pc:sldMkLst>
        <pc:spChg chg="mod">
          <ac:chgData name="Dragan Javorac" userId="913c2858-fb97-4c6e-a42c-b1f1a16b225e" providerId="ADAL" clId="{60FD26E7-5DE1-4B4A-A830-D724793D68AC}" dt="2022-05-13T08:28:09.599" v="625"/>
          <ac:spMkLst>
            <pc:docMk/>
            <pc:sldMk cId="1690484953" sldId="27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38:46.821" v="1449" actId="27636"/>
          <ac:spMkLst>
            <pc:docMk/>
            <pc:sldMk cId="1690484953" sldId="277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5T13:31:45.757" v="1269" actId="1076"/>
          <ac:picMkLst>
            <pc:docMk/>
            <pc:sldMk cId="1690484953" sldId="277"/>
            <ac:picMk id="5" creationId="{28423A5E-8689-B84C-FAB4-35D82ECE1C0A}"/>
          </ac:picMkLst>
        </pc:picChg>
        <pc:picChg chg="add del mod">
          <ac:chgData name="Dragan Javorac" userId="913c2858-fb97-4c6e-a42c-b1f1a16b225e" providerId="ADAL" clId="{60FD26E7-5DE1-4B4A-A830-D724793D68AC}" dt="2022-05-15T13:31:03.670" v="1264" actId="478"/>
          <ac:picMkLst>
            <pc:docMk/>
            <pc:sldMk cId="1690484953" sldId="277"/>
            <ac:picMk id="6" creationId="{35F90EF2-EF10-81AA-4032-99CF81FFACF7}"/>
          </ac:picMkLst>
        </pc:picChg>
        <pc:picChg chg="del">
          <ac:chgData name="Dragan Javorac" userId="913c2858-fb97-4c6e-a42c-b1f1a16b225e" providerId="ADAL" clId="{60FD26E7-5DE1-4B4A-A830-D724793D68AC}" dt="2022-05-13T08:23:58.396" v="593" actId="478"/>
          <ac:picMkLst>
            <pc:docMk/>
            <pc:sldMk cId="1690484953" sldId="277"/>
            <ac:picMk id="7" creationId="{E7BC6891-AFE5-919B-0CB7-18AA2C0EB3CC}"/>
          </ac:picMkLst>
        </pc:picChg>
        <pc:picChg chg="add mod">
          <ac:chgData name="Dragan Javorac" userId="913c2858-fb97-4c6e-a42c-b1f1a16b225e" providerId="ADAL" clId="{60FD26E7-5DE1-4B4A-A830-D724793D68AC}" dt="2022-05-15T13:31:35.944" v="1267" actId="27614"/>
          <ac:picMkLst>
            <pc:docMk/>
            <pc:sldMk cId="1690484953" sldId="277"/>
            <ac:picMk id="8" creationId="{E46F01A6-D72C-B10D-9555-631A2DAE849B}"/>
          </ac:picMkLst>
        </pc:picChg>
      </pc:sldChg>
      <pc:sldChg chg="modSp add mod">
        <pc:chgData name="Dragan Javorac" userId="913c2858-fb97-4c6e-a42c-b1f1a16b225e" providerId="ADAL" clId="{60FD26E7-5DE1-4B4A-A830-D724793D68AC}" dt="2022-05-17T08:41:43.730" v="1818" actId="27636"/>
        <pc:sldMkLst>
          <pc:docMk/>
          <pc:sldMk cId="2546539525" sldId="278"/>
        </pc:sldMkLst>
        <pc:spChg chg="mod">
          <ac:chgData name="Dragan Javorac" userId="913c2858-fb97-4c6e-a42c-b1f1a16b225e" providerId="ADAL" clId="{60FD26E7-5DE1-4B4A-A830-D724793D68AC}" dt="2022-05-17T08:41:43.730" v="1818" actId="27636"/>
          <ac:spMkLst>
            <pc:docMk/>
            <pc:sldMk cId="2546539525" sldId="278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60FD26E7-5DE1-4B4A-A830-D724793D68AC}" dt="2022-05-22T17:53:16.678" v="3003" actId="47"/>
        <pc:sldMkLst>
          <pc:docMk/>
          <pc:sldMk cId="1696777183" sldId="279"/>
        </pc:sldMkLst>
        <pc:spChg chg="mod">
          <ac:chgData name="Dragan Javorac" userId="913c2858-fb97-4c6e-a42c-b1f1a16b225e" providerId="ADAL" clId="{60FD26E7-5DE1-4B4A-A830-D724793D68AC}" dt="2022-05-22T17:35:11.209" v="2163" actId="20577"/>
          <ac:spMkLst>
            <pc:docMk/>
            <pc:sldMk cId="1696777183" sldId="27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06:52:30.681" v="863" actId="21"/>
          <ac:spMkLst>
            <pc:docMk/>
            <pc:sldMk cId="1696777183" sldId="279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5T06:52:27.706" v="862" actId="478"/>
          <ac:picMkLst>
            <pc:docMk/>
            <pc:sldMk cId="1696777183" sldId="279"/>
            <ac:picMk id="5" creationId="{28423A5E-8689-B84C-FAB4-35D82ECE1C0A}"/>
          </ac:picMkLst>
        </pc:picChg>
        <pc:picChg chg="add mod">
          <ac:chgData name="Dragan Javorac" userId="913c2858-fb97-4c6e-a42c-b1f1a16b225e" providerId="ADAL" clId="{60FD26E7-5DE1-4B4A-A830-D724793D68AC}" dt="2022-05-15T06:52:34.614" v="865" actId="1076"/>
          <ac:picMkLst>
            <pc:docMk/>
            <pc:sldMk cId="1696777183" sldId="279"/>
            <ac:picMk id="6" creationId="{7A4AC1AD-C972-4CE7-0737-1438753469B6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2T18:07:53.742" v="3433" actId="1037"/>
        <pc:sldMkLst>
          <pc:docMk/>
          <pc:sldMk cId="4018253664" sldId="280"/>
        </pc:sldMkLst>
        <pc:spChg chg="mod">
          <ac:chgData name="Dragan Javorac" userId="913c2858-fb97-4c6e-a42c-b1f1a16b225e" providerId="ADAL" clId="{60FD26E7-5DE1-4B4A-A830-D724793D68AC}" dt="2022-05-22T17:59:40.937" v="3144" actId="20577"/>
          <ac:spMkLst>
            <pc:docMk/>
            <pc:sldMk cId="4018253664" sldId="280"/>
            <ac:spMk id="2" creationId="{F3046ACF-677C-4C47-B097-C82DB9EF99F7}"/>
          </ac:spMkLst>
        </pc:spChg>
        <pc:spChg chg="del">
          <ac:chgData name="Dragan Javorac" userId="913c2858-fb97-4c6e-a42c-b1f1a16b225e" providerId="ADAL" clId="{60FD26E7-5DE1-4B4A-A830-D724793D68AC}" dt="2022-05-15T06:53:06.531" v="868"/>
          <ac:spMkLst>
            <pc:docMk/>
            <pc:sldMk cId="4018253664" sldId="280"/>
            <ac:spMk id="3" creationId="{9C1B0ED0-FD23-4DF4-8487-56E64A4517DA}"/>
          </ac:spMkLst>
        </pc:spChg>
        <pc:spChg chg="add mod">
          <ac:chgData name="Dragan Javorac" userId="913c2858-fb97-4c6e-a42c-b1f1a16b225e" providerId="ADAL" clId="{60FD26E7-5DE1-4B4A-A830-D724793D68AC}" dt="2022-05-22T18:01:05.067" v="3251" actId="20577"/>
          <ac:spMkLst>
            <pc:docMk/>
            <pc:sldMk cId="4018253664" sldId="280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06:57:28.679" v="871" actId="478"/>
          <ac:picMkLst>
            <pc:docMk/>
            <pc:sldMk cId="4018253664" sldId="280"/>
            <ac:picMk id="5" creationId="{B4B376CF-4A2C-FCF0-5644-EDBDD6A26494}"/>
          </ac:picMkLst>
        </pc:picChg>
        <pc:picChg chg="del">
          <ac:chgData name="Dragan Javorac" userId="913c2858-fb97-4c6e-a42c-b1f1a16b225e" providerId="ADAL" clId="{60FD26E7-5DE1-4B4A-A830-D724793D68AC}" dt="2022-05-15T06:53:06.129" v="867" actId="478"/>
          <ac:picMkLst>
            <pc:docMk/>
            <pc:sldMk cId="4018253664" sldId="280"/>
            <ac:picMk id="6" creationId="{7A4AC1AD-C972-4CE7-0737-1438753469B6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8" creationId="{1241EFE7-38B9-734F-D694-10EE483D3B4A}"/>
          </ac:picMkLst>
        </pc:picChg>
        <pc:picChg chg="add mod">
          <ac:chgData name="Dragan Javorac" userId="913c2858-fb97-4c6e-a42c-b1f1a16b225e" providerId="ADAL" clId="{60FD26E7-5DE1-4B4A-A830-D724793D68AC}" dt="2022-05-22T18:07:53.742" v="3433" actId="1037"/>
          <ac:picMkLst>
            <pc:docMk/>
            <pc:sldMk cId="4018253664" sldId="280"/>
            <ac:picMk id="12" creationId="{94B4A273-5CAF-A6AA-7BED-25BFE99EFE39}"/>
          </ac:picMkLst>
        </pc:picChg>
        <pc:picChg chg="add del mod">
          <ac:chgData name="Dragan Javorac" userId="913c2858-fb97-4c6e-a42c-b1f1a16b225e" providerId="ADAL" clId="{60FD26E7-5DE1-4B4A-A830-D724793D68AC}" dt="2022-05-15T07:00:19.129" v="1104" actId="478"/>
          <ac:picMkLst>
            <pc:docMk/>
            <pc:sldMk cId="4018253664" sldId="280"/>
            <ac:picMk id="14" creationId="{57FCB5AD-CA68-6778-447C-64825D555C3B}"/>
          </ac:picMkLst>
        </pc:picChg>
      </pc:sldChg>
      <pc:sldChg chg="add del">
        <pc:chgData name="Dragan Javorac" userId="913c2858-fb97-4c6e-a42c-b1f1a16b225e" providerId="ADAL" clId="{60FD26E7-5DE1-4B4A-A830-D724793D68AC}" dt="2022-05-15T07:00:25.353" v="1106" actId="2696"/>
        <pc:sldMkLst>
          <pc:docMk/>
          <pc:sldMk cId="2861790622" sldId="281"/>
        </pc:sldMkLst>
      </pc:sldChg>
      <pc:sldChg chg="addSp delSp modSp add mod">
        <pc:chgData name="Dragan Javorac" userId="913c2858-fb97-4c6e-a42c-b1f1a16b225e" providerId="ADAL" clId="{60FD26E7-5DE1-4B4A-A830-D724793D68AC}" dt="2022-05-22T18:07:46.973" v="3427" actId="1076"/>
        <pc:sldMkLst>
          <pc:docMk/>
          <pc:sldMk cId="1200983595" sldId="282"/>
        </pc:sldMkLst>
        <pc:spChg chg="mod">
          <ac:chgData name="Dragan Javorac" userId="913c2858-fb97-4c6e-a42c-b1f1a16b225e" providerId="ADAL" clId="{60FD26E7-5DE1-4B4A-A830-D724793D68AC}" dt="2022-05-22T17:59:44.126" v="3147" actId="6549"/>
          <ac:spMkLst>
            <pc:docMk/>
            <pc:sldMk cId="1200983595" sldId="282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9:56.990" v="3152" actId="14"/>
          <ac:spMkLst>
            <pc:docMk/>
            <pc:sldMk cId="1200983595" sldId="282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2T18:07:37.659" v="3422" actId="1076"/>
          <ac:picMkLst>
            <pc:docMk/>
            <pc:sldMk cId="1200983595" sldId="282"/>
            <ac:picMk id="4" creationId="{31C5B373-4DD2-FB98-93D2-3CB9A25F5DD9}"/>
          </ac:picMkLst>
        </pc:picChg>
        <pc:picChg chg="add mod modCrop">
          <ac:chgData name="Dragan Javorac" userId="913c2858-fb97-4c6e-a42c-b1f1a16b225e" providerId="ADAL" clId="{60FD26E7-5DE1-4B4A-A830-D724793D68AC}" dt="2022-05-22T18:07:46.973" v="3427" actId="1076"/>
          <ac:picMkLst>
            <pc:docMk/>
            <pc:sldMk cId="1200983595" sldId="282"/>
            <ac:picMk id="5" creationId="{4050817C-9A38-EDF9-234B-E712502C092A}"/>
          </ac:picMkLst>
        </pc:picChg>
        <pc:picChg chg="del">
          <ac:chgData name="Dragan Javorac" userId="913c2858-fb97-4c6e-a42c-b1f1a16b225e" providerId="ADAL" clId="{60FD26E7-5DE1-4B4A-A830-D724793D68AC}" dt="2022-05-15T06:59:16.606" v="879" actId="478"/>
          <ac:picMkLst>
            <pc:docMk/>
            <pc:sldMk cId="1200983595" sldId="282"/>
            <ac:picMk id="8" creationId="{1241EFE7-38B9-734F-D694-10EE483D3B4A}"/>
          </ac:picMkLst>
        </pc:picChg>
        <pc:picChg chg="del">
          <ac:chgData name="Dragan Javorac" userId="913c2858-fb97-4c6e-a42c-b1f1a16b225e" providerId="ADAL" clId="{60FD26E7-5DE1-4B4A-A830-D724793D68AC}" dt="2022-05-15T06:59:17.539" v="880" actId="478"/>
          <ac:picMkLst>
            <pc:docMk/>
            <pc:sldMk cId="1200983595" sldId="282"/>
            <ac:picMk id="12" creationId="{94B4A273-5CAF-A6AA-7BED-25BFE99EFE39}"/>
          </ac:picMkLst>
        </pc:picChg>
        <pc:picChg chg="del mod">
          <ac:chgData name="Dragan Javorac" userId="913c2858-fb97-4c6e-a42c-b1f1a16b225e" providerId="ADAL" clId="{60FD26E7-5DE1-4B4A-A830-D724793D68AC}" dt="2022-05-15T13:39:28.796" v="1450" actId="478"/>
          <ac:picMkLst>
            <pc:docMk/>
            <pc:sldMk cId="1200983595" sldId="282"/>
            <ac:picMk id="14" creationId="{57FCB5AD-CA68-6778-447C-64825D555C3B}"/>
          </ac:picMkLst>
        </pc:picChg>
      </pc:sldChg>
      <pc:sldChg chg="addSp delSp modSp add mod modNotesTx">
        <pc:chgData name="Dragan Javorac" userId="913c2858-fb97-4c6e-a42c-b1f1a16b225e" providerId="ADAL" clId="{60FD26E7-5DE1-4B4A-A830-D724793D68AC}" dt="2022-05-24T09:58:09.703" v="3475" actId="20577"/>
        <pc:sldMkLst>
          <pc:docMk/>
          <pc:sldMk cId="2385799803" sldId="283"/>
        </pc:sldMkLst>
        <pc:spChg chg="mod">
          <ac:chgData name="Dragan Javorac" userId="913c2858-fb97-4c6e-a42c-b1f1a16b225e" providerId="ADAL" clId="{60FD26E7-5DE1-4B4A-A830-D724793D68AC}" dt="2022-05-22T18:00:45.932" v="3230" actId="20577"/>
          <ac:spMkLst>
            <pc:docMk/>
            <pc:sldMk cId="2385799803" sldId="283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60FD26E7-5DE1-4B4A-A830-D724793D68AC}" dt="2022-05-15T13:38:13.403" v="1425" actId="478"/>
          <ac:spMkLst>
            <pc:docMk/>
            <pc:sldMk cId="2385799803" sldId="283"/>
            <ac:spMk id="7" creationId="{760F4800-AF3D-D639-D3F5-F16D31905C0F}"/>
          </ac:spMkLst>
        </pc:spChg>
        <pc:spChg chg="mod">
          <ac:chgData name="Dragan Javorac" userId="913c2858-fb97-4c6e-a42c-b1f1a16b225e" providerId="ADAL" clId="{60FD26E7-5DE1-4B4A-A830-D724793D68AC}" dt="2022-05-24T09:58:09.703" v="3475" actId="20577"/>
          <ac:spMkLst>
            <pc:docMk/>
            <pc:sldMk cId="2385799803" sldId="283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7:45:14.321" v="2679" actId="478"/>
          <ac:picMkLst>
            <pc:docMk/>
            <pc:sldMk cId="2385799803" sldId="283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5:58.077" v="2684" actId="478"/>
          <ac:picMkLst>
            <pc:docMk/>
            <pc:sldMk cId="2385799803" sldId="283"/>
            <ac:picMk id="5" creationId="{2997C795-BEE6-BC17-EC37-058E5DB1C9F6}"/>
          </ac:picMkLst>
        </pc:picChg>
        <pc:picChg chg="add del mod">
          <ac:chgData name="Dragan Javorac" userId="913c2858-fb97-4c6e-a42c-b1f1a16b225e" providerId="ADAL" clId="{60FD26E7-5DE1-4B4A-A830-D724793D68AC}" dt="2022-05-22T17:46:36.462" v="2691" actId="478"/>
          <ac:picMkLst>
            <pc:docMk/>
            <pc:sldMk cId="2385799803" sldId="283"/>
            <ac:picMk id="7" creationId="{94D04FF7-465D-E429-AC82-2EF42744CBEB}"/>
          </ac:picMkLst>
        </pc:picChg>
        <pc:picChg chg="add mod">
          <ac:chgData name="Dragan Javorac" userId="913c2858-fb97-4c6e-a42c-b1f1a16b225e" providerId="ADAL" clId="{60FD26E7-5DE1-4B4A-A830-D724793D68AC}" dt="2022-05-22T18:07:57.526" v="3434" actId="1076"/>
          <ac:picMkLst>
            <pc:docMk/>
            <pc:sldMk cId="2385799803" sldId="283"/>
            <ac:picMk id="9" creationId="{DC467F40-8574-E94E-2B32-3F005489848F}"/>
          </ac:picMkLst>
        </pc:picChg>
        <pc:picChg chg="add del mod">
          <ac:chgData name="Dragan Javorac" userId="913c2858-fb97-4c6e-a42c-b1f1a16b225e" providerId="ADAL" clId="{60FD26E7-5DE1-4B4A-A830-D724793D68AC}" dt="2022-05-22T17:59:04.928" v="3132"/>
          <ac:picMkLst>
            <pc:docMk/>
            <pc:sldMk cId="2385799803" sldId="283"/>
            <ac:picMk id="11" creationId="{BBD60226-4C9E-4619-1476-6990C147B45C}"/>
          </ac:picMkLst>
        </pc:picChg>
        <pc:picChg chg="del">
          <ac:chgData name="Dragan Javorac" userId="913c2858-fb97-4c6e-a42c-b1f1a16b225e" providerId="ADAL" clId="{60FD26E7-5DE1-4B4A-A830-D724793D68AC}" dt="2022-05-15T13:35:29.702" v="1295" actId="478"/>
          <ac:picMkLst>
            <pc:docMk/>
            <pc:sldMk cId="2385799803" sldId="283"/>
            <ac:picMk id="14" creationId="{57FCB5AD-CA68-6778-447C-64825D555C3B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2T18:03:17.248" v="3335" actId="14"/>
        <pc:sldMkLst>
          <pc:docMk/>
          <pc:sldMk cId="3652451323" sldId="284"/>
        </pc:sldMkLst>
        <pc:spChg chg="mod">
          <ac:chgData name="Dragan Javorac" userId="913c2858-fb97-4c6e-a42c-b1f1a16b225e" providerId="ADAL" clId="{60FD26E7-5DE1-4B4A-A830-D724793D68AC}" dt="2022-05-22T18:03:12.962" v="3332" actId="20577"/>
          <ac:spMkLst>
            <pc:docMk/>
            <pc:sldMk cId="3652451323" sldId="284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3:17.248" v="3335" actId="14"/>
          <ac:spMkLst>
            <pc:docMk/>
            <pc:sldMk cId="3652451323" sldId="284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13:36:45.427" v="1335" actId="478"/>
          <ac:picMkLst>
            <pc:docMk/>
            <pc:sldMk cId="3652451323" sldId="284"/>
            <ac:picMk id="4" creationId="{F897346D-2A05-C5AC-1109-0AC378D3241C}"/>
          </ac:picMkLst>
        </pc:picChg>
        <pc:picChg chg="add mod">
          <ac:chgData name="Dragan Javorac" userId="913c2858-fb97-4c6e-a42c-b1f1a16b225e" providerId="ADAL" clId="{60FD26E7-5DE1-4B4A-A830-D724793D68AC}" dt="2022-05-15T13:36:47.152" v="1336" actId="1076"/>
          <ac:picMkLst>
            <pc:docMk/>
            <pc:sldMk cId="3652451323" sldId="284"/>
            <ac:picMk id="6" creationId="{613BEB38-63F9-DFB3-9A8E-D671594FD49F}"/>
          </ac:picMkLst>
        </pc:picChg>
        <pc:picChg chg="del">
          <ac:chgData name="Dragan Javorac" userId="913c2858-fb97-4c6e-a42c-b1f1a16b225e" providerId="ADAL" clId="{60FD26E7-5DE1-4B4A-A830-D724793D68AC}" dt="2022-05-15T13:36:23.411" v="1331" actId="478"/>
          <ac:picMkLst>
            <pc:docMk/>
            <pc:sldMk cId="3652451323" sldId="284"/>
            <ac:picMk id="14" creationId="{57FCB5AD-CA68-6778-447C-64825D555C3B}"/>
          </ac:picMkLst>
        </pc:picChg>
      </pc:sldChg>
      <pc:sldChg chg="addSp modSp add mod">
        <pc:chgData name="Dragan Javorac" userId="913c2858-fb97-4c6e-a42c-b1f1a16b225e" providerId="ADAL" clId="{60FD26E7-5DE1-4B4A-A830-D724793D68AC}" dt="2022-05-17T09:29:17.844" v="1821" actId="14100"/>
        <pc:sldMkLst>
          <pc:docMk/>
          <pc:sldMk cId="3591907075" sldId="285"/>
        </pc:sldMkLst>
        <pc:spChg chg="mod">
          <ac:chgData name="Dragan Javorac" userId="913c2858-fb97-4c6e-a42c-b1f1a16b225e" providerId="ADAL" clId="{60FD26E7-5DE1-4B4A-A830-D724793D68AC}" dt="2022-05-15T13:40:02.618" v="1479" actId="20577"/>
          <ac:spMkLst>
            <pc:docMk/>
            <pc:sldMk cId="3591907075" sldId="28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40:10.593" v="1482" actId="27636"/>
          <ac:spMkLst>
            <pc:docMk/>
            <pc:sldMk cId="3591907075" sldId="28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7T09:29:17.844" v="1821" actId="14100"/>
          <ac:picMkLst>
            <pc:docMk/>
            <pc:sldMk cId="3591907075" sldId="285"/>
            <ac:picMk id="4" creationId="{AD12C19C-2DBB-85DC-4846-5F7BD9234F7C}"/>
          </ac:picMkLst>
        </pc:picChg>
      </pc:sldChg>
      <pc:sldChg chg="modSp add mod">
        <pc:chgData name="Dragan Javorac" userId="913c2858-fb97-4c6e-a42c-b1f1a16b225e" providerId="ADAL" clId="{60FD26E7-5DE1-4B4A-A830-D724793D68AC}" dt="2022-05-22T18:07:16.310" v="3419" actId="1076"/>
        <pc:sldMkLst>
          <pc:docMk/>
          <pc:sldMk cId="1880708128" sldId="286"/>
        </pc:sldMkLst>
        <pc:spChg chg="mod">
          <ac:chgData name="Dragan Javorac" userId="913c2858-fb97-4c6e-a42c-b1f1a16b225e" providerId="ADAL" clId="{60FD26E7-5DE1-4B4A-A830-D724793D68AC}" dt="2022-05-22T18:06:35.897" v="3406" actId="14100"/>
          <ac:spMkLst>
            <pc:docMk/>
            <pc:sldMk cId="1880708128" sldId="286"/>
            <ac:spMk id="3" creationId="{9C1B0ED0-FD23-4DF4-8487-56E64A4517DA}"/>
          </ac:spMkLst>
        </pc:spChg>
        <pc:picChg chg="mod">
          <ac:chgData name="Dragan Javorac" userId="913c2858-fb97-4c6e-a42c-b1f1a16b225e" providerId="ADAL" clId="{60FD26E7-5DE1-4B4A-A830-D724793D68AC}" dt="2022-05-22T18:07:07.359" v="3415" actId="1076"/>
          <ac:picMkLst>
            <pc:docMk/>
            <pc:sldMk cId="1880708128" sldId="286"/>
            <ac:picMk id="5" creationId="{28423A5E-8689-B84C-FAB4-35D82ECE1C0A}"/>
          </ac:picMkLst>
        </pc:picChg>
        <pc:picChg chg="mod">
          <ac:chgData name="Dragan Javorac" userId="913c2858-fb97-4c6e-a42c-b1f1a16b225e" providerId="ADAL" clId="{60FD26E7-5DE1-4B4A-A830-D724793D68AC}" dt="2022-05-22T18:07:16.310" v="3419" actId="1076"/>
          <ac:picMkLst>
            <pc:docMk/>
            <pc:sldMk cId="1880708128" sldId="286"/>
            <ac:picMk id="8" creationId="{E46F01A6-D72C-B10D-9555-631A2DAE849B}"/>
          </ac:picMkLst>
        </pc:picChg>
      </pc:sldChg>
      <pc:sldChg chg="add del">
        <pc:chgData name="Dragan Javorac" userId="913c2858-fb97-4c6e-a42c-b1f1a16b225e" providerId="ADAL" clId="{60FD26E7-5DE1-4B4A-A830-D724793D68AC}" dt="2022-05-22T17:32:12.544" v="2012" actId="47"/>
        <pc:sldMkLst>
          <pc:docMk/>
          <pc:sldMk cId="3529042682" sldId="286"/>
        </pc:sldMkLst>
      </pc:sldChg>
      <pc:sldChg chg="addSp delSp modSp add mod ord">
        <pc:chgData name="Dragan Javorac" userId="913c2858-fb97-4c6e-a42c-b1f1a16b225e" providerId="ADAL" clId="{60FD26E7-5DE1-4B4A-A830-D724793D68AC}" dt="2022-05-22T18:04:45.458" v="3355" actId="1076"/>
        <pc:sldMkLst>
          <pc:docMk/>
          <pc:sldMk cId="3375452406" sldId="287"/>
        </pc:sldMkLst>
        <pc:spChg chg="mod">
          <ac:chgData name="Dragan Javorac" userId="913c2858-fb97-4c6e-a42c-b1f1a16b225e" providerId="ADAL" clId="{60FD26E7-5DE1-4B4A-A830-D724793D68AC}" dt="2022-05-22T17:36:22.059" v="2215" actId="20577"/>
          <ac:spMkLst>
            <pc:docMk/>
            <pc:sldMk cId="3375452406" sldId="28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7:56:45.209" v="3067" actId="20577"/>
          <ac:spMkLst>
            <pc:docMk/>
            <pc:sldMk cId="3375452406" sldId="287"/>
            <ac:spMk id="10" creationId="{FB5033DF-5706-B77A-AC84-571C0415A371}"/>
          </ac:spMkLst>
        </pc:spChg>
        <pc:picChg chg="del mod modCrop">
          <ac:chgData name="Dragan Javorac" userId="913c2858-fb97-4c6e-a42c-b1f1a16b225e" providerId="ADAL" clId="{60FD26E7-5DE1-4B4A-A830-D724793D68AC}" dt="2022-05-22T17:46:07.879" v="2689" actId="478"/>
          <ac:picMkLst>
            <pc:docMk/>
            <pc:sldMk cId="3375452406" sldId="287"/>
            <ac:picMk id="4" creationId="{6A9F01C7-D336-FC20-4664-EC851CB8FDC9}"/>
          </ac:picMkLst>
        </pc:picChg>
        <pc:picChg chg="add del mod">
          <ac:chgData name="Dragan Javorac" userId="913c2858-fb97-4c6e-a42c-b1f1a16b225e" providerId="ADAL" clId="{60FD26E7-5DE1-4B4A-A830-D724793D68AC}" dt="2022-05-22T17:40:04.857" v="2535" actId="478"/>
          <ac:picMkLst>
            <pc:docMk/>
            <pc:sldMk cId="3375452406" sldId="287"/>
            <ac:picMk id="5" creationId="{F665F3DF-4F48-5272-2C68-B817A7B93B42}"/>
          </ac:picMkLst>
        </pc:picChg>
        <pc:picChg chg="add del mod">
          <ac:chgData name="Dragan Javorac" userId="913c2858-fb97-4c6e-a42c-b1f1a16b225e" providerId="ADAL" clId="{60FD26E7-5DE1-4B4A-A830-D724793D68AC}" dt="2022-05-22T17:55:49.022" v="3049" actId="478"/>
          <ac:picMkLst>
            <pc:docMk/>
            <pc:sldMk cId="3375452406" sldId="287"/>
            <ac:picMk id="7" creationId="{F25D81BA-D7FC-A035-B5D1-05A40E5D8540}"/>
          </ac:picMkLst>
        </pc:picChg>
        <pc:picChg chg="add del mod modCrop">
          <ac:chgData name="Dragan Javorac" userId="913c2858-fb97-4c6e-a42c-b1f1a16b225e" providerId="ADAL" clId="{60FD26E7-5DE1-4B4A-A830-D724793D68AC}" dt="2022-05-22T17:54:24.891" v="3010" actId="478"/>
          <ac:picMkLst>
            <pc:docMk/>
            <pc:sldMk cId="3375452406" sldId="287"/>
            <ac:picMk id="9" creationId="{26CA451F-8E4F-0961-BCCA-0DC2E81848D0}"/>
          </ac:picMkLst>
        </pc:picChg>
        <pc:picChg chg="add mod modCrop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1" creationId="{1D42C71D-748D-C092-95AB-269EBDCCFCCC}"/>
          </ac:picMkLst>
        </pc:picChg>
        <pc:picChg chg="add mod">
          <ac:chgData name="Dragan Javorac" userId="913c2858-fb97-4c6e-a42c-b1f1a16b225e" providerId="ADAL" clId="{60FD26E7-5DE1-4B4A-A830-D724793D68AC}" dt="2022-05-22T18:04:39.936" v="3354" actId="1076"/>
          <ac:picMkLst>
            <pc:docMk/>
            <pc:sldMk cId="3375452406" sldId="287"/>
            <ac:picMk id="13" creationId="{C5102998-6E4F-ABE5-B2E3-ADE2A5064C85}"/>
          </ac:picMkLst>
        </pc:picChg>
        <pc:picChg chg="add mod modCrop">
          <ac:chgData name="Dragan Javorac" userId="913c2858-fb97-4c6e-a42c-b1f1a16b225e" providerId="ADAL" clId="{60FD26E7-5DE1-4B4A-A830-D724793D68AC}" dt="2022-05-22T18:04:45.458" v="3355" actId="1076"/>
          <ac:picMkLst>
            <pc:docMk/>
            <pc:sldMk cId="3375452406" sldId="287"/>
            <ac:picMk id="14" creationId="{D3ABA90F-21B5-C164-5539-7DFC03BB4694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23T06:16:33.272" v="3468" actId="1076"/>
        <pc:sldMkLst>
          <pc:docMk/>
          <pc:sldMk cId="1243157361" sldId="288"/>
        </pc:sldMkLst>
        <pc:spChg chg="mod">
          <ac:chgData name="Dragan Javorac" userId="913c2858-fb97-4c6e-a42c-b1f1a16b225e" providerId="ADAL" clId="{60FD26E7-5DE1-4B4A-A830-D724793D68AC}" dt="2022-05-22T17:50:09.849" v="2854" actId="20577"/>
          <ac:spMkLst>
            <pc:docMk/>
            <pc:sldMk cId="1243157361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2T18:05:27.514" v="3398" actId="20577"/>
          <ac:spMkLst>
            <pc:docMk/>
            <pc:sldMk cId="1243157361" sldId="288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22T18:05:15.434" v="3359" actId="478"/>
          <ac:picMkLst>
            <pc:docMk/>
            <pc:sldMk cId="1243157361" sldId="288"/>
            <ac:picMk id="4" creationId="{B54D2150-0196-46B5-342F-24971E56F7F7}"/>
          </ac:picMkLst>
        </pc:picChg>
        <pc:picChg chg="add mod modCrop">
          <ac:chgData name="Dragan Javorac" userId="913c2858-fb97-4c6e-a42c-b1f1a16b225e" providerId="ADAL" clId="{60FD26E7-5DE1-4B4A-A830-D724793D68AC}" dt="2022-05-23T06:16:33.272" v="3468" actId="1076"/>
          <ac:picMkLst>
            <pc:docMk/>
            <pc:sldMk cId="1243157361" sldId="288"/>
            <ac:picMk id="4" creationId="{C4B4585C-5D68-5A08-92EE-CF264DC6CDE7}"/>
          </ac:picMkLst>
        </pc:picChg>
        <pc:picChg chg="add del mod modCrop">
          <ac:chgData name="Dragan Javorac" userId="913c2858-fb97-4c6e-a42c-b1f1a16b225e" providerId="ADAL" clId="{60FD26E7-5DE1-4B4A-A830-D724793D68AC}" dt="2022-05-22T17:53:36.021" v="3004" actId="478"/>
          <ac:picMkLst>
            <pc:docMk/>
            <pc:sldMk cId="1243157361" sldId="288"/>
            <ac:picMk id="7" creationId="{E5943BBE-8F43-47B9-1164-699960AC2DF3}"/>
          </ac:picMkLst>
        </pc:picChg>
        <pc:picChg chg="del">
          <ac:chgData name="Dragan Javorac" userId="913c2858-fb97-4c6e-a42c-b1f1a16b225e" providerId="ADAL" clId="{60FD26E7-5DE1-4B4A-A830-D724793D68AC}" dt="2022-05-22T17:48:07.293" v="2696" actId="478"/>
          <ac:picMkLst>
            <pc:docMk/>
            <pc:sldMk cId="1243157361" sldId="288"/>
            <ac:picMk id="9" creationId="{DC467F40-8574-E94E-2B32-3F005489848F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23T06:13:02.848" v="3463" actId="6549"/>
        <pc:sldMkLst>
          <pc:docMk/>
          <pc:sldMk cId="3102180251" sldId="289"/>
        </pc:sldMkLst>
        <pc:spChg chg="mod">
          <ac:chgData name="Dragan Javorac" userId="913c2858-fb97-4c6e-a42c-b1f1a16b225e" providerId="ADAL" clId="{60FD26E7-5DE1-4B4A-A830-D724793D68AC}" dt="2022-05-22T17:52:34.493" v="2996" actId="1076"/>
          <ac:spMkLst>
            <pc:docMk/>
            <pc:sldMk cId="3102180251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23T06:13:02.848" v="3463" actId="6549"/>
          <ac:spMkLst>
            <pc:docMk/>
            <pc:sldMk cId="3102180251" sldId="289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23T06:11:47.298" v="3458" actId="1076"/>
          <ac:picMkLst>
            <pc:docMk/>
            <pc:sldMk cId="3102180251" sldId="289"/>
            <ac:picMk id="4" creationId="{B03031FB-9FFD-C475-8597-3E228A46E025}"/>
          </ac:picMkLst>
        </pc:picChg>
        <pc:picChg chg="del">
          <ac:chgData name="Dragan Javorac" userId="913c2858-fb97-4c6e-a42c-b1f1a16b225e" providerId="ADAL" clId="{60FD26E7-5DE1-4B4A-A830-D724793D68AC}" dt="2022-05-22T17:52:30.413" v="2995" actId="478"/>
          <ac:picMkLst>
            <pc:docMk/>
            <pc:sldMk cId="3102180251" sldId="289"/>
            <ac:picMk id="7" creationId="{F25D81BA-D7FC-A035-B5D1-05A40E5D8540}"/>
          </ac:picMkLst>
        </pc:picChg>
        <pc:picChg chg="add mod">
          <ac:chgData name="Dragan Javorac" userId="913c2858-fb97-4c6e-a42c-b1f1a16b225e" providerId="ADAL" clId="{60FD26E7-5DE1-4B4A-A830-D724793D68AC}" dt="2022-05-22T18:05:00.215" v="3358" actId="1076"/>
          <ac:picMkLst>
            <pc:docMk/>
            <pc:sldMk cId="3102180251" sldId="289"/>
            <ac:picMk id="8" creationId="{0CC15AB9-A8C2-D045-847C-CFE5E4B02962}"/>
          </ac:picMkLst>
        </pc:picChg>
        <pc:picChg chg="del">
          <ac:chgData name="Dragan Javorac" userId="913c2858-fb97-4c6e-a42c-b1f1a16b225e" providerId="ADAL" clId="{60FD26E7-5DE1-4B4A-A830-D724793D68AC}" dt="2022-05-22T17:52:22.987" v="2991" actId="478"/>
          <ac:picMkLst>
            <pc:docMk/>
            <pc:sldMk cId="3102180251" sldId="289"/>
            <ac:picMk id="9" creationId="{26CA451F-8E4F-0961-BCCA-0DC2E81848D0}"/>
          </ac:picMkLst>
        </pc:picChg>
      </pc:sldChg>
      <pc:sldChg chg="add del">
        <pc:chgData name="Dragan Javorac" userId="913c2858-fb97-4c6e-a42c-b1f1a16b225e" providerId="ADAL" clId="{60FD26E7-5DE1-4B4A-A830-D724793D68AC}" dt="2022-05-22T18:02:18.188" v="3276" actId="47"/>
        <pc:sldMkLst>
          <pc:docMk/>
          <pc:sldMk cId="592649408" sldId="290"/>
        </pc:sldMkLst>
      </pc:sldChg>
      <pc:sldChg chg="add del">
        <pc:chgData name="Dragan Javorac" userId="913c2858-fb97-4c6e-a42c-b1f1a16b225e" providerId="ADAL" clId="{60FD26E7-5DE1-4B4A-A830-D724793D68AC}" dt="2022-05-22T18:05:45.313" v="3400" actId="47"/>
        <pc:sldMkLst>
          <pc:docMk/>
          <pc:sldMk cId="648422989" sldId="290"/>
        </pc:sldMkLst>
      </pc:sldChg>
    </pc:docChg>
  </pc:docChgLst>
  <pc:docChgLst>
    <pc:chgData name="Dragan Javorac" userId="913c2858-fb97-4c6e-a42c-b1f1a16b225e" providerId="ADAL" clId="{906E72FC-BC3E-4A10-8438-7ABB3E5F0C00}"/>
    <pc:docChg chg="undo custSel delSld modSld">
      <pc:chgData name="Dragan Javorac" userId="913c2858-fb97-4c6e-a42c-b1f1a16b225e" providerId="ADAL" clId="{906E72FC-BC3E-4A10-8438-7ABB3E5F0C00}" dt="2024-11-19T12:12:11.810" v="314" actId="2085"/>
      <pc:docMkLst>
        <pc:docMk/>
      </pc:docMkLst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1020491010" sldId="289"/>
        </pc:sldMkLst>
      </pc:sldChg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4078035940" sldId="291"/>
        </pc:sldMkLst>
      </pc:sldChg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3254086114" sldId="293"/>
        </pc:sldMkLst>
      </pc:sldChg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1474805410" sldId="294"/>
        </pc:sldMkLst>
      </pc:sldChg>
      <pc:sldChg chg="addSp modSp mod">
        <pc:chgData name="Dragan Javorac" userId="913c2858-fb97-4c6e-a42c-b1f1a16b225e" providerId="ADAL" clId="{906E72FC-BC3E-4A10-8438-7ABB3E5F0C00}" dt="2024-11-19T12:12:11.810" v="314" actId="2085"/>
        <pc:sldMkLst>
          <pc:docMk/>
          <pc:sldMk cId="1430596127" sldId="295"/>
        </pc:sldMkLst>
        <pc:spChg chg="mod">
          <ac:chgData name="Dragan Javorac" userId="913c2858-fb97-4c6e-a42c-b1f1a16b225e" providerId="ADAL" clId="{906E72FC-BC3E-4A10-8438-7ABB3E5F0C00}" dt="2024-11-19T12:08:36.500" v="35" actId="20577"/>
          <ac:spMkLst>
            <pc:docMk/>
            <pc:sldMk cId="1430596127" sldId="295"/>
            <ac:spMk id="2" creationId="{F3046ACF-677C-4C47-B097-C82DB9EF99F7}"/>
          </ac:spMkLst>
        </pc:spChg>
        <pc:spChg chg="add mod">
          <ac:chgData name="Dragan Javorac" userId="913c2858-fb97-4c6e-a42c-b1f1a16b225e" providerId="ADAL" clId="{906E72FC-BC3E-4A10-8438-7ABB3E5F0C00}" dt="2024-11-19T12:12:11.810" v="314" actId="2085"/>
          <ac:spMkLst>
            <pc:docMk/>
            <pc:sldMk cId="1430596127" sldId="295"/>
            <ac:spMk id="9" creationId="{634FE0B3-356F-9F13-798B-82DB9236F089}"/>
          </ac:spMkLst>
        </pc:spChg>
        <pc:spChg chg="mod">
          <ac:chgData name="Dragan Javorac" userId="913c2858-fb97-4c6e-a42c-b1f1a16b225e" providerId="ADAL" clId="{906E72FC-BC3E-4A10-8438-7ABB3E5F0C00}" dt="2024-11-19T12:10:43.880" v="209" actId="20577"/>
          <ac:spMkLst>
            <pc:docMk/>
            <pc:sldMk cId="1430596127" sldId="295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906E72FC-BC3E-4A10-8438-7ABB3E5F0C00}" dt="2024-11-19T12:10:17.590" v="151" actId="1076"/>
          <ac:picMkLst>
            <pc:docMk/>
            <pc:sldMk cId="1430596127" sldId="295"/>
            <ac:picMk id="4" creationId="{C7E4C23C-4A70-87C8-8BF6-2C911F8CE565}"/>
          </ac:picMkLst>
        </pc:picChg>
        <pc:picChg chg="add mod">
          <ac:chgData name="Dragan Javorac" userId="913c2858-fb97-4c6e-a42c-b1f1a16b225e" providerId="ADAL" clId="{906E72FC-BC3E-4A10-8438-7ABB3E5F0C00}" dt="2024-11-19T12:10:17.590" v="151" actId="1076"/>
          <ac:picMkLst>
            <pc:docMk/>
            <pc:sldMk cId="1430596127" sldId="295"/>
            <ac:picMk id="6" creationId="{9FBA33DB-1883-29A0-7654-D3215E85F3A2}"/>
          </ac:picMkLst>
        </pc:picChg>
        <pc:picChg chg="add mod">
          <ac:chgData name="Dragan Javorac" userId="913c2858-fb97-4c6e-a42c-b1f1a16b225e" providerId="ADAL" clId="{906E72FC-BC3E-4A10-8438-7ABB3E5F0C00}" dt="2024-11-19T12:10:17.590" v="151" actId="1076"/>
          <ac:picMkLst>
            <pc:docMk/>
            <pc:sldMk cId="1430596127" sldId="295"/>
            <ac:picMk id="8" creationId="{B57A2A00-78C6-801D-91E4-043ECCAADAE2}"/>
          </ac:picMkLst>
        </pc:picChg>
      </pc:sldChg>
      <pc:sldChg chg="del">
        <pc:chgData name="Dragan Javorac" userId="913c2858-fb97-4c6e-a42c-b1f1a16b225e" providerId="ADAL" clId="{906E72FC-BC3E-4A10-8438-7ABB3E5F0C00}" dt="2024-11-19T12:10:33.030" v="178" actId="47"/>
        <pc:sldMkLst>
          <pc:docMk/>
          <pc:sldMk cId="3690490524" sldId="296"/>
        </pc:sldMkLst>
      </pc:sldChg>
      <pc:sldChg chg="del">
        <pc:chgData name="Dragan Javorac" userId="913c2858-fb97-4c6e-a42c-b1f1a16b225e" providerId="ADAL" clId="{906E72FC-BC3E-4A10-8438-7ABB3E5F0C00}" dt="2024-11-19T12:08:31.330" v="18" actId="47"/>
        <pc:sldMkLst>
          <pc:docMk/>
          <pc:sldMk cId="2249999901" sldId="297"/>
        </pc:sldMkLst>
      </pc:sldChg>
      <pc:sldChg chg="modSp mod">
        <pc:chgData name="Dragan Javorac" userId="913c2858-fb97-4c6e-a42c-b1f1a16b225e" providerId="ADAL" clId="{906E72FC-BC3E-4A10-8438-7ABB3E5F0C00}" dt="2024-11-19T12:08:28.320" v="17" actId="20577"/>
        <pc:sldMkLst>
          <pc:docMk/>
          <pc:sldMk cId="3820640302" sldId="298"/>
        </pc:sldMkLst>
        <pc:spChg chg="mod">
          <ac:chgData name="Dragan Javorac" userId="913c2858-fb97-4c6e-a42c-b1f1a16b225e" providerId="ADAL" clId="{906E72FC-BC3E-4A10-8438-7ABB3E5F0C00}" dt="2024-11-19T12:08:28.320" v="17" actId="20577"/>
          <ac:spMkLst>
            <pc:docMk/>
            <pc:sldMk cId="3820640302" sldId="298"/>
            <ac:spMk id="3" creationId="{14399728-9CFD-4345-B7B5-5B803A05E807}"/>
          </ac:spMkLst>
        </pc:spChg>
      </pc:sldChg>
    </pc:docChg>
  </pc:docChgLst>
  <pc:docChgLst>
    <pc:chgData name="Dragan Javorac" userId="913c2858-fb97-4c6e-a42c-b1f1a16b225e" providerId="ADAL" clId="{8C47E5AA-AE91-4B83-8B44-79C8DFF33EF1}"/>
    <pc:docChg chg="custSel modSld">
      <pc:chgData name="Dragan Javorac" userId="913c2858-fb97-4c6e-a42c-b1f1a16b225e" providerId="ADAL" clId="{8C47E5AA-AE91-4B83-8B44-79C8DFF33EF1}" dt="2024-05-13T06:56:03.304" v="18" actId="5793"/>
      <pc:docMkLst>
        <pc:docMk/>
      </pc:docMkLst>
      <pc:sldChg chg="addSp delSp modSp mod">
        <pc:chgData name="Dragan Javorac" userId="913c2858-fb97-4c6e-a42c-b1f1a16b225e" providerId="ADAL" clId="{8C47E5AA-AE91-4B83-8B44-79C8DFF33EF1}" dt="2024-05-13T06:31:42.841" v="10" actId="1076"/>
        <pc:sldMkLst>
          <pc:docMk/>
          <pc:sldMk cId="678353431" sldId="265"/>
        </pc:sldMkLst>
        <pc:spChg chg="mod">
          <ac:chgData name="Dragan Javorac" userId="913c2858-fb97-4c6e-a42c-b1f1a16b225e" providerId="ADAL" clId="{8C47E5AA-AE91-4B83-8B44-79C8DFF33EF1}" dt="2024-05-13T06:31:23.569" v="1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8C47E5AA-AE91-4B83-8B44-79C8DFF33EF1}" dt="2024-05-13T06:31:36.447" v="2" actId="478"/>
          <ac:picMkLst>
            <pc:docMk/>
            <pc:sldMk cId="678353431" sldId="265"/>
            <ac:picMk id="4" creationId="{EEEAC796-F886-A242-28A9-A974BFCA3DD5}"/>
          </ac:picMkLst>
        </pc:picChg>
        <pc:picChg chg="add mod">
          <ac:chgData name="Dragan Javorac" userId="913c2858-fb97-4c6e-a42c-b1f1a16b225e" providerId="ADAL" clId="{8C47E5AA-AE91-4B83-8B44-79C8DFF33EF1}" dt="2024-05-13T06:31:42.841" v="10" actId="1076"/>
          <ac:picMkLst>
            <pc:docMk/>
            <pc:sldMk cId="678353431" sldId="265"/>
            <ac:picMk id="6" creationId="{69E71116-802B-BA12-6B56-960D365A652C}"/>
          </ac:picMkLst>
        </pc:picChg>
      </pc:sldChg>
      <pc:sldChg chg="addSp delSp modSp mod">
        <pc:chgData name="Dragan Javorac" userId="913c2858-fb97-4c6e-a42c-b1f1a16b225e" providerId="ADAL" clId="{8C47E5AA-AE91-4B83-8B44-79C8DFF33EF1}" dt="2024-05-13T06:56:03.304" v="18" actId="5793"/>
        <pc:sldMkLst>
          <pc:docMk/>
          <pc:sldMk cId="3690490524" sldId="296"/>
        </pc:sldMkLst>
        <pc:spChg chg="mod">
          <ac:chgData name="Dragan Javorac" userId="913c2858-fb97-4c6e-a42c-b1f1a16b225e" providerId="ADAL" clId="{8C47E5AA-AE91-4B83-8B44-79C8DFF33EF1}" dt="2024-05-13T06:56:03.304" v="18" actId="5793"/>
          <ac:spMkLst>
            <pc:docMk/>
            <pc:sldMk cId="3690490524" sldId="296"/>
            <ac:spMk id="10" creationId="{FB5033DF-5706-B77A-AC84-571C0415A371}"/>
          </ac:spMkLst>
        </pc:spChg>
        <pc:picChg chg="del">
          <ac:chgData name="Dragan Javorac" userId="913c2858-fb97-4c6e-a42c-b1f1a16b225e" providerId="ADAL" clId="{8C47E5AA-AE91-4B83-8B44-79C8DFF33EF1}" dt="2024-05-13T06:33:22.877" v="11" actId="478"/>
          <ac:picMkLst>
            <pc:docMk/>
            <pc:sldMk cId="3690490524" sldId="296"/>
            <ac:picMk id="4" creationId="{40897AE6-16EF-C2A3-257D-83A1402AF166}"/>
          </ac:picMkLst>
        </pc:picChg>
        <pc:picChg chg="add mod">
          <ac:chgData name="Dragan Javorac" userId="913c2858-fb97-4c6e-a42c-b1f1a16b225e" providerId="ADAL" clId="{8C47E5AA-AE91-4B83-8B44-79C8DFF33EF1}" dt="2024-05-13T06:33:28.874" v="16" actId="1076"/>
          <ac:picMkLst>
            <pc:docMk/>
            <pc:sldMk cId="3690490524" sldId="296"/>
            <ac:picMk id="5" creationId="{2C2374C5-B1DA-3537-3F84-31DF591ED81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8475-B390-4598-930D-E80CF2195F42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DCB99-31C0-4CF8-8B52-1073427E15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2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19-11-2024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Deel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45222"/>
          </a:xfrm>
        </p:spPr>
        <p:txBody>
          <a:bodyPr>
            <a:normAutofit/>
          </a:bodyPr>
          <a:lstStyle/>
          <a:p>
            <a:r>
              <a:rPr lang="nl-NL" noProof="0" dirty="0"/>
              <a:t>Tussenbeoordeling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F14C14-727F-B8B5-1433-EE67AB6E0C82}"/>
              </a:ext>
            </a:extLst>
          </p:cNvPr>
          <p:cNvSpPr txBox="1">
            <a:spLocks/>
          </p:cNvSpPr>
          <p:nvPr/>
        </p:nvSpPr>
        <p:spPr>
          <a:xfrm>
            <a:off x="2771686" y="248445"/>
            <a:ext cx="9144000" cy="409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2024-2025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064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Tussenbeoordeling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949725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l-NL" dirty="0" err="1"/>
              <a:t>Commit</a:t>
            </a:r>
            <a:r>
              <a:rPr lang="nl-NL" dirty="0"/>
              <a:t> alles wat je hebt METEEN</a:t>
            </a:r>
          </a:p>
          <a:p>
            <a:pPr marL="514350" indent="-514350">
              <a:buFont typeface="+mj-lt"/>
              <a:buAutoNum type="arabicPeriod"/>
            </a:pPr>
            <a:endParaRPr lang="nl-NL" dirty="0"/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Maak nu de eindbeoordeling opgave </a:t>
            </a:r>
          </a:p>
          <a:p>
            <a:pPr lvl="1"/>
            <a:r>
              <a:rPr lang="nl-NL" dirty="0"/>
              <a:t>(staat in mijn git)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Lever in</a:t>
            </a:r>
          </a:p>
          <a:p>
            <a:pPr lvl="1"/>
            <a:r>
              <a:rPr lang="nl-NL" dirty="0"/>
              <a:t>Ik roep jullie naar voren</a:t>
            </a:r>
          </a:p>
          <a:p>
            <a:pPr marL="514350" indent="-514350">
              <a:buFont typeface="+mj-lt"/>
              <a:buAutoNum type="arabicPeriod"/>
            </a:pPr>
            <a:endParaRPr lang="nl-NL" dirty="0"/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Maak de </a:t>
            </a:r>
            <a:r>
              <a:rPr lang="nl-NL" dirty="0" err="1"/>
              <a:t>Unity</a:t>
            </a:r>
            <a:r>
              <a:rPr lang="nl-NL" dirty="0"/>
              <a:t> opgave</a:t>
            </a:r>
          </a:p>
          <a:p>
            <a:endParaRPr lang="nl-NL" dirty="0"/>
          </a:p>
          <a:p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BA33DB-1883-29A0-7654-D3215E85F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763" y="2798002"/>
            <a:ext cx="5324475" cy="20732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34FE0B3-356F-9F13-798B-82DB9236F089}"/>
              </a:ext>
            </a:extLst>
          </p:cNvPr>
          <p:cNvSpPr/>
          <p:nvPr/>
        </p:nvSpPr>
        <p:spPr>
          <a:xfrm>
            <a:off x="6724763" y="4978400"/>
            <a:ext cx="3099362" cy="1514475"/>
          </a:xfrm>
          <a:prstGeom prst="rect">
            <a:avLst/>
          </a:prstGeom>
          <a:solidFill>
            <a:srgbClr val="1C4E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Dit staat ook allemaal in de opdrachten git:</a:t>
            </a:r>
          </a:p>
          <a:p>
            <a:pPr algn="ctr"/>
            <a:r>
              <a:rPr lang="nl-NL" dirty="0"/>
              <a:t>In de map eindbeoordeling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08146-8EBE-F7C3-F5FB-6F1583B3C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126" y="4978400"/>
            <a:ext cx="2225112" cy="15144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EFD92F-BD17-CBD9-7CF9-F31A41B30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763" y="1472439"/>
            <a:ext cx="53244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96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876</TotalTime>
  <Words>48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C# Deel 2</vt:lpstr>
      <vt:lpstr>Tussenbeoordeling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2</cp:revision>
  <cp:lastPrinted>2022-05-23T06:13:09Z</cp:lastPrinted>
  <dcterms:created xsi:type="dcterms:W3CDTF">2022-04-26T11:06:09Z</dcterms:created>
  <dcterms:modified xsi:type="dcterms:W3CDTF">2024-11-19T12:15:10Z</dcterms:modified>
</cp:coreProperties>
</file>