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98" r:id="rId2"/>
    <p:sldId id="289" r:id="rId3"/>
    <p:sldId id="300" r:id="rId4"/>
    <p:sldId id="299" r:id="rId5"/>
    <p:sldId id="291" r:id="rId6"/>
    <p:sldId id="294" r:id="rId7"/>
    <p:sldId id="293" r:id="rId8"/>
    <p:sldId id="297" r:id="rId9"/>
    <p:sldId id="29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9DF1B-BE34-4D57-BE5E-34F641C8766B}" v="2" dt="2025-12-09T10:15:59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49" autoAdjust="0"/>
  </p:normalViewPr>
  <p:slideViewPr>
    <p:cSldViewPr snapToGrid="0">
      <p:cViewPr varScale="1">
        <p:scale>
          <a:sx n="56" d="100"/>
          <a:sy n="56" d="100"/>
        </p:scale>
        <p:origin x="96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custSel addSld delSld modSld">
      <pc:chgData name="Dragan Javorac" userId="913c2858-fb97-4c6e-a42c-b1f1a16b225e" providerId="ADAL" clId="{BC00D9DF-F858-4149-8B7B-F211D448CEDA}" dt="2025-12-09T10:16:36.593" v="286" actId="20577"/>
      <pc:docMkLst>
        <pc:docMk/>
      </pc:docMkLst>
      <pc:sldChg chg="delSp modSp mod">
        <pc:chgData name="Dragan Javorac" userId="913c2858-fb97-4c6e-a42c-b1f1a16b225e" providerId="ADAL" clId="{BC00D9DF-F858-4149-8B7B-F211D448CEDA}" dt="2025-12-09T10:15:56.895" v="194" actId="20577"/>
        <pc:sldMkLst>
          <pc:docMk/>
          <pc:sldMk cId="1020491010" sldId="289"/>
        </pc:sldMkLst>
        <pc:spChg chg="mod">
          <ac:chgData name="Dragan Javorac" userId="913c2858-fb97-4c6e-a42c-b1f1a16b225e" providerId="ADAL" clId="{BC00D9DF-F858-4149-8B7B-F211D448CEDA}" dt="2025-12-09T10:15:01.494" v="13" actId="20577"/>
          <ac:spMkLst>
            <pc:docMk/>
            <pc:sldMk cId="1020491010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BC00D9DF-F858-4149-8B7B-F211D448CEDA}" dt="2025-12-09T10:15:56.895" v="194" actId="20577"/>
          <ac:spMkLst>
            <pc:docMk/>
            <pc:sldMk cId="1020491010" sldId="289"/>
            <ac:spMk id="10" creationId="{FB5033DF-5706-B77A-AC84-571C0415A371}"/>
          </ac:spMkLst>
        </pc:spChg>
        <pc:picChg chg="del">
          <ac:chgData name="Dragan Javorac" userId="913c2858-fb97-4c6e-a42c-b1f1a16b225e" providerId="ADAL" clId="{BC00D9DF-F858-4149-8B7B-F211D448CEDA}" dt="2025-12-09T10:15:06.665" v="26" actId="478"/>
          <ac:picMkLst>
            <pc:docMk/>
            <pc:sldMk cId="1020491010" sldId="289"/>
            <ac:picMk id="4" creationId="{EB1BBB15-0F58-CB9A-E1C8-F755D6DAD5B4}"/>
          </ac:picMkLst>
        </pc:picChg>
      </pc:sldChg>
      <pc:sldChg chg="add del">
        <pc:chgData name="Dragan Javorac" userId="913c2858-fb97-4c6e-a42c-b1f1a16b225e" providerId="ADAL" clId="{BC00D9DF-F858-4149-8B7B-F211D448CEDA}" dt="2025-12-09T10:14:56.392" v="1" actId="47"/>
        <pc:sldMkLst>
          <pc:docMk/>
          <pc:sldMk cId="1038229992" sldId="299"/>
        </pc:sldMkLst>
      </pc:sldChg>
      <pc:sldChg chg="add">
        <pc:chgData name="Dragan Javorac" userId="913c2858-fb97-4c6e-a42c-b1f1a16b225e" providerId="ADAL" clId="{BC00D9DF-F858-4149-8B7B-F211D448CEDA}" dt="2025-12-09T10:14:57.645" v="2"/>
        <pc:sldMkLst>
          <pc:docMk/>
          <pc:sldMk cId="2258380338" sldId="299"/>
        </pc:sldMkLst>
      </pc:sldChg>
      <pc:sldChg chg="modSp add mod">
        <pc:chgData name="Dragan Javorac" userId="913c2858-fb97-4c6e-a42c-b1f1a16b225e" providerId="ADAL" clId="{BC00D9DF-F858-4149-8B7B-F211D448CEDA}" dt="2025-12-09T10:16:36.593" v="286" actId="20577"/>
        <pc:sldMkLst>
          <pc:docMk/>
          <pc:sldMk cId="594171278" sldId="300"/>
        </pc:sldMkLst>
        <pc:spChg chg="mod">
          <ac:chgData name="Dragan Javorac" userId="913c2858-fb97-4c6e-a42c-b1f1a16b225e" providerId="ADAL" clId="{BC00D9DF-F858-4149-8B7B-F211D448CEDA}" dt="2025-12-09T10:16:02.306" v="204" actId="20577"/>
          <ac:spMkLst>
            <pc:docMk/>
            <pc:sldMk cId="594171278" sldId="300"/>
            <ac:spMk id="2" creationId="{0322C0FE-CF72-A1D1-3EDF-4870156BB698}"/>
          </ac:spMkLst>
        </pc:spChg>
        <pc:spChg chg="mod">
          <ac:chgData name="Dragan Javorac" userId="913c2858-fb97-4c6e-a42c-b1f1a16b225e" providerId="ADAL" clId="{BC00D9DF-F858-4149-8B7B-F211D448CEDA}" dt="2025-12-09T10:16:36.593" v="286" actId="20577"/>
          <ac:spMkLst>
            <pc:docMk/>
            <pc:sldMk cId="594171278" sldId="300"/>
            <ac:spMk id="10" creationId="{4A4A81ED-94FE-9E63-A3C1-BC8C05F075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594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denk je dat je kan doen met deze lijst?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564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A5AC-2E74-E035-A571-2E381F47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86952-73B2-8CBD-4411-DE641CA39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0A6FF-BB6A-3866-B320-14F29C731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denk je dat je kan doen met deze lijst?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8E648-8FC9-D0C0-B064-1163B6B99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4816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8C26-5F33-1060-A293-17A4F031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B6215-2342-1F89-BCA0-0B072054C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F994D-E530-5CBB-66C8-F01367323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denk je dat je kan doen met deze lijst?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42E2-8E9F-91D5-2391-944778E27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27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9-12-2025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 fontScale="77500" lnSpcReduction="20000"/>
          </a:bodyPr>
          <a:lstStyle/>
          <a:p>
            <a:r>
              <a:rPr lang="nl-NL" noProof="0" dirty="0" err="1"/>
              <a:t>Lists</a:t>
            </a:r>
            <a:endParaRPr lang="nl-NL" noProof="0" dirty="0"/>
          </a:p>
          <a:p>
            <a:r>
              <a:rPr lang="nl-NL" dirty="0"/>
              <a:t>En </a:t>
            </a:r>
            <a:r>
              <a:rPr lang="nl-NL" dirty="0" err="1"/>
              <a:t>generics</a:t>
            </a:r>
            <a:endParaRPr lang="nl-NL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Vorige week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11122112" cy="4351338"/>
          </a:xfrm>
        </p:spPr>
        <p:txBody>
          <a:bodyPr/>
          <a:lstStyle/>
          <a:p>
            <a:r>
              <a:rPr lang="nl-NL" noProof="0" dirty="0"/>
              <a:t>Hebben we geleerd:</a:t>
            </a:r>
          </a:p>
          <a:p>
            <a:pPr lvl="1"/>
            <a:r>
              <a:rPr lang="nl-NL" dirty="0"/>
              <a:t>Hoe we een c</a:t>
            </a:r>
            <a:r>
              <a:rPr lang="nl-NL" noProof="0" dirty="0" err="1"/>
              <a:t>onstructors</a:t>
            </a:r>
            <a:r>
              <a:rPr lang="nl-NL" noProof="0" dirty="0"/>
              <a:t> toevoegen aan een klas</a:t>
            </a:r>
          </a:p>
          <a:p>
            <a:pPr lvl="1"/>
            <a:r>
              <a:rPr lang="nl-NL" dirty="0"/>
              <a:t>Hoe we met this een </a:t>
            </a:r>
            <a:r>
              <a:rPr lang="nl-NL" dirty="0" err="1"/>
              <a:t>variable</a:t>
            </a:r>
            <a:r>
              <a:rPr lang="nl-NL" dirty="0"/>
              <a:t> van de class kunnen aanspreken</a:t>
            </a:r>
          </a:p>
        </p:txBody>
      </p:sp>
    </p:spTree>
    <p:extLst>
      <p:ext uri="{BB962C8B-B14F-4D97-AF65-F5344CB8AC3E}">
        <p14:creationId xmlns:p14="http://schemas.microsoft.com/office/powerpoint/2010/main" val="1020491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F24D-11B6-E0FA-B92B-C6652C71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C0FE-CF72-A1D1-3EDF-4870156B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week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4A81ED-94FE-9E63-A3C1-BC8C05F07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11122112" cy="4351338"/>
          </a:xfrm>
        </p:spPr>
        <p:txBody>
          <a:bodyPr/>
          <a:lstStyle/>
          <a:p>
            <a:r>
              <a:rPr lang="nl-NL" noProof="0" dirty="0"/>
              <a:t>Leren we:</a:t>
            </a:r>
          </a:p>
          <a:p>
            <a:pPr lvl="1"/>
            <a:r>
              <a:rPr lang="nl-NL" dirty="0"/>
              <a:t>Hoe we een dynamische lijst in c</a:t>
            </a:r>
            <a:r>
              <a:rPr lang="nl-NL"/>
              <a:t># kunnen maken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417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795-70BA-1B69-1018-90498419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48C0-04C2-3C6C-7DC4-04932BBA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Shmup</a:t>
            </a:r>
            <a:r>
              <a:rPr lang="nl-NL" dirty="0"/>
              <a:t> games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6A09E4-0921-AFB4-18B4-8E38AA958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dirty="0"/>
              <a:t>Bekijk deze code</a:t>
            </a:r>
          </a:p>
          <a:p>
            <a:endParaRPr lang="nl-NL" dirty="0"/>
          </a:p>
          <a:p>
            <a:r>
              <a:rPr lang="nl-NL" dirty="0"/>
              <a:t>We houden een lijst van iets bij, in dit geval </a:t>
            </a:r>
            <a:r>
              <a:rPr lang="nl-NL" dirty="0" err="1"/>
              <a:t>bullets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72F90-4A90-21FC-2CAE-18CB4C85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872" y="1668630"/>
            <a:ext cx="6180406" cy="36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8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Bullet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5658716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dirty="0" err="1"/>
              <a:t>Spawn</a:t>
            </a:r>
            <a:r>
              <a:rPr lang="nl-NL" dirty="0"/>
              <a:t> en geef richting en snelheid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26349-4CCE-CF89-9F46-0B7CD5ABE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72" y="2688177"/>
            <a:ext cx="5057775" cy="3514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380EF8-6B7D-F22E-1FD0-49F0FB667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0" y="3097238"/>
            <a:ext cx="3916613" cy="353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3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List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5658716" cy="4351338"/>
          </a:xfrm>
        </p:spPr>
        <p:txBody>
          <a:bodyPr/>
          <a:lstStyle/>
          <a:p>
            <a:pPr marL="0" indent="0">
              <a:buNone/>
            </a:pPr>
            <a:r>
              <a:rPr lang="nl-NL" noProof="0" dirty="0"/>
              <a:t>Wat kunnen we nog meer?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480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List&lt;WHAAAT&gt; …. </a:t>
            </a:r>
            <a:r>
              <a:rPr lang="nl-NL" dirty="0" err="1"/>
              <a:t>Generics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3571045" cy="4351338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Net als array bepaal jij wat erin komt</a:t>
            </a:r>
          </a:p>
          <a:p>
            <a:endParaRPr lang="nl-NL" dirty="0"/>
          </a:p>
          <a:p>
            <a:r>
              <a:rPr lang="nl-NL" dirty="0" err="1"/>
              <a:t>WatErinMoet</a:t>
            </a:r>
            <a:r>
              <a:rPr lang="nl-NL" dirty="0"/>
              <a:t>[]</a:t>
            </a:r>
          </a:p>
          <a:p>
            <a:endParaRPr lang="nl-NL" dirty="0"/>
          </a:p>
          <a:p>
            <a:r>
              <a:rPr lang="nl-NL" dirty="0"/>
              <a:t>List&lt;</a:t>
            </a:r>
            <a:r>
              <a:rPr lang="nl-NL" dirty="0" err="1"/>
              <a:t>WatErinMoet</a:t>
            </a:r>
            <a:r>
              <a:rPr lang="nl-NL" dirty="0"/>
              <a:t>&gt;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C69298-1C42-0CDB-920D-F7D978467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" r="3159"/>
          <a:stretch/>
        </p:blipFill>
        <p:spPr>
          <a:xfrm>
            <a:off x="4125239" y="1963016"/>
            <a:ext cx="8066761" cy="40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List&lt;T&gt; </a:t>
            </a:r>
            <a:r>
              <a:rPr lang="nl-NL" dirty="0" err="1"/>
              <a:t>Generics</a:t>
            </a: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A5B03-EBCB-7A1A-FC6B-C8CD4EFC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39" y="2085368"/>
            <a:ext cx="86010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9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List demo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3571045" cy="4351338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Meteen items erin</a:t>
            </a:r>
          </a:p>
          <a:p>
            <a:r>
              <a:rPr lang="nl-NL" dirty="0" err="1"/>
              <a:t>Remove</a:t>
            </a:r>
            <a:endParaRPr lang="nl-NL" dirty="0"/>
          </a:p>
          <a:p>
            <a:r>
              <a:rPr lang="nl-NL" dirty="0" err="1"/>
              <a:t>Add</a:t>
            </a:r>
            <a:endParaRPr lang="nl-NL" dirty="0"/>
          </a:p>
          <a:p>
            <a:r>
              <a:rPr lang="nl-NL" dirty="0" err="1"/>
              <a:t>Linq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59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01" y="1836016"/>
            <a:ext cx="3571045" cy="4351338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Opdrachten</a:t>
            </a:r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56DE8-8C26-99BF-0D3E-1865957B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27" y="1836016"/>
            <a:ext cx="4656690" cy="40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876</TotalTime>
  <Words>151</Words>
  <Application>Microsoft Office PowerPoint</Application>
  <PresentationFormat>Widescreen</PresentationFormat>
  <Paragraphs>45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 Deel 2</vt:lpstr>
      <vt:lpstr>Vorige week</vt:lpstr>
      <vt:lpstr>Deze week</vt:lpstr>
      <vt:lpstr>Shmup games</vt:lpstr>
      <vt:lpstr>Bullet</vt:lpstr>
      <vt:lpstr>List</vt:lpstr>
      <vt:lpstr>List&lt;WHAAAT&gt; …. Generics</vt:lpstr>
      <vt:lpstr>List&lt;T&gt; Generics</vt:lpstr>
      <vt:lpstr>List demo</vt:lpstr>
      <vt:lpstr>Vandaag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2025-12-09T10:16:37Z</dcterms:modified>
</cp:coreProperties>
</file>