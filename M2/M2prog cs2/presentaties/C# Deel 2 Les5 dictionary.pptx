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2"/>
  </p:notesMasterIdLst>
  <p:sldIdLst>
    <p:sldId id="298" r:id="rId2"/>
    <p:sldId id="299" r:id="rId3"/>
    <p:sldId id="303" r:id="rId4"/>
    <p:sldId id="295" r:id="rId5"/>
    <p:sldId id="300" r:id="rId6"/>
    <p:sldId id="301" r:id="rId7"/>
    <p:sldId id="302" r:id="rId8"/>
    <p:sldId id="304" r:id="rId9"/>
    <p:sldId id="305" r:id="rId10"/>
    <p:sldId id="29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A5B7D3"/>
    <a:srgbClr val="213F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53" autoAdjust="0"/>
    <p:restoredTop sz="86449" autoAdjust="0"/>
  </p:normalViewPr>
  <p:slideViewPr>
    <p:cSldViewPr snapToGrid="0">
      <p:cViewPr varScale="1">
        <p:scale>
          <a:sx n="56" d="100"/>
          <a:sy n="56" d="100"/>
        </p:scale>
        <p:origin x="96" y="22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BC00D9DF-F858-4149-8B7B-F211D448CEDA}"/>
    <pc:docChg chg="custSel modSld">
      <pc:chgData name="Dragan Javorac" userId="913c2858-fb97-4c6e-a42c-b1f1a16b225e" providerId="ADAL" clId="{BC00D9DF-F858-4149-8B7B-F211D448CEDA}" dt="2026-01-09T10:14:38.020" v="60" actId="20577"/>
      <pc:docMkLst>
        <pc:docMk/>
      </pc:docMkLst>
      <pc:sldChg chg="modSp mod">
        <pc:chgData name="Dragan Javorac" userId="913c2858-fb97-4c6e-a42c-b1f1a16b225e" providerId="ADAL" clId="{BC00D9DF-F858-4149-8B7B-F211D448CEDA}" dt="2026-01-09T10:14:38.020" v="60" actId="20577"/>
        <pc:sldMkLst>
          <pc:docMk/>
          <pc:sldMk cId="4053758311" sldId="303"/>
        </pc:sldMkLst>
        <pc:spChg chg="mod">
          <ac:chgData name="Dragan Javorac" userId="913c2858-fb97-4c6e-a42c-b1f1a16b225e" providerId="ADAL" clId="{BC00D9DF-F858-4149-8B7B-F211D448CEDA}" dt="2026-01-09T10:14:38.020" v="60" actId="20577"/>
          <ac:spMkLst>
            <pc:docMk/>
            <pc:sldMk cId="4053758311" sldId="303"/>
            <ac:spMk id="10" creationId="{70515A68-5500-CF02-F3F5-A9E8521ADAE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BF8475-B390-4598-930D-E80CF2195F42}" type="datetimeFigureOut">
              <a:rPr lang="nl-NL" smtClean="0"/>
              <a:t>9-1-2026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CDCB99-31C0-4CF8-8B52-1073427E15D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82274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9-1-2026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75983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9-1-2026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41130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9-1-2026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285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9-1-2026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84087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9-1-2026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17248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9-1-2026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38192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9-1-2026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12065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9-1-2026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99456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9-1-2026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63093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9-1-2026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87944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9-1-2026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10965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4">
                <a:lumMod val="75000"/>
              </a:schemeClr>
            </a:gs>
            <a:gs pos="0">
              <a:schemeClr val="accent3">
                <a:lumMod val="50000"/>
              </a:schemeClr>
            </a:gs>
            <a:gs pos="100000">
              <a:schemeClr val="accent5">
                <a:lumMod val="60000"/>
                <a:lumOff val="40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rgbClr val="A5B7D3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E18F83-F2D4-46BF-9E5D-FF9439C20B20}" type="datetimeFigureOut">
              <a:rPr lang="nl-NL" smtClean="0"/>
              <a:t>9-1-2026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366485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27A49-3921-4604-B6B2-61568970C1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C# </a:t>
            </a:r>
            <a:r>
              <a:rPr lang="en-US" dirty="0" err="1"/>
              <a:t>Deel</a:t>
            </a:r>
            <a:r>
              <a:rPr lang="en-US" dirty="0"/>
              <a:t> 2</a:t>
            </a:r>
            <a:endParaRPr lang="nl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399728-9CFD-4345-B7B5-5B803A05E8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645222"/>
          </a:xfrm>
        </p:spPr>
        <p:txBody>
          <a:bodyPr>
            <a:normAutofit/>
          </a:bodyPr>
          <a:lstStyle/>
          <a:p>
            <a:r>
              <a:rPr lang="nl-NL" noProof="0" dirty="0" err="1"/>
              <a:t>Dicationary</a:t>
            </a:r>
            <a:endParaRPr lang="nl-NL" noProof="0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1F14C14-727F-B8B5-1433-EE67AB6E0C82}"/>
              </a:ext>
            </a:extLst>
          </p:cNvPr>
          <p:cNvSpPr txBox="1">
            <a:spLocks/>
          </p:cNvSpPr>
          <p:nvPr/>
        </p:nvSpPr>
        <p:spPr>
          <a:xfrm>
            <a:off x="2771686" y="248445"/>
            <a:ext cx="9144000" cy="40958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/>
              <a:t>2024-2025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20640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01B9A-903F-86EE-BA53-79F706435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9BCB5-528B-0205-A11C-F04362D86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Wat zijn het?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3C6B206-1F0C-97E8-06A5-50C6DF529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283" y="1836016"/>
            <a:ext cx="710185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nl-NL" dirty="0"/>
          </a:p>
          <a:p>
            <a:r>
              <a:rPr lang="nl-NL" dirty="0"/>
              <a:t>Een class waarmee je snel een ding kan opzoeken</a:t>
            </a:r>
          </a:p>
          <a:p>
            <a:endParaRPr lang="nl-NL" dirty="0"/>
          </a:p>
          <a:p>
            <a:r>
              <a:rPr lang="nl-NL" dirty="0"/>
              <a:t>Elk ding krijgt een key</a:t>
            </a:r>
          </a:p>
          <a:p>
            <a:endParaRPr lang="nl-NL" dirty="0"/>
          </a:p>
          <a:p>
            <a:r>
              <a:rPr lang="nl-NL" dirty="0"/>
              <a:t>Denk aan personen in een database:</a:t>
            </a:r>
          </a:p>
          <a:p>
            <a:pPr lvl="1"/>
            <a:r>
              <a:rPr lang="nl-NL" dirty="0"/>
              <a:t>Elke persoon kan als key bv het BSN hebben</a:t>
            </a:r>
          </a:p>
          <a:p>
            <a:pPr lvl="1"/>
            <a:r>
              <a:rPr lang="nl-NL" dirty="0"/>
              <a:t>Moet uniek zijn!</a:t>
            </a:r>
          </a:p>
          <a:p>
            <a:endParaRPr lang="nl-NL" dirty="0"/>
          </a:p>
          <a:p>
            <a:endParaRPr lang="nl-N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F895A0-786A-644F-7C76-C7028C42A5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743" t="7686"/>
          <a:stretch/>
        </p:blipFill>
        <p:spPr>
          <a:xfrm>
            <a:off x="9257952" y="2061352"/>
            <a:ext cx="2656462" cy="313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141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7AEB2-D81D-A246-E187-5BFB273B3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4AE25-0088-9C01-C3E5-A0506BC8F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Toepassingen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0515A68-5500-CF02-F3F5-A9E8521AD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284" y="1836016"/>
            <a:ext cx="6089286" cy="4351338"/>
          </a:xfrm>
        </p:spPr>
        <p:txBody>
          <a:bodyPr>
            <a:normAutofit fontScale="77500" lnSpcReduction="20000"/>
          </a:bodyPr>
          <a:lstStyle/>
          <a:p>
            <a:r>
              <a:rPr lang="nl-NL" dirty="0"/>
              <a:t>Alles wat je snel op een eigenschap moet zoeken. </a:t>
            </a:r>
          </a:p>
          <a:p>
            <a:r>
              <a:rPr lang="nl-NL" dirty="0"/>
              <a:t>2 dingen welke 1 paar zijn</a:t>
            </a:r>
          </a:p>
          <a:p>
            <a:endParaRPr lang="nl-NL" dirty="0"/>
          </a:p>
          <a:p>
            <a:r>
              <a:rPr lang="nl-NL" dirty="0"/>
              <a:t>Bv:</a:t>
            </a:r>
          </a:p>
          <a:p>
            <a:pPr lvl="1"/>
            <a:r>
              <a:rPr lang="nl-NL" dirty="0"/>
              <a:t>een volgend scherm opzoeken op </a:t>
            </a:r>
            <a:r>
              <a:rPr lang="nl-NL" dirty="0" err="1"/>
              <a:t>coordinaten</a:t>
            </a:r>
            <a:r>
              <a:rPr lang="nl-NL" dirty="0"/>
              <a:t>, of een </a:t>
            </a:r>
            <a:r>
              <a:rPr lang="nl-NL" dirty="0" err="1"/>
              <a:t>warp</a:t>
            </a:r>
            <a:r>
              <a:rPr lang="nl-NL" dirty="0"/>
              <a:t> gebruiken</a:t>
            </a:r>
          </a:p>
          <a:p>
            <a:pPr lvl="1"/>
            <a:endParaRPr lang="nl-NL" dirty="0"/>
          </a:p>
          <a:p>
            <a:pPr lvl="1"/>
            <a:r>
              <a:rPr lang="nl-NL" dirty="0" err="1"/>
              <a:t>Friend</a:t>
            </a:r>
            <a:r>
              <a:rPr lang="nl-NL" dirty="0"/>
              <a:t> codes </a:t>
            </a:r>
          </a:p>
          <a:p>
            <a:pPr lvl="1"/>
            <a:endParaRPr lang="nl-NL" dirty="0"/>
          </a:p>
          <a:p>
            <a:pPr lvl="1"/>
            <a:r>
              <a:rPr lang="nl-NL" dirty="0" err="1"/>
              <a:t>Ip</a:t>
            </a:r>
            <a:r>
              <a:rPr lang="nl-NL" dirty="0"/>
              <a:t> adres bij een </a:t>
            </a:r>
            <a:r>
              <a:rPr lang="nl-NL" dirty="0" err="1"/>
              <a:t>connection</a:t>
            </a:r>
            <a:r>
              <a:rPr lang="nl-NL" dirty="0"/>
              <a:t> bijhouden</a:t>
            </a:r>
          </a:p>
          <a:p>
            <a:pPr lvl="1"/>
            <a:endParaRPr lang="nl-NL" dirty="0"/>
          </a:p>
          <a:p>
            <a:pPr lvl="1"/>
            <a:r>
              <a:rPr lang="nl-NL" dirty="0"/>
              <a:t>Gebruikersnaam bij account</a:t>
            </a:r>
          </a:p>
          <a:p>
            <a:pPr lvl="1"/>
            <a:endParaRPr lang="nl-NL" dirty="0"/>
          </a:p>
          <a:p>
            <a:pPr lvl="1"/>
            <a:r>
              <a:rPr lang="nl-NL" dirty="0"/>
              <a:t>Auto op kenteken zoeken.</a:t>
            </a:r>
          </a:p>
          <a:p>
            <a:pPr lvl="1"/>
            <a:r>
              <a:rPr lang="nl-NL" dirty="0"/>
              <a:t>Voor 3d: </a:t>
            </a:r>
            <a:r>
              <a:rPr lang="nl-NL" dirty="0" err="1"/>
              <a:t>textures</a:t>
            </a:r>
            <a:r>
              <a:rPr lang="nl-NL" dirty="0"/>
              <a:t>/</a:t>
            </a:r>
            <a:r>
              <a:rPr lang="nl-NL" dirty="0" err="1"/>
              <a:t>models</a:t>
            </a:r>
            <a:r>
              <a:rPr lang="nl-NL" dirty="0"/>
              <a:t> op naam bewaren</a:t>
            </a:r>
          </a:p>
          <a:p>
            <a:pPr marL="0" indent="0">
              <a:buNone/>
            </a:pPr>
            <a:endParaRPr lang="nl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2D2EA3-8BC1-0918-9B45-B3000B13E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6569" y="670646"/>
            <a:ext cx="5413925" cy="41568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821679-ACC7-9703-5601-EE5279E6B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569" y="5244236"/>
            <a:ext cx="3501044" cy="13441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7EAC1D-E3BF-2365-CF5D-F2305922C2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8433" y="5244236"/>
            <a:ext cx="1602062" cy="1388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758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Waarom?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B5033DF-5706-B77A-AC84-571C0415A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284" y="1836016"/>
            <a:ext cx="6075483" cy="4351338"/>
          </a:xfrm>
        </p:spPr>
        <p:txBody>
          <a:bodyPr/>
          <a:lstStyle/>
          <a:p>
            <a:r>
              <a:rPr lang="nl-NL" dirty="0"/>
              <a:t>Snel zoeken scheelt performance.</a:t>
            </a:r>
          </a:p>
          <a:p>
            <a:endParaRPr lang="nl-NL" dirty="0"/>
          </a:p>
          <a:p>
            <a:r>
              <a:rPr lang="nl-NL" dirty="0"/>
              <a:t>Je kan op keys zoeken</a:t>
            </a:r>
          </a:p>
          <a:p>
            <a:endParaRPr lang="nl-NL" dirty="0"/>
          </a:p>
          <a:p>
            <a:r>
              <a:rPr lang="nl-NL" dirty="0"/>
              <a:t>Je hoeft niet een array door te lopen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AAED15-DBFF-0607-B247-BF6CA4C37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7441" y="1243262"/>
            <a:ext cx="4867275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596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7403F-5812-7483-9F33-DA617AF83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2EB77-D31C-A572-FD01-DC7A3CF9C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Maken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19A8DF5-E7EB-7ECF-5C99-4E43A3B95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284" y="1836016"/>
            <a:ext cx="6075483" cy="4351338"/>
          </a:xfrm>
        </p:spPr>
        <p:txBody>
          <a:bodyPr/>
          <a:lstStyle/>
          <a:p>
            <a:r>
              <a:rPr lang="nl-NL" dirty="0"/>
              <a:t>Eerst nadenken over HOE je snel wil zoeken:</a:t>
            </a:r>
          </a:p>
          <a:p>
            <a:pPr lvl="1"/>
            <a:r>
              <a:rPr lang="nl-NL" dirty="0"/>
              <a:t>Bv hier voor een webshop</a:t>
            </a:r>
          </a:p>
          <a:p>
            <a:pPr lvl="2"/>
            <a:r>
              <a:rPr lang="nl-NL" dirty="0"/>
              <a:t>Snel op artikel nummer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241805-8398-BB94-D665-A895654BE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991" y="2831194"/>
            <a:ext cx="5800725" cy="904875"/>
          </a:xfrm>
          <a:prstGeom prst="rect">
            <a:avLst/>
          </a:prstGeom>
        </p:spPr>
      </p:pic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7C835E29-851F-439A-A346-4AB3E49075B2}"/>
              </a:ext>
            </a:extLst>
          </p:cNvPr>
          <p:cNvSpPr/>
          <p:nvPr/>
        </p:nvSpPr>
        <p:spPr>
          <a:xfrm>
            <a:off x="7327110" y="1048383"/>
            <a:ext cx="3054485" cy="625182"/>
          </a:xfrm>
          <a:prstGeom prst="wedgeRoundRectCallout">
            <a:avLst>
              <a:gd name="adj1" fmla="val -37081"/>
              <a:gd name="adj2" fmla="val 254988"/>
              <a:gd name="adj3" fmla="val 16667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Int het artikel nummer</a:t>
            </a: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8DA16A7B-5121-F763-3FF6-FFC85A570492}"/>
              </a:ext>
            </a:extLst>
          </p:cNvPr>
          <p:cNvSpPr/>
          <p:nvPr/>
        </p:nvSpPr>
        <p:spPr>
          <a:xfrm>
            <a:off x="8178900" y="5184435"/>
            <a:ext cx="3054485" cy="625182"/>
          </a:xfrm>
          <a:prstGeom prst="wedgeRoundRectCallout">
            <a:avLst>
              <a:gd name="adj1" fmla="val -3345"/>
              <a:gd name="adj2" fmla="val -291244"/>
              <a:gd name="adj3" fmla="val 16667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Wat je wil zoeken: Artikel</a:t>
            </a:r>
          </a:p>
        </p:txBody>
      </p:sp>
    </p:spTree>
    <p:extLst>
      <p:ext uri="{BB962C8B-B14F-4D97-AF65-F5344CB8AC3E}">
        <p14:creationId xmlns:p14="http://schemas.microsoft.com/office/powerpoint/2010/main" val="3853344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24A45-9012-BEE5-68C2-1EFCF6B51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3466D-24B8-929D-A2C9-1C3BABC53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Toevoegen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A94420-3EA4-CC6D-3F09-ADDC03C7A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284" y="1836016"/>
            <a:ext cx="6075483" cy="4351338"/>
          </a:xfrm>
        </p:spPr>
        <p:txBody>
          <a:bodyPr/>
          <a:lstStyle/>
          <a:p>
            <a:r>
              <a:rPr lang="nl-NL" dirty="0" err="1"/>
              <a:t>Add</a:t>
            </a:r>
            <a:r>
              <a:rPr lang="nl-NL" dirty="0"/>
              <a:t>(key, object)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E5B5CB1-FB76-E382-4293-725A7F811ABD}"/>
              </a:ext>
            </a:extLst>
          </p:cNvPr>
          <p:cNvGrpSpPr/>
          <p:nvPr/>
        </p:nvGrpSpPr>
        <p:grpSpPr>
          <a:xfrm>
            <a:off x="3829050" y="365125"/>
            <a:ext cx="8362950" cy="6282563"/>
            <a:chOff x="-106117" y="0"/>
            <a:chExt cx="8362950" cy="628256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C61513B-A87B-03DA-C495-6EB5E122E8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9530" y="564684"/>
              <a:ext cx="5238750" cy="1647825"/>
            </a:xfrm>
            <a:prstGeom prst="rect">
              <a:avLst/>
            </a:prstGeom>
          </p:spPr>
        </p:pic>
        <p:sp>
          <p:nvSpPr>
            <p:cNvPr id="7" name="Speech Bubble: Rectangle with Corners Rounded 6">
              <a:extLst>
                <a:ext uri="{FF2B5EF4-FFF2-40B4-BE49-F238E27FC236}">
                  <a16:creationId xmlns:a16="http://schemas.microsoft.com/office/drawing/2014/main" id="{1E002A2E-F27B-6058-BEAA-ABD09D38BF58}"/>
                </a:ext>
              </a:extLst>
            </p:cNvPr>
            <p:cNvSpPr/>
            <p:nvPr/>
          </p:nvSpPr>
          <p:spPr>
            <a:xfrm>
              <a:off x="2773068" y="0"/>
              <a:ext cx="3054485" cy="413402"/>
            </a:xfrm>
            <a:prstGeom prst="wedgeRoundRectCallout">
              <a:avLst>
                <a:gd name="adj1" fmla="val -23090"/>
                <a:gd name="adj2" fmla="val 94637"/>
                <a:gd name="adj3" fmla="val 16667"/>
              </a:avLst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/>
                <a:t>Stel dit artikel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719794F-1C56-2369-91C5-FCB9EF113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5275" y="2976562"/>
              <a:ext cx="5800725" cy="904875"/>
            </a:xfrm>
            <a:prstGeom prst="rect">
              <a:avLst/>
            </a:prstGeom>
          </p:spPr>
        </p:pic>
        <p:sp>
          <p:nvSpPr>
            <p:cNvPr id="9" name="Speech Bubble: Rectangle with Corners Rounded 8">
              <a:extLst>
                <a:ext uri="{FF2B5EF4-FFF2-40B4-BE49-F238E27FC236}">
                  <a16:creationId xmlns:a16="http://schemas.microsoft.com/office/drawing/2014/main" id="{BA08D8AF-AF55-F410-78F1-03E9BDEF8D2D}"/>
                </a:ext>
              </a:extLst>
            </p:cNvPr>
            <p:cNvSpPr/>
            <p:nvPr/>
          </p:nvSpPr>
          <p:spPr>
            <a:xfrm>
              <a:off x="2361264" y="2299961"/>
              <a:ext cx="3054485" cy="413402"/>
            </a:xfrm>
            <a:prstGeom prst="wedgeRoundRectCallout">
              <a:avLst>
                <a:gd name="adj1" fmla="val -23090"/>
                <a:gd name="adj2" fmla="val 94637"/>
                <a:gd name="adj3" fmla="val 16667"/>
              </a:avLst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/>
                <a:t>Willen we hierin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CEF6B59-AFFF-513D-0A95-CD0EEC7061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106117" y="5768213"/>
              <a:ext cx="8362950" cy="514350"/>
            </a:xfrm>
            <a:prstGeom prst="rect">
              <a:avLst/>
            </a:prstGeom>
          </p:spPr>
        </p:pic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D8686E3-F939-2E3B-2175-23AAB27D5D75}"/>
                </a:ext>
              </a:extLst>
            </p:cNvPr>
            <p:cNvCxnSpPr/>
            <p:nvPr/>
          </p:nvCxnSpPr>
          <p:spPr>
            <a:xfrm>
              <a:off x="4300310" y="3754877"/>
              <a:ext cx="2499324" cy="2130357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D278C9E-514B-F2F4-0DDD-E6F34C74BAD6}"/>
                </a:ext>
              </a:extLst>
            </p:cNvPr>
            <p:cNvCxnSpPr>
              <a:cxnSpLocks/>
            </p:cNvCxnSpPr>
            <p:nvPr/>
          </p:nvCxnSpPr>
          <p:spPr>
            <a:xfrm>
              <a:off x="3050648" y="3710490"/>
              <a:ext cx="1608901" cy="2174744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15937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29EEB-94D9-53EF-AB97-75546CE33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79551-EE26-3A87-CB74-DA05670A6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 dit geval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851867C-70AB-1216-AEA8-DFCD8F407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284" y="1836016"/>
            <a:ext cx="6075483" cy="4351338"/>
          </a:xfrm>
        </p:spPr>
        <p:txBody>
          <a:bodyPr/>
          <a:lstStyle/>
          <a:p>
            <a:r>
              <a:rPr lang="nl-NL" dirty="0" err="1"/>
              <a:t>Add</a:t>
            </a:r>
            <a:r>
              <a:rPr lang="nl-NL" dirty="0"/>
              <a:t>(INT, ARTIKEL)</a:t>
            </a:r>
          </a:p>
          <a:p>
            <a:endParaRPr lang="nl-NL" dirty="0"/>
          </a:p>
          <a:p>
            <a:r>
              <a:rPr lang="nl-NL" dirty="0" err="1"/>
              <a:t>Generics</a:t>
            </a:r>
            <a:r>
              <a:rPr lang="nl-NL" dirty="0"/>
              <a:t>, maar dat komt later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2AA4126-4514-6707-ED1A-2F65A8797A86}"/>
              </a:ext>
            </a:extLst>
          </p:cNvPr>
          <p:cNvGrpSpPr/>
          <p:nvPr/>
        </p:nvGrpSpPr>
        <p:grpSpPr>
          <a:xfrm>
            <a:off x="3475025" y="1648261"/>
            <a:ext cx="8383475" cy="4844614"/>
            <a:chOff x="0" y="1451410"/>
            <a:chExt cx="8383475" cy="484461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0AE5F51-B53A-3D8D-40B5-7B85C6AE6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82750" y="1451410"/>
              <a:ext cx="5800725" cy="90487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39AC5C8-9A2C-923E-BCE2-6E05A6F1DD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5223464"/>
              <a:ext cx="8362950" cy="514350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0CE99E4C-9711-6576-CD6C-892FB61D7723}"/>
                </a:ext>
              </a:extLst>
            </p:cNvPr>
            <p:cNvCxnSpPr>
              <a:cxnSpLocks/>
            </p:cNvCxnSpPr>
            <p:nvPr/>
          </p:nvCxnSpPr>
          <p:spPr>
            <a:xfrm>
              <a:off x="6075483" y="2281265"/>
              <a:ext cx="274589" cy="300298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sp>
          <p:nvSpPr>
            <p:cNvPr id="15" name="Speech Bubble: Rectangle with Corners Rounded 14">
              <a:extLst>
                <a:ext uri="{FF2B5EF4-FFF2-40B4-BE49-F238E27FC236}">
                  <a16:creationId xmlns:a16="http://schemas.microsoft.com/office/drawing/2014/main" id="{1F4F82B7-98A9-B2D1-0EA4-88767B9893E8}"/>
                </a:ext>
              </a:extLst>
            </p:cNvPr>
            <p:cNvSpPr/>
            <p:nvPr/>
          </p:nvSpPr>
          <p:spPr>
            <a:xfrm>
              <a:off x="3295587" y="3681851"/>
              <a:ext cx="3054485" cy="413402"/>
            </a:xfrm>
            <a:prstGeom prst="wedgeRoundRectCallout">
              <a:avLst>
                <a:gd name="adj1" fmla="val -19671"/>
                <a:gd name="adj2" fmla="val 337388"/>
                <a:gd name="adj3" fmla="val 16667"/>
              </a:avLst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/>
                <a:t>Dit moet een int zijn</a:t>
              </a:r>
            </a:p>
          </p:txBody>
        </p:sp>
        <p:sp>
          <p:nvSpPr>
            <p:cNvPr id="16" name="Speech Bubble: Rectangle with Corners Rounded 15">
              <a:extLst>
                <a:ext uri="{FF2B5EF4-FFF2-40B4-BE49-F238E27FC236}">
                  <a16:creationId xmlns:a16="http://schemas.microsoft.com/office/drawing/2014/main" id="{5C9A98AD-9346-39DA-1A5F-F3DB70DCBF38}"/>
                </a:ext>
              </a:extLst>
            </p:cNvPr>
            <p:cNvSpPr/>
            <p:nvPr/>
          </p:nvSpPr>
          <p:spPr>
            <a:xfrm>
              <a:off x="4927294" y="5882622"/>
              <a:ext cx="3054485" cy="413402"/>
            </a:xfrm>
            <a:prstGeom prst="wedgeRoundRectCallout">
              <a:avLst>
                <a:gd name="adj1" fmla="val 10986"/>
                <a:gd name="adj2" fmla="val -114787"/>
                <a:gd name="adj3" fmla="val 16667"/>
              </a:avLst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/>
                <a:t>Dit moet een Artikel zijn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31623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5AC11-3360-4DB9-1113-68B6B1F82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495A1-D01F-8BF2-D809-B33B33785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Zoeken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B8EC0D6-A6F0-F85F-B59A-01744B760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285" y="1836016"/>
            <a:ext cx="5049116" cy="4351338"/>
          </a:xfrm>
        </p:spPr>
        <p:txBody>
          <a:bodyPr/>
          <a:lstStyle/>
          <a:p>
            <a:r>
              <a:rPr lang="nl-NL" dirty="0" err="1"/>
              <a:t>dictionaryNaam</a:t>
            </a:r>
            <a:r>
              <a:rPr lang="nl-NL" dirty="0"/>
              <a:t>[KEY]</a:t>
            </a:r>
          </a:p>
          <a:p>
            <a:r>
              <a:rPr lang="nl-NL" dirty="0"/>
              <a:t>Bijna als een array</a:t>
            </a:r>
          </a:p>
          <a:p>
            <a:r>
              <a:rPr lang="nl-NL" dirty="0"/>
              <a:t>Alleen kan wat er tussen [] staat ook iets anders dan een nummer zijn</a:t>
            </a:r>
          </a:p>
          <a:p>
            <a:pPr marL="0" indent="0">
              <a:buNone/>
            </a:pPr>
            <a:endParaRPr lang="nl-NL" dirty="0" err="1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9F75803-F95B-439D-845B-F5CDDAD34D25}"/>
              </a:ext>
            </a:extLst>
          </p:cNvPr>
          <p:cNvGrpSpPr/>
          <p:nvPr/>
        </p:nvGrpSpPr>
        <p:grpSpPr>
          <a:xfrm>
            <a:off x="5777399" y="1111624"/>
            <a:ext cx="6200775" cy="5075730"/>
            <a:chOff x="85725" y="1466078"/>
            <a:chExt cx="6200775" cy="507573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B194543-326B-7211-8DB1-BC8F9F052B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4776" y="1466078"/>
              <a:ext cx="5800725" cy="904875"/>
            </a:xfrm>
            <a:prstGeom prst="rect">
              <a:avLst/>
            </a:prstGeom>
          </p:spPr>
        </p:pic>
        <p:sp>
          <p:nvSpPr>
            <p:cNvPr id="7" name="Speech Bubble: Rectangle with Corners Rounded 6">
              <a:extLst>
                <a:ext uri="{FF2B5EF4-FFF2-40B4-BE49-F238E27FC236}">
                  <a16:creationId xmlns:a16="http://schemas.microsoft.com/office/drawing/2014/main" id="{C4F7CB88-1A50-8254-9994-81C80AB27EE5}"/>
                </a:ext>
              </a:extLst>
            </p:cNvPr>
            <p:cNvSpPr/>
            <p:nvPr/>
          </p:nvSpPr>
          <p:spPr>
            <a:xfrm>
              <a:off x="754127" y="2769528"/>
              <a:ext cx="5151374" cy="761611"/>
            </a:xfrm>
            <a:prstGeom prst="wedgeRoundRectCallout">
              <a:avLst>
                <a:gd name="adj1" fmla="val -8086"/>
                <a:gd name="adj2" fmla="val -113510"/>
                <a:gd name="adj3" fmla="val 16667"/>
              </a:avLst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/>
                <a:t>De eerste hier bepaald wat het type van de </a:t>
              </a:r>
              <a:r>
                <a:rPr lang="nl-NL" dirty="0" err="1"/>
                <a:t>key</a:t>
              </a:r>
              <a:r>
                <a:rPr lang="nl-NL" dirty="0"/>
                <a:t> is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116E8E8-002E-EA5E-250D-F40A1EA8CB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725" y="4682331"/>
              <a:ext cx="6200775" cy="657225"/>
            </a:xfrm>
            <a:prstGeom prst="rect">
              <a:avLst/>
            </a:prstGeom>
          </p:spPr>
        </p:pic>
        <p:sp>
          <p:nvSpPr>
            <p:cNvPr id="9" name="Speech Bubble: Rectangle with Corners Rounded 8">
              <a:extLst>
                <a:ext uri="{FF2B5EF4-FFF2-40B4-BE49-F238E27FC236}">
                  <a16:creationId xmlns:a16="http://schemas.microsoft.com/office/drawing/2014/main" id="{77EB4C01-7459-5459-53CC-40242FD2D56F}"/>
                </a:ext>
              </a:extLst>
            </p:cNvPr>
            <p:cNvSpPr/>
            <p:nvPr/>
          </p:nvSpPr>
          <p:spPr>
            <a:xfrm>
              <a:off x="2764510" y="5884583"/>
              <a:ext cx="3054485" cy="657225"/>
            </a:xfrm>
            <a:prstGeom prst="wedgeRoundRectCallout">
              <a:avLst>
                <a:gd name="adj1" fmla="val 25635"/>
                <a:gd name="adj2" fmla="val -159383"/>
                <a:gd name="adj3" fmla="val 16667"/>
              </a:avLst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/>
                <a:t>Het artikel nummer, hier dus een int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95448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9FA6F-0198-F85F-25CE-129E19CB5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8EFE9-A5FA-676D-9DC6-93D87BD7F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Zoeken</a:t>
            </a:r>
            <a:r>
              <a:rPr lang="nl-NL"/>
              <a:t>: ander </a:t>
            </a:r>
            <a:r>
              <a:rPr lang="nl-NL" dirty="0"/>
              <a:t>voorbeeld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2EB1DCF-ED7C-562D-B0D3-74AB1CF32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284" y="1836016"/>
            <a:ext cx="6075483" cy="4351338"/>
          </a:xfrm>
        </p:spPr>
        <p:txBody>
          <a:bodyPr/>
          <a:lstStyle/>
          <a:p>
            <a:r>
              <a:rPr lang="nl-NL" dirty="0"/>
              <a:t>Ander key type:</a:t>
            </a:r>
          </a:p>
          <a:p>
            <a:pPr lvl="1"/>
            <a:r>
              <a:rPr lang="nl-NL" dirty="0"/>
              <a:t>string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EDAAFA-0B98-42AB-E279-073CECED2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9391" y="2650450"/>
            <a:ext cx="8315325" cy="3324225"/>
          </a:xfrm>
          <a:prstGeom prst="rect">
            <a:avLst/>
          </a:prstGeom>
        </p:spPr>
      </p:pic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2CC8CECE-E5F6-AC64-4A24-A6BD9F1C7A54}"/>
              </a:ext>
            </a:extLst>
          </p:cNvPr>
          <p:cNvSpPr/>
          <p:nvPr/>
        </p:nvSpPr>
        <p:spPr>
          <a:xfrm>
            <a:off x="8944368" y="3366610"/>
            <a:ext cx="3054485" cy="657225"/>
          </a:xfrm>
          <a:prstGeom prst="wedgeRoundRectCallout">
            <a:avLst>
              <a:gd name="adj1" fmla="val 19178"/>
              <a:gd name="adj2" fmla="val 247818"/>
              <a:gd name="adj3" fmla="val 16667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Nu is de </a:t>
            </a:r>
            <a:r>
              <a:rPr lang="nl-NL" dirty="0" err="1"/>
              <a:t>key</a:t>
            </a:r>
            <a:r>
              <a:rPr lang="nl-NL" dirty="0"/>
              <a:t> een string</a:t>
            </a:r>
          </a:p>
        </p:txBody>
      </p:sp>
    </p:spTree>
    <p:extLst>
      <p:ext uri="{BB962C8B-B14F-4D97-AF65-F5344CB8AC3E}">
        <p14:creationId xmlns:p14="http://schemas.microsoft.com/office/powerpoint/2010/main" val="3768950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Vandaag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B5033DF-5706-B77A-AC84-571C0415A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701" y="1836016"/>
            <a:ext cx="3571045" cy="4351338"/>
          </a:xfrm>
        </p:spPr>
        <p:txBody>
          <a:bodyPr/>
          <a:lstStyle/>
          <a:p>
            <a:pPr marL="0" indent="0">
              <a:buNone/>
            </a:pPr>
            <a:endParaRPr lang="nl-NL" dirty="0"/>
          </a:p>
          <a:p>
            <a:r>
              <a:rPr lang="nl-NL" dirty="0"/>
              <a:t>Opdrachten</a:t>
            </a:r>
          </a:p>
          <a:p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EAE29A-0892-A577-7C3B-A9AE6E9B7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779643"/>
            <a:ext cx="5206448" cy="297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490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952</TotalTime>
  <Words>245</Words>
  <Application>Microsoft Office PowerPoint</Application>
  <PresentationFormat>Widescreen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C# Deel 2</vt:lpstr>
      <vt:lpstr>Wat zijn het?</vt:lpstr>
      <vt:lpstr>Toepassingen</vt:lpstr>
      <vt:lpstr>Waarom?</vt:lpstr>
      <vt:lpstr>Maken</vt:lpstr>
      <vt:lpstr>Toevoegen</vt:lpstr>
      <vt:lpstr>In dit geval</vt:lpstr>
      <vt:lpstr>Zoeken</vt:lpstr>
      <vt:lpstr>Zoeken: ander voorbeeld</vt:lpstr>
      <vt:lpstr>Vandaag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 Deel 2</dc:title>
  <dc:creator>Dragan Javorac</dc:creator>
  <cp:lastModifiedBy>Dragan Javorac</cp:lastModifiedBy>
  <cp:revision>2</cp:revision>
  <cp:lastPrinted>2022-05-23T06:13:09Z</cp:lastPrinted>
  <dcterms:created xsi:type="dcterms:W3CDTF">2022-04-26T11:06:09Z</dcterms:created>
  <dcterms:modified xsi:type="dcterms:W3CDTF">2026-01-09T10:14:40Z</dcterms:modified>
</cp:coreProperties>
</file>