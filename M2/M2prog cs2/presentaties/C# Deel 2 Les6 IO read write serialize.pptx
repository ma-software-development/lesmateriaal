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98" r:id="rId2"/>
    <p:sldId id="286" r:id="rId3"/>
    <p:sldId id="287" r:id="rId4"/>
    <p:sldId id="288" r:id="rId5"/>
    <p:sldId id="299" r:id="rId6"/>
    <p:sldId id="302" r:id="rId7"/>
    <p:sldId id="304" r:id="rId8"/>
    <p:sldId id="300" r:id="rId9"/>
    <p:sldId id="301" r:id="rId10"/>
    <p:sldId id="303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FCC9C-A83D-4D14-83E6-0090B7AAD0EB}" v="7" dt="2024-11-19T12:57:34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49" autoAdjust="0"/>
  </p:normalViewPr>
  <p:slideViewPr>
    <p:cSldViewPr snapToGrid="0">
      <p:cViewPr>
        <p:scale>
          <a:sx n="66" d="100"/>
          <a:sy n="66" d="100"/>
        </p:scale>
        <p:origin x="1512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90EA900B-217A-43E0-B4F7-8024EDD7FC32}"/>
    <pc:docChg chg="custSel modSld">
      <pc:chgData name="Dragan Javorac" userId="913c2858-fb97-4c6e-a42c-b1f1a16b225e" providerId="ADAL" clId="{90EA900B-217A-43E0-B4F7-8024EDD7FC32}" dt="2024-05-27T06:30:25.238" v="4" actId="14100"/>
      <pc:docMkLst>
        <pc:docMk/>
      </pc:docMkLst>
      <pc:sldChg chg="addSp delSp modSp mod">
        <pc:chgData name="Dragan Javorac" userId="913c2858-fb97-4c6e-a42c-b1f1a16b225e" providerId="ADAL" clId="{90EA900B-217A-43E0-B4F7-8024EDD7FC32}" dt="2024-05-27T06:30:25.238" v="4" actId="14100"/>
        <pc:sldMkLst>
          <pc:docMk/>
          <pc:sldMk cId="2546539525" sldId="278"/>
        </pc:sldMkLst>
        <pc:picChg chg="del">
          <ac:chgData name="Dragan Javorac" userId="913c2858-fb97-4c6e-a42c-b1f1a16b225e" providerId="ADAL" clId="{90EA900B-217A-43E0-B4F7-8024EDD7FC32}" dt="2024-05-27T06:30:20.724" v="0" actId="478"/>
          <ac:picMkLst>
            <pc:docMk/>
            <pc:sldMk cId="2546539525" sldId="278"/>
            <ac:picMk id="5" creationId="{DF614E97-13C7-D2E6-20DD-0F13115B6167}"/>
          </ac:picMkLst>
        </pc:picChg>
        <pc:picChg chg="add mod">
          <ac:chgData name="Dragan Javorac" userId="913c2858-fb97-4c6e-a42c-b1f1a16b225e" providerId="ADAL" clId="{90EA900B-217A-43E0-B4F7-8024EDD7FC32}" dt="2024-05-27T06:30:25.238" v="4" actId="14100"/>
          <ac:picMkLst>
            <pc:docMk/>
            <pc:sldMk cId="2546539525" sldId="278"/>
            <ac:picMk id="6" creationId="{83EDCF2D-A7D3-3A54-19CB-7818FFC9F35F}"/>
          </ac:picMkLst>
        </pc:picChg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EE76BDBA-469B-4D17-A0BC-1281D6E1C471}"/>
    <pc:docChg chg="custSel addSld delSld modSld">
      <pc:chgData name="Dragan Javorac" userId="913c2858-fb97-4c6e-a42c-b1f1a16b225e" providerId="ADAL" clId="{EE76BDBA-469B-4D17-A0BC-1281D6E1C471}" dt="2023-05-21T18:16:27.599" v="218" actId="1076"/>
      <pc:docMkLst>
        <pc:docMk/>
      </pc:docMkLst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267494202" sldId="260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2739902276" sldId="276"/>
        </pc:sldMkLst>
      </pc:sldChg>
      <pc:sldChg chg="addSp modSp mod">
        <pc:chgData name="Dragan Javorac" userId="913c2858-fb97-4c6e-a42c-b1f1a16b225e" providerId="ADAL" clId="{EE76BDBA-469B-4D17-A0BC-1281D6E1C471}" dt="2023-05-21T18:10:57.927" v="18" actId="1076"/>
        <pc:sldMkLst>
          <pc:docMk/>
          <pc:sldMk cId="2546539525" sldId="278"/>
        </pc:sldMkLst>
        <pc:spChg chg="mod">
          <ac:chgData name="Dragan Javorac" userId="913c2858-fb97-4c6e-a42c-b1f1a16b225e" providerId="ADAL" clId="{EE76BDBA-469B-4D17-A0BC-1281D6E1C471}" dt="2023-05-21T18:10:27.833" v="14" actId="20577"/>
          <ac:spMkLst>
            <pc:docMk/>
            <pc:sldMk cId="2546539525" sldId="278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0:55.494" v="17" actId="27636"/>
          <ac:spMkLst>
            <pc:docMk/>
            <pc:sldMk cId="2546539525" sldId="278"/>
            <ac:spMk id="3" creationId="{9C1B0ED0-FD23-4DF4-8487-56E64A4517DA}"/>
          </ac:spMkLst>
        </pc:spChg>
        <pc:picChg chg="add mod">
          <ac:chgData name="Dragan Javorac" userId="913c2858-fb97-4c6e-a42c-b1f1a16b225e" providerId="ADAL" clId="{EE76BDBA-469B-4D17-A0BC-1281D6E1C471}" dt="2023-05-21T18:10:57.927" v="18" actId="1076"/>
          <ac:picMkLst>
            <pc:docMk/>
            <pc:sldMk cId="2546539525" sldId="278"/>
            <ac:picMk id="5" creationId="{DF614E97-13C7-D2E6-20DD-0F13115B6167}"/>
          </ac:picMkLst>
        </pc:picChg>
      </pc:sldChg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3591907075" sldId="285"/>
        </pc:sldMkLst>
      </pc:sldChg>
      <pc:sldChg chg="addSp delSp modSp add mod">
        <pc:chgData name="Dragan Javorac" userId="913c2858-fb97-4c6e-a42c-b1f1a16b225e" providerId="ADAL" clId="{EE76BDBA-469B-4D17-A0BC-1281D6E1C471}" dt="2023-05-21T18:13:33.189" v="158" actId="1076"/>
        <pc:sldMkLst>
          <pc:docMk/>
          <pc:sldMk cId="52528956" sldId="287"/>
        </pc:sldMkLst>
        <pc:spChg chg="mod">
          <ac:chgData name="Dragan Javorac" userId="913c2858-fb97-4c6e-a42c-b1f1a16b225e" providerId="ADAL" clId="{EE76BDBA-469B-4D17-A0BC-1281D6E1C471}" dt="2023-05-21T18:11:08.407" v="39" actId="20577"/>
          <ac:spMkLst>
            <pc:docMk/>
            <pc:sldMk cId="5252895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3:31.262" v="157" actId="20577"/>
          <ac:spMkLst>
            <pc:docMk/>
            <pc:sldMk cId="52528956" sldId="287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EE76BDBA-469B-4D17-A0BC-1281D6E1C471}" dt="2023-05-21T18:13:33.189" v="158" actId="1076"/>
          <ac:picMkLst>
            <pc:docMk/>
            <pc:sldMk cId="52528956" sldId="287"/>
            <ac:picMk id="4" creationId="{8C5F9E56-FA5D-A768-92E2-3CBB96DD31A2}"/>
          </ac:picMkLst>
        </pc:picChg>
        <pc:picChg chg="del">
          <ac:chgData name="Dragan Javorac" userId="913c2858-fb97-4c6e-a42c-b1f1a16b225e" providerId="ADAL" clId="{EE76BDBA-469B-4D17-A0BC-1281D6E1C471}" dt="2023-05-21T18:11:15.701" v="64" actId="478"/>
          <ac:picMkLst>
            <pc:docMk/>
            <pc:sldMk cId="52528956" sldId="287"/>
            <ac:picMk id="6" creationId="{613BEB38-63F9-DFB3-9A8E-D671594FD49F}"/>
          </ac:picMkLst>
        </pc:picChg>
        <pc:picChg chg="add mod">
          <ac:chgData name="Dragan Javorac" userId="913c2858-fb97-4c6e-a42c-b1f1a16b225e" providerId="ADAL" clId="{EE76BDBA-469B-4D17-A0BC-1281D6E1C471}" dt="2023-05-21T18:13:11.200" v="84" actId="14100"/>
          <ac:picMkLst>
            <pc:docMk/>
            <pc:sldMk cId="52528956" sldId="287"/>
            <ac:picMk id="7" creationId="{C9CE8BC1-8F6F-9370-E95F-CD6237DB45B0}"/>
          </ac:picMkLst>
        </pc:picChg>
        <pc:picChg chg="add mod">
          <ac:chgData name="Dragan Javorac" userId="913c2858-fb97-4c6e-a42c-b1f1a16b225e" providerId="ADAL" clId="{EE76BDBA-469B-4D17-A0BC-1281D6E1C471}" dt="2023-05-21T18:13:12.528" v="86" actId="1076"/>
          <ac:picMkLst>
            <pc:docMk/>
            <pc:sldMk cId="52528956" sldId="287"/>
            <ac:picMk id="9" creationId="{BEBB0258-2729-935C-0729-72E2A7D6733D}"/>
          </ac:picMkLst>
        </pc:picChg>
      </pc:sldChg>
      <pc:sldChg chg="del">
        <pc:chgData name="Dragan Javorac" userId="913c2858-fb97-4c6e-a42c-b1f1a16b225e" providerId="ADAL" clId="{EE76BDBA-469B-4D17-A0BC-1281D6E1C471}" dt="2023-05-21T18:04:36.031" v="1" actId="47"/>
        <pc:sldMkLst>
          <pc:docMk/>
          <pc:sldMk cId="3375452406" sldId="287"/>
        </pc:sldMkLst>
      </pc:sldChg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1243157361" sldId="288"/>
        </pc:sldMkLst>
      </pc:sldChg>
      <pc:sldChg chg="addSp delSp modSp add mod">
        <pc:chgData name="Dragan Javorac" userId="913c2858-fb97-4c6e-a42c-b1f1a16b225e" providerId="ADAL" clId="{EE76BDBA-469B-4D17-A0BC-1281D6E1C471}" dt="2023-05-21T18:16:27.599" v="218" actId="1076"/>
        <pc:sldMkLst>
          <pc:docMk/>
          <pc:sldMk cId="2169055776" sldId="288"/>
        </pc:sldMkLst>
        <pc:spChg chg="mod">
          <ac:chgData name="Dragan Javorac" userId="913c2858-fb97-4c6e-a42c-b1f1a16b225e" providerId="ADAL" clId="{EE76BDBA-469B-4D17-A0BC-1281D6E1C471}" dt="2023-05-21T18:14:24.380" v="171" actId="20577"/>
          <ac:spMkLst>
            <pc:docMk/>
            <pc:sldMk cId="2169055776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4:38.787" v="214" actId="20577"/>
          <ac:spMkLst>
            <pc:docMk/>
            <pc:sldMk cId="2169055776" sldId="288"/>
            <ac:spMk id="10" creationId="{FB5033DF-5706-B77A-AC84-571C0415A371}"/>
          </ac:spMkLst>
        </pc:spChg>
        <pc:picChg chg="del">
          <ac:chgData name="Dragan Javorac" userId="913c2858-fb97-4c6e-a42c-b1f1a16b225e" providerId="ADAL" clId="{EE76BDBA-469B-4D17-A0BC-1281D6E1C471}" dt="2023-05-21T18:14:20.474" v="161" actId="478"/>
          <ac:picMkLst>
            <pc:docMk/>
            <pc:sldMk cId="2169055776" sldId="288"/>
            <ac:picMk id="4" creationId="{8C5F9E56-FA5D-A768-92E2-3CBB96DD31A2}"/>
          </ac:picMkLst>
        </pc:picChg>
        <pc:picChg chg="add mod">
          <ac:chgData name="Dragan Javorac" userId="913c2858-fb97-4c6e-a42c-b1f1a16b225e" providerId="ADAL" clId="{EE76BDBA-469B-4D17-A0BC-1281D6E1C471}" dt="2023-05-21T18:16:27.599" v="218" actId="1076"/>
          <ac:picMkLst>
            <pc:docMk/>
            <pc:sldMk cId="2169055776" sldId="288"/>
            <ac:picMk id="5" creationId="{47C67C04-4848-26A5-D5CB-580C3E942043}"/>
          </ac:picMkLst>
        </pc:picChg>
        <pc:picChg chg="del">
          <ac:chgData name="Dragan Javorac" userId="913c2858-fb97-4c6e-a42c-b1f1a16b225e" providerId="ADAL" clId="{EE76BDBA-469B-4D17-A0BC-1281D6E1C471}" dt="2023-05-21T18:14:20.200" v="160" actId="478"/>
          <ac:picMkLst>
            <pc:docMk/>
            <pc:sldMk cId="2169055776" sldId="288"/>
            <ac:picMk id="7" creationId="{C9CE8BC1-8F6F-9370-E95F-CD6237DB45B0}"/>
          </ac:picMkLst>
        </pc:picChg>
        <pc:picChg chg="del">
          <ac:chgData name="Dragan Javorac" userId="913c2858-fb97-4c6e-a42c-b1f1a16b225e" providerId="ADAL" clId="{EE76BDBA-469B-4D17-A0BC-1281D6E1C471}" dt="2023-05-21T18:14:22.155" v="162" actId="478"/>
          <ac:picMkLst>
            <pc:docMk/>
            <pc:sldMk cId="2169055776" sldId="288"/>
            <ac:picMk id="9" creationId="{BEBB0258-2729-935C-0729-72E2A7D6733D}"/>
          </ac:picMkLst>
        </pc:picChg>
      </pc:sldChg>
      <pc:sldChg chg="del">
        <pc:chgData name="Dragan Javorac" userId="913c2858-fb97-4c6e-a42c-b1f1a16b225e" providerId="ADAL" clId="{EE76BDBA-469B-4D17-A0BC-1281D6E1C471}" dt="2023-05-21T18:04:36.031" v="1" actId="47"/>
        <pc:sldMkLst>
          <pc:docMk/>
          <pc:sldMk cId="3102180251" sldId="289"/>
        </pc:sldMkLst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24T09:58:09.703" v="3475" actId="20577"/>
      <pc:docMkLst>
        <pc:docMk/>
      </pc:docMkLst>
      <pc:sldChg chg="modSp mod">
        <pc:chgData name="Dragan Javorac" userId="913c2858-fb97-4c6e-a42c-b1f1a16b225e" providerId="ADAL" clId="{60FD26E7-5DE1-4B4A-A830-D724793D68AC}" dt="2022-05-23T06:10:33.427" v="3456" actId="27636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0:33.427" v="3456" actId="27636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del mod ord">
        <pc:chgData name="Dragan Javorac" userId="913c2858-fb97-4c6e-a42c-b1f1a16b225e" providerId="ADAL" clId="{60FD26E7-5DE1-4B4A-A830-D724793D68AC}" dt="2022-05-22T18:06:20.653" v="3401" actId="47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60FD26E7-5DE1-4B4A-A830-D724793D68AC}" dt="2022-05-22T17:53:16.678" v="3003" actId="47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22T17:35:11.209" v="2163" actId="20577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2T18:07:53.742" v="3433" actId="1037"/>
        <pc:sldMkLst>
          <pc:docMk/>
          <pc:sldMk cId="4018253664" sldId="280"/>
        </pc:sldMkLst>
        <pc:spChg chg="mod">
          <ac:chgData name="Dragan Javorac" userId="913c2858-fb97-4c6e-a42c-b1f1a16b225e" providerId="ADAL" clId="{60FD26E7-5DE1-4B4A-A830-D724793D68AC}" dt="2022-05-22T17:59:40.937" v="3144" actId="20577"/>
          <ac:spMkLst>
            <pc:docMk/>
            <pc:sldMk cId="4018253664" sldId="280"/>
            <ac:spMk id="2" creationId="{F3046ACF-677C-4C47-B097-C82DB9EF99F7}"/>
          </ac:spMkLst>
        </pc:spChg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22T18:01:05.067" v="3251" actId="20577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22T18:07:46.973" v="3427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22T17:59:44.126" v="3147" actId="6549"/>
          <ac:spMkLst>
            <pc:docMk/>
            <pc:sldMk cId="1200983595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9:56.990" v="3152" actId="14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2T18:07:37.659" v="3422" actId="1076"/>
          <ac:picMkLst>
            <pc:docMk/>
            <pc:sldMk cId="1200983595" sldId="282"/>
            <ac:picMk id="4" creationId="{31C5B373-4DD2-FB98-93D2-3CB9A25F5DD9}"/>
          </ac:picMkLst>
        </pc:picChg>
        <pc:picChg chg="add mod modCrop">
          <ac:chgData name="Dragan Javorac" userId="913c2858-fb97-4c6e-a42c-b1f1a16b225e" providerId="ADAL" clId="{60FD26E7-5DE1-4B4A-A830-D724793D68AC}" dt="2022-05-22T18:07:46.973" v="3427" actId="1076"/>
          <ac:picMkLst>
            <pc:docMk/>
            <pc:sldMk cId="1200983595" sldId="282"/>
            <ac:picMk id="5" creationId="{4050817C-9A38-EDF9-234B-E712502C092A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 modNotesTx">
        <pc:chgData name="Dragan Javorac" userId="913c2858-fb97-4c6e-a42c-b1f1a16b225e" providerId="ADAL" clId="{60FD26E7-5DE1-4B4A-A830-D724793D68AC}" dt="2022-05-24T09:58:09.703" v="3475" actId="20577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22T18:00:45.932" v="3230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24T09:58:09.703" v="3475" actId="20577"/>
          <ac:spMkLst>
            <pc:docMk/>
            <pc:sldMk cId="2385799803" sldId="28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7:45:14.321" v="2679" actId="478"/>
          <ac:picMkLst>
            <pc:docMk/>
            <pc:sldMk cId="2385799803" sldId="283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5:58.077" v="2684" actId="478"/>
          <ac:picMkLst>
            <pc:docMk/>
            <pc:sldMk cId="2385799803" sldId="283"/>
            <ac:picMk id="5" creationId="{2997C795-BEE6-BC17-EC37-058E5DB1C9F6}"/>
          </ac:picMkLst>
        </pc:picChg>
        <pc:picChg chg="add del mod">
          <ac:chgData name="Dragan Javorac" userId="913c2858-fb97-4c6e-a42c-b1f1a16b225e" providerId="ADAL" clId="{60FD26E7-5DE1-4B4A-A830-D724793D68AC}" dt="2022-05-22T17:46:36.462" v="2691" actId="478"/>
          <ac:picMkLst>
            <pc:docMk/>
            <pc:sldMk cId="2385799803" sldId="283"/>
            <ac:picMk id="7" creationId="{94D04FF7-465D-E429-AC82-2EF42744CBEB}"/>
          </ac:picMkLst>
        </pc:picChg>
        <pc:picChg chg="add mod">
          <ac:chgData name="Dragan Javorac" userId="913c2858-fb97-4c6e-a42c-b1f1a16b225e" providerId="ADAL" clId="{60FD26E7-5DE1-4B4A-A830-D724793D68AC}" dt="2022-05-22T18:07:57.526" v="3434" actId="1076"/>
          <ac:picMkLst>
            <pc:docMk/>
            <pc:sldMk cId="2385799803" sldId="283"/>
            <ac:picMk id="9" creationId="{DC467F40-8574-E94E-2B32-3F005489848F}"/>
          </ac:picMkLst>
        </pc:picChg>
        <pc:picChg chg="add del mod">
          <ac:chgData name="Dragan Javorac" userId="913c2858-fb97-4c6e-a42c-b1f1a16b225e" providerId="ADAL" clId="{60FD26E7-5DE1-4B4A-A830-D724793D68AC}" dt="2022-05-22T17:59:04.928" v="3132"/>
          <ac:picMkLst>
            <pc:docMk/>
            <pc:sldMk cId="2385799803" sldId="283"/>
            <ac:picMk id="11" creationId="{BBD60226-4C9E-4619-1476-6990C147B45C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2T18:03:17.248" v="3335" actId="14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22T18:03:12.962" v="3332" actId="20577"/>
          <ac:spMkLst>
            <pc:docMk/>
            <pc:sldMk cId="3652451323" sldId="284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3:17.248" v="3335" actId="14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modSp add mod">
        <pc:chgData name="Dragan Javorac" userId="913c2858-fb97-4c6e-a42c-b1f1a16b225e" providerId="ADAL" clId="{60FD26E7-5DE1-4B4A-A830-D724793D68AC}" dt="2022-05-22T18:07:16.310" v="3419" actId="1076"/>
        <pc:sldMkLst>
          <pc:docMk/>
          <pc:sldMk cId="1880708128" sldId="286"/>
        </pc:sldMkLst>
        <pc:spChg chg="mod">
          <ac:chgData name="Dragan Javorac" userId="913c2858-fb97-4c6e-a42c-b1f1a16b225e" providerId="ADAL" clId="{60FD26E7-5DE1-4B4A-A830-D724793D68AC}" dt="2022-05-22T18:06:35.897" v="3406" actId="14100"/>
          <ac:spMkLst>
            <pc:docMk/>
            <pc:sldMk cId="1880708128" sldId="286"/>
            <ac:spMk id="3" creationId="{9C1B0ED0-FD23-4DF4-8487-56E64A4517DA}"/>
          </ac:spMkLst>
        </pc:spChg>
        <pc:picChg chg="mod">
          <ac:chgData name="Dragan Javorac" userId="913c2858-fb97-4c6e-a42c-b1f1a16b225e" providerId="ADAL" clId="{60FD26E7-5DE1-4B4A-A830-D724793D68AC}" dt="2022-05-22T18:07:07.359" v="3415" actId="1076"/>
          <ac:picMkLst>
            <pc:docMk/>
            <pc:sldMk cId="1880708128" sldId="286"/>
            <ac:picMk id="5" creationId="{28423A5E-8689-B84C-FAB4-35D82ECE1C0A}"/>
          </ac:picMkLst>
        </pc:picChg>
        <pc:picChg chg="mod">
          <ac:chgData name="Dragan Javorac" userId="913c2858-fb97-4c6e-a42c-b1f1a16b225e" providerId="ADAL" clId="{60FD26E7-5DE1-4B4A-A830-D724793D68AC}" dt="2022-05-22T18:07:16.310" v="3419" actId="1076"/>
          <ac:picMkLst>
            <pc:docMk/>
            <pc:sldMk cId="1880708128" sldId="286"/>
            <ac:picMk id="8" creationId="{E46F01A6-D72C-B10D-9555-631A2DAE849B}"/>
          </ac:picMkLst>
        </pc:picChg>
      </pc:sldChg>
      <pc:sldChg chg="add del">
        <pc:chgData name="Dragan Javorac" userId="913c2858-fb97-4c6e-a42c-b1f1a16b225e" providerId="ADAL" clId="{60FD26E7-5DE1-4B4A-A830-D724793D68AC}" dt="2022-05-22T17:32:12.544" v="2012" actId="47"/>
        <pc:sldMkLst>
          <pc:docMk/>
          <pc:sldMk cId="3529042682" sldId="286"/>
        </pc:sldMkLst>
      </pc:sldChg>
      <pc:sldChg chg="addSp delSp modSp add mod ord">
        <pc:chgData name="Dragan Javorac" userId="913c2858-fb97-4c6e-a42c-b1f1a16b225e" providerId="ADAL" clId="{60FD26E7-5DE1-4B4A-A830-D724793D68AC}" dt="2022-05-22T18:04:45.458" v="3355" actId="1076"/>
        <pc:sldMkLst>
          <pc:docMk/>
          <pc:sldMk cId="3375452406" sldId="287"/>
        </pc:sldMkLst>
        <pc:spChg chg="mod">
          <ac:chgData name="Dragan Javorac" userId="913c2858-fb97-4c6e-a42c-b1f1a16b225e" providerId="ADAL" clId="{60FD26E7-5DE1-4B4A-A830-D724793D68AC}" dt="2022-05-22T17:36:22.059" v="2215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6:45.209" v="3067" actId="20577"/>
          <ac:spMkLst>
            <pc:docMk/>
            <pc:sldMk cId="3375452406" sldId="287"/>
            <ac:spMk id="10" creationId="{FB5033DF-5706-B77A-AC84-571C0415A371}"/>
          </ac:spMkLst>
        </pc:spChg>
        <pc:picChg chg="del mod modCrop">
          <ac:chgData name="Dragan Javorac" userId="913c2858-fb97-4c6e-a42c-b1f1a16b225e" providerId="ADAL" clId="{60FD26E7-5DE1-4B4A-A830-D724793D68AC}" dt="2022-05-22T17:46:07.879" v="2689" actId="478"/>
          <ac:picMkLst>
            <pc:docMk/>
            <pc:sldMk cId="3375452406" sldId="287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0:04.857" v="2535" actId="478"/>
          <ac:picMkLst>
            <pc:docMk/>
            <pc:sldMk cId="3375452406" sldId="287"/>
            <ac:picMk id="5" creationId="{F665F3DF-4F48-5272-2C68-B817A7B93B42}"/>
          </ac:picMkLst>
        </pc:picChg>
        <pc:picChg chg="add del mod">
          <ac:chgData name="Dragan Javorac" userId="913c2858-fb97-4c6e-a42c-b1f1a16b225e" providerId="ADAL" clId="{60FD26E7-5DE1-4B4A-A830-D724793D68AC}" dt="2022-05-22T17:55:49.022" v="3049" actId="478"/>
          <ac:picMkLst>
            <pc:docMk/>
            <pc:sldMk cId="3375452406" sldId="287"/>
            <ac:picMk id="7" creationId="{F25D81BA-D7FC-A035-B5D1-05A40E5D8540}"/>
          </ac:picMkLst>
        </pc:picChg>
        <pc:picChg chg="add del mod modCrop">
          <ac:chgData name="Dragan Javorac" userId="913c2858-fb97-4c6e-a42c-b1f1a16b225e" providerId="ADAL" clId="{60FD26E7-5DE1-4B4A-A830-D724793D68AC}" dt="2022-05-22T17:54:24.891" v="3010" actId="478"/>
          <ac:picMkLst>
            <pc:docMk/>
            <pc:sldMk cId="3375452406" sldId="287"/>
            <ac:picMk id="9" creationId="{26CA451F-8E4F-0961-BCCA-0DC2E81848D0}"/>
          </ac:picMkLst>
        </pc:picChg>
        <pc:picChg chg="add mod modCrop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1" creationId="{1D42C71D-748D-C092-95AB-269EBDCCFCCC}"/>
          </ac:picMkLst>
        </pc:picChg>
        <pc:picChg chg="add mod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3" creationId="{C5102998-6E4F-ABE5-B2E3-ADE2A5064C85}"/>
          </ac:picMkLst>
        </pc:picChg>
        <pc:picChg chg="add mod modCrop">
          <ac:chgData name="Dragan Javorac" userId="913c2858-fb97-4c6e-a42c-b1f1a16b225e" providerId="ADAL" clId="{60FD26E7-5DE1-4B4A-A830-D724793D68AC}" dt="2022-05-22T18:04:45.458" v="3355" actId="1076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3T06:16:33.272" v="3468" actId="1076"/>
        <pc:sldMkLst>
          <pc:docMk/>
          <pc:sldMk cId="1243157361" sldId="288"/>
        </pc:sldMkLst>
        <pc:spChg chg="mod">
          <ac:chgData name="Dragan Javorac" userId="913c2858-fb97-4c6e-a42c-b1f1a16b225e" providerId="ADAL" clId="{60FD26E7-5DE1-4B4A-A830-D724793D68AC}" dt="2022-05-22T17:50:09.849" v="2854" actId="20577"/>
          <ac:spMkLst>
            <pc:docMk/>
            <pc:sldMk cId="1243157361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5:27.514" v="3398" actId="20577"/>
          <ac:spMkLst>
            <pc:docMk/>
            <pc:sldMk cId="1243157361" sldId="288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8:05:15.434" v="3359" actId="478"/>
          <ac:picMkLst>
            <pc:docMk/>
            <pc:sldMk cId="1243157361" sldId="288"/>
            <ac:picMk id="4" creationId="{B54D2150-0196-46B5-342F-24971E56F7F7}"/>
          </ac:picMkLst>
        </pc:picChg>
        <pc:picChg chg="add mod modCrop">
          <ac:chgData name="Dragan Javorac" userId="913c2858-fb97-4c6e-a42c-b1f1a16b225e" providerId="ADAL" clId="{60FD26E7-5DE1-4B4A-A830-D724793D68AC}" dt="2022-05-23T06:16:33.272" v="3468" actId="1076"/>
          <ac:picMkLst>
            <pc:docMk/>
            <pc:sldMk cId="1243157361" sldId="288"/>
            <ac:picMk id="4" creationId="{C4B4585C-5D68-5A08-92EE-CF264DC6CDE7}"/>
          </ac:picMkLst>
        </pc:picChg>
        <pc:picChg chg="add del mod modCrop">
          <ac:chgData name="Dragan Javorac" userId="913c2858-fb97-4c6e-a42c-b1f1a16b225e" providerId="ADAL" clId="{60FD26E7-5DE1-4B4A-A830-D724793D68AC}" dt="2022-05-22T17:53:36.021" v="3004" actId="478"/>
          <ac:picMkLst>
            <pc:docMk/>
            <pc:sldMk cId="1243157361" sldId="288"/>
            <ac:picMk id="7" creationId="{E5943BBE-8F43-47B9-1164-699960AC2DF3}"/>
          </ac:picMkLst>
        </pc:picChg>
        <pc:picChg chg="del">
          <ac:chgData name="Dragan Javorac" userId="913c2858-fb97-4c6e-a42c-b1f1a16b225e" providerId="ADAL" clId="{60FD26E7-5DE1-4B4A-A830-D724793D68AC}" dt="2022-05-22T17:48:07.293" v="2696" actId="478"/>
          <ac:picMkLst>
            <pc:docMk/>
            <pc:sldMk cId="1243157361" sldId="288"/>
            <ac:picMk id="9" creationId="{DC467F40-8574-E94E-2B32-3F005489848F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3T06:13:02.848" v="3463" actId="6549"/>
        <pc:sldMkLst>
          <pc:docMk/>
          <pc:sldMk cId="3102180251" sldId="289"/>
        </pc:sldMkLst>
        <pc:spChg chg="mod">
          <ac:chgData name="Dragan Javorac" userId="913c2858-fb97-4c6e-a42c-b1f1a16b225e" providerId="ADAL" clId="{60FD26E7-5DE1-4B4A-A830-D724793D68AC}" dt="2022-05-22T17:52:34.493" v="2996" actId="1076"/>
          <ac:spMkLst>
            <pc:docMk/>
            <pc:sldMk cId="3102180251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3:02.848" v="3463" actId="6549"/>
          <ac:spMkLst>
            <pc:docMk/>
            <pc:sldMk cId="3102180251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3T06:11:47.298" v="3458" actId="1076"/>
          <ac:picMkLst>
            <pc:docMk/>
            <pc:sldMk cId="3102180251" sldId="289"/>
            <ac:picMk id="4" creationId="{B03031FB-9FFD-C475-8597-3E228A46E025}"/>
          </ac:picMkLst>
        </pc:picChg>
        <pc:picChg chg="del">
          <ac:chgData name="Dragan Javorac" userId="913c2858-fb97-4c6e-a42c-b1f1a16b225e" providerId="ADAL" clId="{60FD26E7-5DE1-4B4A-A830-D724793D68AC}" dt="2022-05-22T17:52:30.413" v="2995" actId="478"/>
          <ac:picMkLst>
            <pc:docMk/>
            <pc:sldMk cId="3102180251" sldId="289"/>
            <ac:picMk id="7" creationId="{F25D81BA-D7FC-A035-B5D1-05A40E5D8540}"/>
          </ac:picMkLst>
        </pc:picChg>
        <pc:picChg chg="add mod">
          <ac:chgData name="Dragan Javorac" userId="913c2858-fb97-4c6e-a42c-b1f1a16b225e" providerId="ADAL" clId="{60FD26E7-5DE1-4B4A-A830-D724793D68AC}" dt="2022-05-22T18:05:00.215" v="3358" actId="1076"/>
          <ac:picMkLst>
            <pc:docMk/>
            <pc:sldMk cId="3102180251" sldId="289"/>
            <ac:picMk id="8" creationId="{0CC15AB9-A8C2-D045-847C-CFE5E4B02962}"/>
          </ac:picMkLst>
        </pc:picChg>
        <pc:picChg chg="del">
          <ac:chgData name="Dragan Javorac" userId="913c2858-fb97-4c6e-a42c-b1f1a16b225e" providerId="ADAL" clId="{60FD26E7-5DE1-4B4A-A830-D724793D68AC}" dt="2022-05-22T17:52:22.987" v="2991" actId="478"/>
          <ac:picMkLst>
            <pc:docMk/>
            <pc:sldMk cId="3102180251" sldId="289"/>
            <ac:picMk id="9" creationId="{26CA451F-8E4F-0961-BCCA-0DC2E81848D0}"/>
          </ac:picMkLst>
        </pc:picChg>
      </pc:sldChg>
      <pc:sldChg chg="add del">
        <pc:chgData name="Dragan Javorac" userId="913c2858-fb97-4c6e-a42c-b1f1a16b225e" providerId="ADAL" clId="{60FD26E7-5DE1-4B4A-A830-D724793D68AC}" dt="2022-05-22T18:02:18.188" v="3276" actId="47"/>
        <pc:sldMkLst>
          <pc:docMk/>
          <pc:sldMk cId="592649408" sldId="290"/>
        </pc:sldMkLst>
      </pc:sldChg>
      <pc:sldChg chg="add del">
        <pc:chgData name="Dragan Javorac" userId="913c2858-fb97-4c6e-a42c-b1f1a16b225e" providerId="ADAL" clId="{60FD26E7-5DE1-4B4A-A830-D724793D68AC}" dt="2022-05-22T18:05:45.313" v="3400" actId="47"/>
        <pc:sldMkLst>
          <pc:docMk/>
          <pc:sldMk cId="648422989" sldId="290"/>
        </pc:sldMkLst>
      </pc:sldChg>
    </pc:docChg>
  </pc:docChgLst>
  <pc:docChgLst>
    <pc:chgData name="Dragan Javorac" userId="913c2858-fb97-4c6e-a42c-b1f1a16b225e" providerId="ADAL" clId="{78AFCC9C-A83D-4D14-83E6-0090B7AAD0EB}"/>
    <pc:docChg chg="undo custSel addSld delSld modSld sldOrd">
      <pc:chgData name="Dragan Javorac" userId="913c2858-fb97-4c6e-a42c-b1f1a16b225e" providerId="ADAL" clId="{78AFCC9C-A83D-4D14-83E6-0090B7AAD0EB}" dt="2024-11-19T13:00:14.106" v="1263"/>
      <pc:docMkLst>
        <pc:docMk/>
      </pc:docMkLst>
      <pc:sldChg chg="del">
        <pc:chgData name="Dragan Javorac" userId="913c2858-fb97-4c6e-a42c-b1f1a16b225e" providerId="ADAL" clId="{78AFCC9C-A83D-4D14-83E6-0090B7AAD0EB}" dt="2024-11-19T12:28:46.980" v="59" actId="47"/>
        <pc:sldMkLst>
          <pc:docMk/>
          <pc:sldMk cId="729763293" sldId="256"/>
        </pc:sldMkLst>
      </pc:sldChg>
      <pc:sldChg chg="addSp delSp modSp mod">
        <pc:chgData name="Dragan Javorac" userId="913c2858-fb97-4c6e-a42c-b1f1a16b225e" providerId="ADAL" clId="{78AFCC9C-A83D-4D14-83E6-0090B7AAD0EB}" dt="2024-11-19T12:29:20.286" v="65" actId="1076"/>
        <pc:sldMkLst>
          <pc:docMk/>
          <pc:sldMk cId="2546539525" sldId="278"/>
        </pc:sldMkLst>
        <pc:picChg chg="add mod">
          <ac:chgData name="Dragan Javorac" userId="913c2858-fb97-4c6e-a42c-b1f1a16b225e" providerId="ADAL" clId="{78AFCC9C-A83D-4D14-83E6-0090B7AAD0EB}" dt="2024-11-19T12:29:20.286" v="65" actId="1076"/>
          <ac:picMkLst>
            <pc:docMk/>
            <pc:sldMk cId="2546539525" sldId="278"/>
            <ac:picMk id="5" creationId="{1B61BDCC-5E7B-2F1D-8D7B-379EB55BAE15}"/>
          </ac:picMkLst>
        </pc:picChg>
        <pc:picChg chg="del">
          <ac:chgData name="Dragan Javorac" userId="913c2858-fb97-4c6e-a42c-b1f1a16b225e" providerId="ADAL" clId="{78AFCC9C-A83D-4D14-83E6-0090B7AAD0EB}" dt="2024-11-19T12:29:16.321" v="61" actId="478"/>
          <ac:picMkLst>
            <pc:docMk/>
            <pc:sldMk cId="2546539525" sldId="278"/>
            <ac:picMk id="6" creationId="{83EDCF2D-A7D3-3A54-19CB-7818FFC9F35F}"/>
          </ac:picMkLst>
        </pc:picChg>
      </pc:sldChg>
      <pc:sldChg chg="add del">
        <pc:chgData name="Dragan Javorac" userId="913c2858-fb97-4c6e-a42c-b1f1a16b225e" providerId="ADAL" clId="{78AFCC9C-A83D-4D14-83E6-0090B7AAD0EB}" dt="2024-11-19T12:37:08.772" v="68" actId="47"/>
        <pc:sldMkLst>
          <pc:docMk/>
          <pc:sldMk cId="4018253664" sldId="280"/>
        </pc:sldMkLst>
      </pc:sldChg>
      <pc:sldChg chg="add del">
        <pc:chgData name="Dragan Javorac" userId="913c2858-fb97-4c6e-a42c-b1f1a16b225e" providerId="ADAL" clId="{78AFCC9C-A83D-4D14-83E6-0090B7AAD0EB}" dt="2024-11-19T12:37:08.772" v="68" actId="47"/>
        <pc:sldMkLst>
          <pc:docMk/>
          <pc:sldMk cId="1200983595" sldId="282"/>
        </pc:sldMkLst>
      </pc:sldChg>
      <pc:sldChg chg="add del">
        <pc:chgData name="Dragan Javorac" userId="913c2858-fb97-4c6e-a42c-b1f1a16b225e" providerId="ADAL" clId="{78AFCC9C-A83D-4D14-83E6-0090B7AAD0EB}" dt="2024-11-19T12:37:08.772" v="68" actId="47"/>
        <pc:sldMkLst>
          <pc:docMk/>
          <pc:sldMk cId="2385799803" sldId="283"/>
        </pc:sldMkLst>
      </pc:sldChg>
      <pc:sldChg chg="add del">
        <pc:chgData name="Dragan Javorac" userId="913c2858-fb97-4c6e-a42c-b1f1a16b225e" providerId="ADAL" clId="{78AFCC9C-A83D-4D14-83E6-0090B7AAD0EB}" dt="2024-11-19T12:37:08.772" v="68" actId="47"/>
        <pc:sldMkLst>
          <pc:docMk/>
          <pc:sldMk cId="3652451323" sldId="284"/>
        </pc:sldMkLst>
      </pc:sldChg>
      <pc:sldChg chg="add del">
        <pc:chgData name="Dragan Javorac" userId="913c2858-fb97-4c6e-a42c-b1f1a16b225e" providerId="ADAL" clId="{78AFCC9C-A83D-4D14-83E6-0090B7AAD0EB}" dt="2024-11-19T12:37:02.276" v="67" actId="47"/>
        <pc:sldMkLst>
          <pc:docMk/>
          <pc:sldMk cId="1880708128" sldId="286"/>
        </pc:sldMkLst>
      </pc:sldChg>
      <pc:sldChg chg="delSp modSp add del mod">
        <pc:chgData name="Dragan Javorac" userId="913c2858-fb97-4c6e-a42c-b1f1a16b225e" providerId="ADAL" clId="{78AFCC9C-A83D-4D14-83E6-0090B7AAD0EB}" dt="2024-11-19T12:40:40.271" v="349" actId="20577"/>
        <pc:sldMkLst>
          <pc:docMk/>
          <pc:sldMk cId="52528956" sldId="287"/>
        </pc:sldMkLst>
        <pc:spChg chg="mod">
          <ac:chgData name="Dragan Javorac" userId="913c2858-fb97-4c6e-a42c-b1f1a16b225e" providerId="ADAL" clId="{78AFCC9C-A83D-4D14-83E6-0090B7AAD0EB}" dt="2024-11-19T12:37:36.931" v="79" actId="20577"/>
          <ac:spMkLst>
            <pc:docMk/>
            <pc:sldMk cId="5252895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78AFCC9C-A83D-4D14-83E6-0090B7AAD0EB}" dt="2024-11-19T12:40:40.271" v="349" actId="20577"/>
          <ac:spMkLst>
            <pc:docMk/>
            <pc:sldMk cId="52528956" sldId="287"/>
            <ac:spMk id="10" creationId="{FB5033DF-5706-B77A-AC84-571C0415A371}"/>
          </ac:spMkLst>
        </pc:spChg>
        <pc:picChg chg="del">
          <ac:chgData name="Dragan Javorac" userId="913c2858-fb97-4c6e-a42c-b1f1a16b225e" providerId="ADAL" clId="{78AFCC9C-A83D-4D14-83E6-0090B7AAD0EB}" dt="2024-11-19T12:37:39.201" v="81" actId="478"/>
          <ac:picMkLst>
            <pc:docMk/>
            <pc:sldMk cId="52528956" sldId="287"/>
            <ac:picMk id="4" creationId="{8C5F9E56-FA5D-A768-92E2-3CBB96DD31A2}"/>
          </ac:picMkLst>
        </pc:picChg>
        <pc:picChg chg="del">
          <ac:chgData name="Dragan Javorac" userId="913c2858-fb97-4c6e-a42c-b1f1a16b225e" providerId="ADAL" clId="{78AFCC9C-A83D-4D14-83E6-0090B7AAD0EB}" dt="2024-11-19T12:37:38.751" v="80" actId="478"/>
          <ac:picMkLst>
            <pc:docMk/>
            <pc:sldMk cId="52528956" sldId="287"/>
            <ac:picMk id="7" creationId="{C9CE8BC1-8F6F-9370-E95F-CD6237DB45B0}"/>
          </ac:picMkLst>
        </pc:picChg>
        <pc:picChg chg="del">
          <ac:chgData name="Dragan Javorac" userId="913c2858-fb97-4c6e-a42c-b1f1a16b225e" providerId="ADAL" clId="{78AFCC9C-A83D-4D14-83E6-0090B7AAD0EB}" dt="2024-11-19T12:37:39.591" v="82" actId="478"/>
          <ac:picMkLst>
            <pc:docMk/>
            <pc:sldMk cId="52528956" sldId="287"/>
            <ac:picMk id="9" creationId="{BEBB0258-2729-935C-0729-72E2A7D6733D}"/>
          </ac:picMkLst>
        </pc:picChg>
      </pc:sldChg>
      <pc:sldChg chg="delSp modSp mod">
        <pc:chgData name="Dragan Javorac" userId="913c2858-fb97-4c6e-a42c-b1f1a16b225e" providerId="ADAL" clId="{78AFCC9C-A83D-4D14-83E6-0090B7AAD0EB}" dt="2024-11-19T12:42:35.916" v="498" actId="20577"/>
        <pc:sldMkLst>
          <pc:docMk/>
          <pc:sldMk cId="2169055776" sldId="288"/>
        </pc:sldMkLst>
        <pc:spChg chg="mod">
          <ac:chgData name="Dragan Javorac" userId="913c2858-fb97-4c6e-a42c-b1f1a16b225e" providerId="ADAL" clId="{78AFCC9C-A83D-4D14-83E6-0090B7AAD0EB}" dt="2024-11-19T12:40:53.251" v="378" actId="20577"/>
          <ac:spMkLst>
            <pc:docMk/>
            <pc:sldMk cId="2169055776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78AFCC9C-A83D-4D14-83E6-0090B7AAD0EB}" dt="2024-11-19T12:42:35.916" v="498" actId="20577"/>
          <ac:spMkLst>
            <pc:docMk/>
            <pc:sldMk cId="2169055776" sldId="288"/>
            <ac:spMk id="10" creationId="{FB5033DF-5706-B77A-AC84-571C0415A371}"/>
          </ac:spMkLst>
        </pc:spChg>
        <pc:picChg chg="del">
          <ac:chgData name="Dragan Javorac" userId="913c2858-fb97-4c6e-a42c-b1f1a16b225e" providerId="ADAL" clId="{78AFCC9C-A83D-4D14-83E6-0090B7AAD0EB}" dt="2024-11-19T12:41:15.990" v="465" actId="478"/>
          <ac:picMkLst>
            <pc:docMk/>
            <pc:sldMk cId="2169055776" sldId="288"/>
            <ac:picMk id="5" creationId="{47C67C04-4848-26A5-D5CB-580C3E942043}"/>
          </ac:picMkLst>
        </pc:picChg>
      </pc:sldChg>
      <pc:sldChg chg="del">
        <pc:chgData name="Dragan Javorac" userId="913c2858-fb97-4c6e-a42c-b1f1a16b225e" providerId="ADAL" clId="{78AFCC9C-A83D-4D14-83E6-0090B7AAD0EB}" dt="2024-11-19T12:28:48.706" v="60" actId="47"/>
        <pc:sldMkLst>
          <pc:docMk/>
          <pc:sldMk cId="3271203707" sldId="289"/>
        </pc:sldMkLst>
      </pc:sldChg>
      <pc:sldChg chg="modSp add del mod">
        <pc:chgData name="Dragan Javorac" userId="913c2858-fb97-4c6e-a42c-b1f1a16b225e" providerId="ADAL" clId="{78AFCC9C-A83D-4D14-83E6-0090B7AAD0EB}" dt="2024-11-19T12:37:02.276" v="67" actId="47"/>
        <pc:sldMkLst>
          <pc:docMk/>
          <pc:sldMk cId="3820640302" sldId="298"/>
        </pc:sldMkLst>
        <pc:spChg chg="mod">
          <ac:chgData name="Dragan Javorac" userId="913c2858-fb97-4c6e-a42c-b1f1a16b225e" providerId="ADAL" clId="{78AFCC9C-A83D-4D14-83E6-0090B7AAD0EB}" dt="2024-11-19T12:28:43.437" v="58" actId="20577"/>
          <ac:spMkLst>
            <pc:docMk/>
            <pc:sldMk cId="3820640302" sldId="298"/>
            <ac:spMk id="3" creationId="{14399728-9CFD-4345-B7B5-5B803A05E807}"/>
          </ac:spMkLst>
        </pc:spChg>
      </pc:sldChg>
      <pc:sldChg chg="addSp modSp add mod">
        <pc:chgData name="Dragan Javorac" userId="913c2858-fb97-4c6e-a42c-b1f1a16b225e" providerId="ADAL" clId="{78AFCC9C-A83D-4D14-83E6-0090B7AAD0EB}" dt="2024-11-19T12:48:02.781" v="793" actId="20577"/>
        <pc:sldMkLst>
          <pc:docMk/>
          <pc:sldMk cId="323070360" sldId="299"/>
        </pc:sldMkLst>
        <pc:spChg chg="mod">
          <ac:chgData name="Dragan Javorac" userId="913c2858-fb97-4c6e-a42c-b1f1a16b225e" providerId="ADAL" clId="{78AFCC9C-A83D-4D14-83E6-0090B7AAD0EB}" dt="2024-11-19T12:43:09.791" v="504" actId="20577"/>
          <ac:spMkLst>
            <pc:docMk/>
            <pc:sldMk cId="323070360" sldId="299"/>
            <ac:spMk id="2" creationId="{0E1D8B63-2BF9-316B-5204-D649EE4B405B}"/>
          </ac:spMkLst>
        </pc:spChg>
        <pc:spChg chg="mod">
          <ac:chgData name="Dragan Javorac" userId="913c2858-fb97-4c6e-a42c-b1f1a16b225e" providerId="ADAL" clId="{78AFCC9C-A83D-4D14-83E6-0090B7AAD0EB}" dt="2024-11-19T12:48:02.781" v="793" actId="20577"/>
          <ac:spMkLst>
            <pc:docMk/>
            <pc:sldMk cId="323070360" sldId="299"/>
            <ac:spMk id="10" creationId="{F5DEB9CA-DE4B-2797-85EA-A9E709E1B676}"/>
          </ac:spMkLst>
        </pc:spChg>
        <pc:picChg chg="add mod modCrop">
          <ac:chgData name="Dragan Javorac" userId="913c2858-fb97-4c6e-a42c-b1f1a16b225e" providerId="ADAL" clId="{78AFCC9C-A83D-4D14-83E6-0090B7AAD0EB}" dt="2024-11-19T12:47:43.581" v="763" actId="1076"/>
          <ac:picMkLst>
            <pc:docMk/>
            <pc:sldMk cId="323070360" sldId="299"/>
            <ac:picMk id="4" creationId="{9A32C06D-D110-BE49-07AD-D00B40C162F9}"/>
          </ac:picMkLst>
        </pc:picChg>
      </pc:sldChg>
      <pc:sldChg chg="addSp delSp modSp add mod ord">
        <pc:chgData name="Dragan Javorac" userId="913c2858-fb97-4c6e-a42c-b1f1a16b225e" providerId="ADAL" clId="{78AFCC9C-A83D-4D14-83E6-0090B7AAD0EB}" dt="2024-11-19T13:00:14.106" v="1263"/>
        <pc:sldMkLst>
          <pc:docMk/>
          <pc:sldMk cId="1481560694" sldId="300"/>
        </pc:sldMkLst>
        <pc:spChg chg="mod">
          <ac:chgData name="Dragan Javorac" userId="913c2858-fb97-4c6e-a42c-b1f1a16b225e" providerId="ADAL" clId="{78AFCC9C-A83D-4D14-83E6-0090B7AAD0EB}" dt="2024-11-19T12:45:31.158" v="672" actId="20577"/>
          <ac:spMkLst>
            <pc:docMk/>
            <pc:sldMk cId="1481560694" sldId="300"/>
            <ac:spMk id="2" creationId="{C47D2548-069C-5D27-8E27-D11AABBBF50E}"/>
          </ac:spMkLst>
        </pc:spChg>
        <pc:spChg chg="add mod">
          <ac:chgData name="Dragan Javorac" userId="913c2858-fb97-4c6e-a42c-b1f1a16b225e" providerId="ADAL" clId="{78AFCC9C-A83D-4D14-83E6-0090B7AAD0EB}" dt="2024-11-19T12:46:14.921" v="727" actId="20577"/>
          <ac:spMkLst>
            <pc:docMk/>
            <pc:sldMk cId="1481560694" sldId="300"/>
            <ac:spMk id="7" creationId="{F43CDF1D-E69C-8CDC-00DA-8DD109656F35}"/>
          </ac:spMkLst>
        </pc:spChg>
        <pc:spChg chg="mod">
          <ac:chgData name="Dragan Javorac" userId="913c2858-fb97-4c6e-a42c-b1f1a16b225e" providerId="ADAL" clId="{78AFCC9C-A83D-4D14-83E6-0090B7AAD0EB}" dt="2024-11-19T12:46:08.767" v="710" actId="20577"/>
          <ac:spMkLst>
            <pc:docMk/>
            <pc:sldMk cId="1481560694" sldId="300"/>
            <ac:spMk id="10" creationId="{98BE1915-806F-FD21-C8FC-C268E636EDCA}"/>
          </ac:spMkLst>
        </pc:spChg>
        <pc:picChg chg="add mod modCrop">
          <ac:chgData name="Dragan Javorac" userId="913c2858-fb97-4c6e-a42c-b1f1a16b225e" providerId="ADAL" clId="{78AFCC9C-A83D-4D14-83E6-0090B7AAD0EB}" dt="2024-11-19T12:45:56.951" v="678" actId="732"/>
          <ac:picMkLst>
            <pc:docMk/>
            <pc:sldMk cId="1481560694" sldId="300"/>
            <ac:picMk id="3" creationId="{9E94E0CA-A878-4EE2-2381-7357FD12D860}"/>
          </ac:picMkLst>
        </pc:picChg>
        <pc:picChg chg="del">
          <ac:chgData name="Dragan Javorac" userId="913c2858-fb97-4c6e-a42c-b1f1a16b225e" providerId="ADAL" clId="{78AFCC9C-A83D-4D14-83E6-0090B7AAD0EB}" dt="2024-11-19T12:43:34.271" v="587" actId="478"/>
          <ac:picMkLst>
            <pc:docMk/>
            <pc:sldMk cId="1481560694" sldId="300"/>
            <ac:picMk id="4" creationId="{436833CB-AE60-C8B1-AF7A-C522182CAFC0}"/>
          </ac:picMkLst>
        </pc:picChg>
        <pc:picChg chg="add del mod">
          <ac:chgData name="Dragan Javorac" userId="913c2858-fb97-4c6e-a42c-b1f1a16b225e" providerId="ADAL" clId="{78AFCC9C-A83D-4D14-83E6-0090B7AAD0EB}" dt="2024-11-19T12:45:23.771" v="649" actId="478"/>
          <ac:picMkLst>
            <pc:docMk/>
            <pc:sldMk cId="1481560694" sldId="300"/>
            <ac:picMk id="5" creationId="{9E25451A-FD38-221B-90B1-B70287481827}"/>
          </ac:picMkLst>
        </pc:picChg>
        <pc:picChg chg="add del mod">
          <ac:chgData name="Dragan Javorac" userId="913c2858-fb97-4c6e-a42c-b1f1a16b225e" providerId="ADAL" clId="{78AFCC9C-A83D-4D14-83E6-0090B7AAD0EB}" dt="2024-11-19T12:45:24.151" v="650" actId="478"/>
          <ac:picMkLst>
            <pc:docMk/>
            <pc:sldMk cId="1481560694" sldId="300"/>
            <ac:picMk id="6" creationId="{9C397268-C845-3BBF-18DB-CEC6BD9DB731}"/>
          </ac:picMkLst>
        </pc:picChg>
      </pc:sldChg>
      <pc:sldChg chg="add">
        <pc:chgData name="Dragan Javorac" userId="913c2858-fb97-4c6e-a42c-b1f1a16b225e" providerId="ADAL" clId="{78AFCC9C-A83D-4D14-83E6-0090B7AAD0EB}" dt="2024-11-19T12:45:21.301" v="648" actId="2890"/>
        <pc:sldMkLst>
          <pc:docMk/>
          <pc:sldMk cId="3459200408" sldId="301"/>
        </pc:sldMkLst>
      </pc:sldChg>
      <pc:sldChg chg="addSp delSp modSp add mod">
        <pc:chgData name="Dragan Javorac" userId="913c2858-fb97-4c6e-a42c-b1f1a16b225e" providerId="ADAL" clId="{78AFCC9C-A83D-4D14-83E6-0090B7AAD0EB}" dt="2024-11-19T12:59:54.261" v="1259" actId="14100"/>
        <pc:sldMkLst>
          <pc:docMk/>
          <pc:sldMk cId="1769393991" sldId="302"/>
        </pc:sldMkLst>
        <pc:spChg chg="mod">
          <ac:chgData name="Dragan Javorac" userId="913c2858-fb97-4c6e-a42c-b1f1a16b225e" providerId="ADAL" clId="{78AFCC9C-A83D-4D14-83E6-0090B7AAD0EB}" dt="2024-11-19T12:52:54.638" v="815" actId="20577"/>
          <ac:spMkLst>
            <pc:docMk/>
            <pc:sldMk cId="1769393991" sldId="302"/>
            <ac:spMk id="2" creationId="{C4B50D53-3A5A-5FBD-86A5-3B342BE3DC0B}"/>
          </ac:spMkLst>
        </pc:spChg>
        <pc:spChg chg="add del mod">
          <ac:chgData name="Dragan Javorac" userId="913c2858-fb97-4c6e-a42c-b1f1a16b225e" providerId="ADAL" clId="{78AFCC9C-A83D-4D14-83E6-0090B7AAD0EB}" dt="2024-11-19T12:53:08.618" v="820" actId="478"/>
          <ac:spMkLst>
            <pc:docMk/>
            <pc:sldMk cId="1769393991" sldId="302"/>
            <ac:spMk id="9" creationId="{167E6D6D-1DDE-561C-EE87-E69DB933CA13}"/>
          </ac:spMkLst>
        </pc:spChg>
        <pc:spChg chg="mod">
          <ac:chgData name="Dragan Javorac" userId="913c2858-fb97-4c6e-a42c-b1f1a16b225e" providerId="ADAL" clId="{78AFCC9C-A83D-4D14-83E6-0090B7AAD0EB}" dt="2024-11-19T12:59:54.261" v="1259" actId="14100"/>
          <ac:spMkLst>
            <pc:docMk/>
            <pc:sldMk cId="1769393991" sldId="302"/>
            <ac:spMk id="10" creationId="{C8612A8C-22A5-BDCE-0F07-0ABBC111E553}"/>
          </ac:spMkLst>
        </pc:spChg>
        <pc:spChg chg="add mod">
          <ac:chgData name="Dragan Javorac" userId="913c2858-fb97-4c6e-a42c-b1f1a16b225e" providerId="ADAL" clId="{78AFCC9C-A83D-4D14-83E6-0090B7AAD0EB}" dt="2024-11-19T12:53:30.441" v="864" actId="14100"/>
          <ac:spMkLst>
            <pc:docMk/>
            <pc:sldMk cId="1769393991" sldId="302"/>
            <ac:spMk id="11" creationId="{E0F9943B-0765-F908-B0A8-AE42398FDBCF}"/>
          </ac:spMkLst>
        </pc:spChg>
        <pc:picChg chg="del">
          <ac:chgData name="Dragan Javorac" userId="913c2858-fb97-4c6e-a42c-b1f1a16b225e" providerId="ADAL" clId="{78AFCC9C-A83D-4D14-83E6-0090B7AAD0EB}" dt="2024-11-19T12:50:24.501" v="796" actId="478"/>
          <ac:picMkLst>
            <pc:docMk/>
            <pc:sldMk cId="1769393991" sldId="302"/>
            <ac:picMk id="4" creationId="{B5E60E54-E1F1-3805-431E-5CD0602A975A}"/>
          </ac:picMkLst>
        </pc:picChg>
        <pc:picChg chg="add del mod">
          <ac:chgData name="Dragan Javorac" userId="913c2858-fb97-4c6e-a42c-b1f1a16b225e" providerId="ADAL" clId="{78AFCC9C-A83D-4D14-83E6-0090B7AAD0EB}" dt="2024-11-19T12:52:39.800" v="799" actId="478"/>
          <ac:picMkLst>
            <pc:docMk/>
            <pc:sldMk cId="1769393991" sldId="302"/>
            <ac:picMk id="5" creationId="{F59622EF-E6F1-F818-BC9C-ACE5F8E4E294}"/>
          </ac:picMkLst>
        </pc:picChg>
        <pc:picChg chg="add mod">
          <ac:chgData name="Dragan Javorac" userId="913c2858-fb97-4c6e-a42c-b1f1a16b225e" providerId="ADAL" clId="{78AFCC9C-A83D-4D14-83E6-0090B7AAD0EB}" dt="2024-11-19T12:52:59.053" v="817" actId="14100"/>
          <ac:picMkLst>
            <pc:docMk/>
            <pc:sldMk cId="1769393991" sldId="302"/>
            <ac:picMk id="7" creationId="{C1FC21A0-BC2A-620B-C6C9-77191FD62B9E}"/>
          </ac:picMkLst>
        </pc:picChg>
      </pc:sldChg>
      <pc:sldChg chg="modSp add del mod">
        <pc:chgData name="Dragan Javorac" userId="913c2858-fb97-4c6e-a42c-b1f1a16b225e" providerId="ADAL" clId="{78AFCC9C-A83D-4D14-83E6-0090B7AAD0EB}" dt="2024-11-19T12:47:26.140" v="757" actId="47"/>
        <pc:sldMkLst>
          <pc:docMk/>
          <pc:sldMk cId="2522372392" sldId="302"/>
        </pc:sldMkLst>
        <pc:spChg chg="mod">
          <ac:chgData name="Dragan Javorac" userId="913c2858-fb97-4c6e-a42c-b1f1a16b225e" providerId="ADAL" clId="{78AFCC9C-A83D-4D14-83E6-0090B7AAD0EB}" dt="2024-11-19T12:47:22.381" v="756" actId="20577"/>
          <ac:spMkLst>
            <pc:docMk/>
            <pc:sldMk cId="2522372392" sldId="302"/>
            <ac:spMk id="10" creationId="{FB5033DF-5706-B77A-AC84-571C0415A371}"/>
          </ac:spMkLst>
        </pc:spChg>
      </pc:sldChg>
      <pc:sldChg chg="addSp delSp modSp add mod">
        <pc:chgData name="Dragan Javorac" userId="913c2858-fb97-4c6e-a42c-b1f1a16b225e" providerId="ADAL" clId="{78AFCC9C-A83D-4D14-83E6-0090B7AAD0EB}" dt="2024-11-19T12:57:26.804" v="1067" actId="1076"/>
        <pc:sldMkLst>
          <pc:docMk/>
          <pc:sldMk cId="2348942036" sldId="303"/>
        </pc:sldMkLst>
        <pc:spChg chg="mod">
          <ac:chgData name="Dragan Javorac" userId="913c2858-fb97-4c6e-a42c-b1f1a16b225e" providerId="ADAL" clId="{78AFCC9C-A83D-4D14-83E6-0090B7AAD0EB}" dt="2024-11-19T12:56:39.002" v="929" actId="20577"/>
          <ac:spMkLst>
            <pc:docMk/>
            <pc:sldMk cId="2348942036" sldId="303"/>
            <ac:spMk id="2" creationId="{337ACCF8-45CC-3061-E6CD-43CAE0037A4B}"/>
          </ac:spMkLst>
        </pc:spChg>
        <pc:spChg chg="mod">
          <ac:chgData name="Dragan Javorac" userId="913c2858-fb97-4c6e-a42c-b1f1a16b225e" providerId="ADAL" clId="{78AFCC9C-A83D-4D14-83E6-0090B7AAD0EB}" dt="2024-11-19T12:57:13.888" v="1061" actId="14100"/>
          <ac:spMkLst>
            <pc:docMk/>
            <pc:sldMk cId="2348942036" sldId="303"/>
            <ac:spMk id="10" creationId="{21657D7C-F255-7AFE-2472-0E92832CBC5B}"/>
          </ac:spMkLst>
        </pc:spChg>
        <pc:picChg chg="del">
          <ac:chgData name="Dragan Javorac" userId="913c2858-fb97-4c6e-a42c-b1f1a16b225e" providerId="ADAL" clId="{78AFCC9C-A83D-4D14-83E6-0090B7AAD0EB}" dt="2024-11-19T12:56:34.611" v="914" actId="478"/>
          <ac:picMkLst>
            <pc:docMk/>
            <pc:sldMk cId="2348942036" sldId="303"/>
            <ac:picMk id="3" creationId="{AA2346C4-495E-EFC2-9250-65FE21AF89BE}"/>
          </ac:picMkLst>
        </pc:picChg>
        <pc:picChg chg="del">
          <ac:chgData name="Dragan Javorac" userId="913c2858-fb97-4c6e-a42c-b1f1a16b225e" providerId="ADAL" clId="{78AFCC9C-A83D-4D14-83E6-0090B7AAD0EB}" dt="2024-11-19T12:56:35.482" v="916" actId="478"/>
          <ac:picMkLst>
            <pc:docMk/>
            <pc:sldMk cId="2348942036" sldId="303"/>
            <ac:picMk id="5" creationId="{1271A776-934E-D201-098E-7F2944028BA6}"/>
          </ac:picMkLst>
        </pc:picChg>
        <pc:picChg chg="del">
          <ac:chgData name="Dragan Javorac" userId="913c2858-fb97-4c6e-a42c-b1f1a16b225e" providerId="ADAL" clId="{78AFCC9C-A83D-4D14-83E6-0090B7AAD0EB}" dt="2024-11-19T12:56:35.081" v="915" actId="478"/>
          <ac:picMkLst>
            <pc:docMk/>
            <pc:sldMk cId="2348942036" sldId="303"/>
            <ac:picMk id="6" creationId="{9E3BEBF4-53CA-B75D-324B-82532FF914C7}"/>
          </ac:picMkLst>
        </pc:picChg>
        <pc:picChg chg="add mod">
          <ac:chgData name="Dragan Javorac" userId="913c2858-fb97-4c6e-a42c-b1f1a16b225e" providerId="ADAL" clId="{78AFCC9C-A83D-4D14-83E6-0090B7AAD0EB}" dt="2024-11-19T12:57:26.804" v="1067" actId="1076"/>
          <ac:picMkLst>
            <pc:docMk/>
            <pc:sldMk cId="2348942036" sldId="303"/>
            <ac:picMk id="7" creationId="{E318CD2B-1194-87B2-AA6F-2E898A2F2285}"/>
          </ac:picMkLst>
        </pc:picChg>
      </pc:sldChg>
      <pc:sldChg chg="addSp delSp modSp add mod">
        <pc:chgData name="Dragan Javorac" userId="913c2858-fb97-4c6e-a42c-b1f1a16b225e" providerId="ADAL" clId="{78AFCC9C-A83D-4D14-83E6-0090B7AAD0EB}" dt="2024-11-19T12:59:44.764" v="1244" actId="14100"/>
        <pc:sldMkLst>
          <pc:docMk/>
          <pc:sldMk cId="2113225387" sldId="304"/>
        </pc:sldMkLst>
        <pc:spChg chg="mod">
          <ac:chgData name="Dragan Javorac" userId="913c2858-fb97-4c6e-a42c-b1f1a16b225e" providerId="ADAL" clId="{78AFCC9C-A83D-4D14-83E6-0090B7AAD0EB}" dt="2024-11-19T12:57:38.419" v="1084" actId="20577"/>
          <ac:spMkLst>
            <pc:docMk/>
            <pc:sldMk cId="2113225387" sldId="304"/>
            <ac:spMk id="2" creationId="{A5379F16-43E9-F580-0988-FE6F6223978E}"/>
          </ac:spMkLst>
        </pc:spChg>
        <pc:spChg chg="mod">
          <ac:chgData name="Dragan Javorac" userId="913c2858-fb97-4c6e-a42c-b1f1a16b225e" providerId="ADAL" clId="{78AFCC9C-A83D-4D14-83E6-0090B7AAD0EB}" dt="2024-11-19T12:59:44.764" v="1244" actId="14100"/>
          <ac:spMkLst>
            <pc:docMk/>
            <pc:sldMk cId="2113225387" sldId="304"/>
            <ac:spMk id="10" creationId="{9C25BE68-AE8E-51DC-962E-CC1516D2CDB0}"/>
          </ac:spMkLst>
        </pc:spChg>
        <pc:spChg chg="del">
          <ac:chgData name="Dragan Javorac" userId="913c2858-fb97-4c6e-a42c-b1f1a16b225e" providerId="ADAL" clId="{78AFCC9C-A83D-4D14-83E6-0090B7AAD0EB}" dt="2024-11-19T12:58:59.258" v="1211" actId="478"/>
          <ac:spMkLst>
            <pc:docMk/>
            <pc:sldMk cId="2113225387" sldId="304"/>
            <ac:spMk id="11" creationId="{3F2E5F70-6074-7248-F902-AD493B68D414}"/>
          </ac:spMkLst>
        </pc:spChg>
        <pc:picChg chg="add mod modCrop">
          <ac:chgData name="Dragan Javorac" userId="913c2858-fb97-4c6e-a42c-b1f1a16b225e" providerId="ADAL" clId="{78AFCC9C-A83D-4D14-83E6-0090B7AAD0EB}" dt="2024-11-19T12:59:11.592" v="1216" actId="1076"/>
          <ac:picMkLst>
            <pc:docMk/>
            <pc:sldMk cId="2113225387" sldId="304"/>
            <ac:picMk id="4" creationId="{A9BE315C-4B33-6581-E87D-2BD8C3AF2920}"/>
          </ac:picMkLst>
        </pc:picChg>
        <pc:picChg chg="del">
          <ac:chgData name="Dragan Javorac" userId="913c2858-fb97-4c6e-a42c-b1f1a16b225e" providerId="ADAL" clId="{78AFCC9C-A83D-4D14-83E6-0090B7AAD0EB}" dt="2024-11-19T12:58:12.748" v="1086" actId="478"/>
          <ac:picMkLst>
            <pc:docMk/>
            <pc:sldMk cId="2113225387" sldId="304"/>
            <ac:picMk id="7" creationId="{F6D5CAFA-C507-E604-6CF7-B02A1AD7E2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 fontScale="77500" lnSpcReduction="20000"/>
          </a:bodyPr>
          <a:lstStyle/>
          <a:p>
            <a:r>
              <a:rPr lang="nl-NL" noProof="0" dirty="0"/>
              <a:t>File input en output</a:t>
            </a:r>
          </a:p>
          <a:p>
            <a:r>
              <a:rPr lang="nl-NL" dirty="0"/>
              <a:t>(opslaan en lezen)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Namespace</a:t>
            </a:r>
            <a:r>
              <a:rPr lang="nl-NL" noProof="0" dirty="0"/>
              <a:t> System.IO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247"/>
            <a:ext cx="7505700" cy="5286652"/>
          </a:xfrm>
        </p:spPr>
        <p:txBody>
          <a:bodyPr>
            <a:normAutofit/>
          </a:bodyPr>
          <a:lstStyle/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De </a:t>
            </a:r>
            <a:r>
              <a:rPr lang="nl-NL" noProof="0" dirty="0" err="1"/>
              <a:t>namespace</a:t>
            </a:r>
            <a:r>
              <a:rPr lang="nl-NL" noProof="0" dirty="0"/>
              <a:t> waar de basis van alle input output classes in staan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Als je iets met files/bytes gaat doen staat de basis in deze </a:t>
            </a:r>
            <a:r>
              <a:rPr lang="nl-NL" noProof="0" dirty="0" err="1"/>
              <a:t>namespace</a:t>
            </a:r>
            <a:endParaRPr lang="nl-NL" noProof="0" dirty="0"/>
          </a:p>
          <a:p>
            <a:pPr lvl="1"/>
            <a:endParaRPr lang="nl-NL" noProof="0" dirty="0"/>
          </a:p>
          <a:p>
            <a:endParaRPr lang="nl-NL" noProof="0" dirty="0"/>
          </a:p>
          <a:p>
            <a:pPr marL="0" indent="0">
              <a:buNone/>
            </a:pP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23A5E-8689-B84C-FAB4-35D82ECE1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75" y="2581868"/>
            <a:ext cx="2510648" cy="481012"/>
          </a:xfrm>
          <a:prstGeom prst="rect">
            <a:avLst/>
          </a:prstGeom>
        </p:spPr>
      </p:pic>
      <p:pic>
        <p:nvPicPr>
          <p:cNvPr id="8" name="Picture 7" descr="A picture containing electronics, hard disc, drive&#10;&#10;Description automatically generated">
            <a:extLst>
              <a:ext uri="{FF2B5EF4-FFF2-40B4-BE49-F238E27FC236}">
                <a16:creationId xmlns:a16="http://schemas.microsoft.com/office/drawing/2014/main" id="{E46F01A6-D72C-B10D-9555-631A2DAE8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143" y="3296698"/>
            <a:ext cx="2523280" cy="18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Paden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r>
              <a:rPr lang="nl-NL" noProof="0" dirty="0"/>
              <a:t>Voordat we met files gaan werken moeten we paden kennen</a:t>
            </a:r>
          </a:p>
          <a:p>
            <a:endParaRPr lang="nl-NL" noProof="0" dirty="0"/>
          </a:p>
          <a:p>
            <a:r>
              <a:rPr lang="nl-NL" dirty="0" err="1"/>
              <a:t>Fullpath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C:\temp\test\output.txt</a:t>
            </a:r>
          </a:p>
          <a:p>
            <a:pPr lvl="1"/>
            <a:r>
              <a:rPr lang="en-US" dirty="0"/>
              <a:t>C:\Windows\System32\notepad.exe</a:t>
            </a:r>
          </a:p>
          <a:p>
            <a:pPr lvl="1"/>
            <a:endParaRPr lang="nl-NL" dirty="0"/>
          </a:p>
          <a:p>
            <a:r>
              <a:rPr lang="nl-NL" dirty="0"/>
              <a:t>Relatief (</a:t>
            </a:r>
            <a:r>
              <a:rPr lang="nl-NL" dirty="0" err="1"/>
              <a:t>Workingdirectory</a:t>
            </a:r>
            <a:r>
              <a:rPr lang="nl-NL" dirty="0"/>
              <a:t>):</a:t>
            </a:r>
          </a:p>
          <a:p>
            <a:pPr lvl="1"/>
            <a:r>
              <a:rPr lang="nl-NL" dirty="0"/>
              <a:t>Output.txt</a:t>
            </a:r>
          </a:p>
          <a:p>
            <a:pPr lvl="2"/>
            <a:r>
              <a:rPr lang="nl-NL" noProof="0" dirty="0"/>
              <a:t>=&gt;</a:t>
            </a:r>
            <a:r>
              <a:rPr lang="nl-NL" dirty="0"/>
              <a:t> </a:t>
            </a:r>
            <a:r>
              <a:rPr lang="nl-NL" dirty="0" err="1"/>
              <a:t>Workingdirectory</a:t>
            </a:r>
            <a:r>
              <a:rPr lang="nl-NL" dirty="0"/>
              <a:t>/Output.txt</a:t>
            </a:r>
            <a:endParaRPr lang="nl-NL" noProof="0" dirty="0"/>
          </a:p>
          <a:p>
            <a:pPr lvl="1"/>
            <a:r>
              <a:rPr lang="nl-NL" dirty="0"/>
              <a:t>./</a:t>
            </a:r>
            <a:r>
              <a:rPr lang="nl-NL" dirty="0" err="1"/>
              <a:t>GeneratedText</a:t>
            </a:r>
            <a:r>
              <a:rPr lang="nl-NL" dirty="0"/>
              <a:t>/output.txt</a:t>
            </a:r>
          </a:p>
          <a:p>
            <a:pPr lvl="2"/>
            <a:r>
              <a:rPr lang="nl-NL" noProof="0" dirty="0"/>
              <a:t>=&gt;</a:t>
            </a:r>
            <a:r>
              <a:rPr lang="nl-NL" dirty="0"/>
              <a:t> </a:t>
            </a:r>
            <a:r>
              <a:rPr lang="nl-NL" dirty="0" err="1"/>
              <a:t>Workingdirectory</a:t>
            </a:r>
            <a:r>
              <a:rPr lang="nl-NL" dirty="0"/>
              <a:t>/</a:t>
            </a:r>
            <a:r>
              <a:rPr lang="nl-NL" dirty="0" err="1"/>
              <a:t>GeneratedText</a:t>
            </a:r>
            <a:r>
              <a:rPr lang="nl-NL" dirty="0"/>
              <a:t>/Output.txt</a:t>
            </a:r>
            <a:endParaRPr lang="nl-NL" noProof="0" dirty="0"/>
          </a:p>
          <a:p>
            <a:pPr lvl="1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252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Lezen &amp; schrijven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Makkelijke manier:</a:t>
            </a:r>
          </a:p>
          <a:p>
            <a:pPr lvl="1"/>
            <a:r>
              <a:rPr lang="nl-NL" dirty="0" err="1"/>
              <a:t>File.Read</a:t>
            </a:r>
            <a:r>
              <a:rPr lang="nl-NL" dirty="0"/>
              <a:t>…</a:t>
            </a:r>
          </a:p>
          <a:p>
            <a:pPr lvl="1"/>
            <a:r>
              <a:rPr lang="nl-NL" dirty="0"/>
              <a:t>Strings, maar ook bytes</a:t>
            </a:r>
          </a:p>
          <a:p>
            <a:pPr lvl="1"/>
            <a:endParaRPr lang="nl-NL" noProof="0" dirty="0"/>
          </a:p>
          <a:p>
            <a:r>
              <a:rPr lang="nl-NL" dirty="0"/>
              <a:t>Moeilijke maar beter voor grote files:</a:t>
            </a:r>
          </a:p>
          <a:p>
            <a:pPr lvl="1"/>
            <a:r>
              <a:rPr lang="nl-NL" noProof="0" dirty="0" err="1"/>
              <a:t>FileStream</a:t>
            </a:r>
            <a:endParaRPr lang="nl-NL" noProof="0" dirty="0"/>
          </a:p>
          <a:p>
            <a:pPr lvl="1"/>
            <a:r>
              <a:rPr lang="nl-NL" dirty="0"/>
              <a:t>bytes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169055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32BD-3D8A-249E-107B-66293F1D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8B63-2BF9-316B-5204-D649EE4B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bytes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5DEB9CA-DE4B-2797-85EA-A9E709E1B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14" y="1803854"/>
            <a:ext cx="4561115" cy="435133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Alles is bytes</a:t>
            </a:r>
          </a:p>
          <a:p>
            <a:pPr lvl="1"/>
            <a:r>
              <a:rPr lang="nl-NL" dirty="0"/>
              <a:t>Geheugen</a:t>
            </a:r>
          </a:p>
          <a:p>
            <a:pPr lvl="1"/>
            <a:r>
              <a:rPr lang="nl-NL" noProof="0" dirty="0"/>
              <a:t>Files (foto’s, tekst, </a:t>
            </a:r>
            <a:r>
              <a:rPr lang="nl-NL" noProof="0" dirty="0" err="1"/>
              <a:t>etc</a:t>
            </a:r>
            <a:r>
              <a:rPr lang="nl-NL" noProof="0" dirty="0"/>
              <a:t>)</a:t>
            </a:r>
          </a:p>
          <a:p>
            <a:pPr lvl="1"/>
            <a:r>
              <a:rPr lang="nl-NL" dirty="0"/>
              <a:t>Tekst</a:t>
            </a:r>
          </a:p>
          <a:p>
            <a:pPr lvl="1"/>
            <a:r>
              <a:rPr lang="nl-NL" noProof="0" dirty="0"/>
              <a:t>Wat over het netwerk gaat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2C06D-D110-BE49-07AD-D00B40C16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6" r="3564"/>
          <a:stretch/>
        </p:blipFill>
        <p:spPr>
          <a:xfrm>
            <a:off x="4949371" y="899660"/>
            <a:ext cx="7242629" cy="523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AA7EC-DD3E-F6D2-55A8-012BCD4A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50D53-3A5A-5FBD-86A5-3B342BE3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Files lezen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612A8C-22A5-BDCE-0F07-0ABBC111E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14" y="1803854"/>
            <a:ext cx="6564086" cy="13255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nl-NL" noProof="0" dirty="0"/>
              <a:t>File is een statische class</a:t>
            </a:r>
          </a:p>
          <a:p>
            <a:r>
              <a:rPr lang="nl-NL" dirty="0"/>
              <a:t>Met veel helper 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C21A0-BC2A-620B-C6C9-77191FD6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72" y="3384210"/>
            <a:ext cx="11312689" cy="1986076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E0F9943B-0765-F908-B0A8-AE42398FDBCF}"/>
              </a:ext>
            </a:extLst>
          </p:cNvPr>
          <p:cNvSpPr/>
          <p:nvPr/>
        </p:nvSpPr>
        <p:spPr>
          <a:xfrm>
            <a:off x="7520332" y="2286713"/>
            <a:ext cx="3054485" cy="625182"/>
          </a:xfrm>
          <a:prstGeom prst="wedgeRoundRectCallout">
            <a:avLst>
              <a:gd name="adj1" fmla="val -37556"/>
              <a:gd name="adj2" fmla="val 120335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Dit is de file</a:t>
            </a:r>
          </a:p>
          <a:p>
            <a:pPr algn="ctr"/>
            <a:r>
              <a:rPr lang="nl-NL" dirty="0"/>
              <a:t>Met een </a:t>
            </a:r>
            <a:r>
              <a:rPr lang="nl-NL" dirty="0" err="1"/>
              <a:t>FullPath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939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5C46-22E5-1F6F-34EC-F471238DE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9F16-43E9-F580-0988-FE6F6223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Paden in strings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25BE68-AE8E-51DC-962E-CC1516D2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14" y="1803854"/>
            <a:ext cx="11310257" cy="22456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nl-NL" sz="2400" dirty="0">
                <a:solidFill>
                  <a:srgbClr val="FFC000"/>
                </a:solidFill>
              </a:rPr>
              <a:t>\</a:t>
            </a:r>
            <a:r>
              <a:rPr lang="nl-NL" dirty="0"/>
              <a:t> is een escape </a:t>
            </a:r>
            <a:r>
              <a:rPr lang="nl-NL" dirty="0" err="1"/>
              <a:t>character</a:t>
            </a:r>
            <a:r>
              <a:rPr lang="nl-NL" dirty="0"/>
              <a:t>, dat werkt niet in een string</a:t>
            </a:r>
          </a:p>
          <a:p>
            <a:r>
              <a:rPr lang="nl-NL" dirty="0"/>
              <a:t>Wat wel werkt:</a:t>
            </a:r>
          </a:p>
          <a:p>
            <a:pPr lvl="1"/>
            <a:r>
              <a:rPr lang="nl-NL" dirty="0">
                <a:solidFill>
                  <a:srgbClr val="FFC000"/>
                </a:solidFill>
              </a:rPr>
              <a:t>/</a:t>
            </a:r>
          </a:p>
          <a:p>
            <a:pPr lvl="1"/>
            <a:r>
              <a:rPr lang="nl-NL" dirty="0"/>
              <a:t>Of een @ ervoor: </a:t>
            </a:r>
            <a:r>
              <a:rPr lang="nl-NL" dirty="0">
                <a:solidFill>
                  <a:srgbClr val="FFC000"/>
                </a:solidFill>
              </a:rPr>
              <a:t>@”c:\”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BE315C-4B33-6581-E87D-2BD8C3AF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50"/>
          <a:stretch/>
        </p:blipFill>
        <p:spPr>
          <a:xfrm>
            <a:off x="243114" y="4433679"/>
            <a:ext cx="11916520" cy="160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2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EE1-B7A2-CE3B-BC9B-60E325F4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2548-069C-5D27-8E27-D11AABBB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Relatief of </a:t>
            </a:r>
            <a:r>
              <a:rPr lang="nl-NL" noProof="0" dirty="0" err="1"/>
              <a:t>fullpath</a:t>
            </a:r>
            <a:r>
              <a:rPr lang="nl-NL" noProof="0" dirty="0"/>
              <a:t>?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8BE1915-806F-FD21-C8FC-C268E636EDCA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Is dit relatief of een </a:t>
            </a:r>
            <a:r>
              <a:rPr lang="nl-NL" noProof="0" dirty="0" err="1"/>
              <a:t>fullpath</a:t>
            </a:r>
            <a:r>
              <a:rPr lang="nl-NL" noProof="0" dirty="0"/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4E0CA-A878-4EE2-2381-7357FD12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24"/>
          <a:stretch/>
        </p:blipFill>
        <p:spPr>
          <a:xfrm>
            <a:off x="1" y="2947987"/>
            <a:ext cx="11872686" cy="3910013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43CDF1D-E69C-8CDC-00DA-8DD109656F35}"/>
              </a:ext>
            </a:extLst>
          </p:cNvPr>
          <p:cNvSpPr/>
          <p:nvPr/>
        </p:nvSpPr>
        <p:spPr>
          <a:xfrm>
            <a:off x="8129931" y="2074215"/>
            <a:ext cx="3054485" cy="625182"/>
          </a:xfrm>
          <a:prstGeom prst="wedgeRoundRectCallout">
            <a:avLst>
              <a:gd name="adj1" fmla="val -37081"/>
              <a:gd name="adj2" fmla="val 254988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Dit is de file</a:t>
            </a:r>
          </a:p>
        </p:txBody>
      </p:sp>
    </p:spTree>
    <p:extLst>
      <p:ext uri="{BB962C8B-B14F-4D97-AF65-F5344CB8AC3E}">
        <p14:creationId xmlns:p14="http://schemas.microsoft.com/office/powerpoint/2010/main" val="148156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35F4-7220-9479-1F7B-A0E09F2A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D1D0-B33A-C3D7-FBAB-EB7583A3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File.Read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6E16BC-AB1C-5F1A-A8A7-6B647F8836BD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File is een statische class</a:t>
            </a:r>
          </a:p>
          <a:p>
            <a:r>
              <a:rPr lang="nl-NL" dirty="0"/>
              <a:t>Met veel helper functions</a:t>
            </a:r>
          </a:p>
          <a:p>
            <a:endParaRPr lang="nl-N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F0D5EE-BD81-526B-629E-08B2704F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7731"/>
            <a:ext cx="8401050" cy="1952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B177AC-0DC6-33D7-473C-F96440578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550" y="2782384"/>
            <a:ext cx="2838450" cy="1495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E43B5-E5B1-CD23-B0D7-8208334D8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32536"/>
            <a:ext cx="91535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0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99BA-069C-F385-00E4-C6EB013C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CCF8-45CC-3061-E6CD-43CAE003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Naar de bin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657D7C-F255-7AFE-2472-0E92832CB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Met relatieve paden:</a:t>
            </a:r>
          </a:p>
          <a:p>
            <a:pPr lvl="1"/>
            <a:r>
              <a:rPr lang="nl-NL" dirty="0"/>
              <a:t>Moet de file naast je .</a:t>
            </a:r>
            <a:r>
              <a:rPr lang="nl-NL" dirty="0" err="1"/>
              <a:t>exe</a:t>
            </a:r>
            <a:r>
              <a:rPr lang="nl-NL" dirty="0"/>
              <a:t> staan</a:t>
            </a:r>
          </a:p>
          <a:p>
            <a:pPr lvl="1"/>
            <a:r>
              <a:rPr lang="nl-NL" dirty="0"/>
              <a:t>=&gt; Copy </a:t>
            </a:r>
            <a:r>
              <a:rPr lang="nl-NL" dirty="0" err="1"/>
              <a:t>always</a:t>
            </a:r>
            <a:r>
              <a:rPr lang="nl-NL" dirty="0"/>
              <a:t> of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newer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8CD2B-1194-87B2-AA6F-2E898A2F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71" y="3294563"/>
            <a:ext cx="7266071" cy="356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4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Opdrachten</a:t>
            </a:r>
            <a:endParaRPr lang="nl-NL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1BDCC-5E7B-2F1D-8D7B-379EB55B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046956"/>
            <a:ext cx="4229100" cy="49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3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753</TotalTime>
  <Words>242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C# Deel 2</vt:lpstr>
      <vt:lpstr>Namespace System.IO</vt:lpstr>
      <vt:lpstr>Paden</vt:lpstr>
      <vt:lpstr>Lezen &amp; schrijven</vt:lpstr>
      <vt:lpstr>bytes</vt:lpstr>
      <vt:lpstr>Files lezen</vt:lpstr>
      <vt:lpstr>Paden in strings</vt:lpstr>
      <vt:lpstr>Relatief of fullpath?</vt:lpstr>
      <vt:lpstr>File.Read</vt:lpstr>
      <vt:lpstr>Naar de bin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2024-11-19T13:00:18Z</dcterms:modified>
</cp:coreProperties>
</file>