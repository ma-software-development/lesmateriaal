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582EF4-D10E-0120-EBF5-C6967E229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E13D689-DC7A-CB41-563D-DAAD015EB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6092417-4CB7-65ED-5205-3F666485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A0DD8-16D0-40EE-BA90-A22D10361F50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737A75-5D0F-7D1D-59FE-ECEF747DE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2F01582-C81E-0779-85F9-30E96505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3963-F5AD-4889-92AE-194567C3D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4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F0FBC-A799-72AF-A039-562516E0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1141A69-19F3-0FA7-FDAD-23B649867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385ACF4-278C-9352-D6F9-49B375346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A0DD8-16D0-40EE-BA90-A22D10361F50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764478C-27D2-08BD-FCC3-02BDECE15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4A6C23A-2011-27CA-632A-C43E46E6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3963-F5AD-4889-92AE-194567C3D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21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A55907-19C5-9BFA-B8DE-ECFA84310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256C9C1-5F62-64D4-15B5-9A1CC2F9B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6C95C62-1A53-FB7C-CC57-4AB4F4F6A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A0DD8-16D0-40EE-BA90-A22D10361F50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D1B62F6-262A-2DFA-FF28-254475D0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9CFAA9A-8401-D3DD-5384-4B0C5B2C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3963-F5AD-4889-92AE-194567C3D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6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5D5931-5F42-EAB1-928C-6D47569A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B8F7E03-0DBC-CCE2-5D53-CA6445E93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CD2F103-872E-DE68-C575-625885C7B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2669CF2-C7BB-C118-45FA-40F10743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A0DD8-16D0-40EE-BA90-A22D10361F50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6CF45C8-D288-FE02-2654-01543F3F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0A7BDCC-5708-F106-370B-CBD5643F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3963-F5AD-4889-92AE-194567C3D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35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D76122-C6CC-0A61-EA58-2A06668C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A3130A2-E9FC-39C9-CE19-70B6ECCCA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E68D63C-6499-65D2-90A0-1F6A3CF48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768EFF7-C1A6-1C66-EE01-9C2142393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796B449-C7D4-1BEE-CCEA-1992D9ACB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1077BE5-98BD-46E5-EA41-FE72B1BA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A0DD8-16D0-40EE-BA90-A22D10361F50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F88CE5C-5155-DE63-1DA5-783D7AA1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0E8A5CD-08D1-D321-51F0-5972CC09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3963-F5AD-4889-92AE-194567C3D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03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D77709-ADB5-2C00-95B8-0C638BCD1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04A592C-7116-819E-B895-C5426008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A0DD8-16D0-40EE-BA90-A22D10361F50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3632955-9E57-2718-C4DC-E451B33D6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AB09CAF-B1A3-53BF-D8BA-E2B52388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3963-F5AD-4889-92AE-194567C3D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1EABBA1-8FC1-9530-9C9E-4B4A5BAF4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A0DD8-16D0-40EE-BA90-A22D10361F50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6563090-5657-5231-1CD3-EC7B40A37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1C533EA-AC55-F1C3-36BA-E436018D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3963-F5AD-4889-92AE-194567C3D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9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AC7662-3FCD-9722-8FC2-64344F02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3367495-F4D7-8B0B-4F4B-A791BAD14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668A7E4-81D4-D6DD-F6F1-B93000668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F372693-7972-1446-D302-26DC58EE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A0DD8-16D0-40EE-BA90-A22D10361F50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5947FA6-4677-A8A9-214A-F72DC3EA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C0C8CF5-C11D-2827-DAC5-9685CF8A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3963-F5AD-4889-92AE-194567C3D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1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0E93F0-CC80-EB11-798A-AD18E9B60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0E27732-8BCB-E2C5-F2E2-FEB39038C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23A65C-B48B-E540-8AB2-F82194D5F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931916F-827B-D5DE-1873-74E2C1AB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A0DD8-16D0-40EE-BA90-A22D10361F50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1F9F7FD-F77C-EC74-76C7-E00D2904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0DBDEB4-8CA3-8857-94D3-D385A2DF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3963-F5AD-4889-92AE-194567C3D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2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9DD6E7-9BBB-FC03-B707-68BB2F22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776442F-9155-59EC-DEE5-BEC9E3BF6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079D1B1-1ABC-3CE4-EDC9-711F45351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A0DD8-16D0-40EE-BA90-A22D10361F50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84E50B4-FCA4-7FA9-432D-42E84FB4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5C636F5-ADAA-496D-C05F-09057539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3963-F5AD-4889-92AE-194567C3D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77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7E16B10-0554-575C-A8F9-BEED323D5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B591C0B-903A-5F07-F19B-4FD6416D0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830C9BD-6242-316A-F180-5841CA060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A0DD8-16D0-40EE-BA90-A22D10361F50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0B9B98F-DFBA-1D06-74EB-DF414D3A1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9FF316-22C3-D654-00FC-269AD5B49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73963-F5AD-4889-92AE-194567C3D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55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8809426-3D09-08F6-4FAC-9A36D7FF9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F270DAA-276F-136C-B30E-FEFF9CB64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1803127-2115-95E0-5DF3-7FC1A2B35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A0DD8-16D0-40EE-BA90-A22D10361F50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7747C9-DDF3-E68C-60E3-896E9410C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4679096-77D8-63A9-F264-91A469334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73963-F5AD-4889-92AE-194567C3D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753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8man/NavMeshPlu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36051B-3FA0-5C4B-C811-4E7849DCB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Navmesh</a:t>
            </a:r>
            <a:r>
              <a:rPr lang="nl-NL" dirty="0"/>
              <a:t> 2d	</a:t>
            </a:r>
            <a:endParaRPr lang="en-US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1B8144E-6D90-EDA5-CF05-FDC548F9A7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3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291ECD-2E06-E888-07BC-4E97FAF0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Download </a:t>
            </a:r>
            <a:r>
              <a:rPr lang="nl-NL" dirty="0" err="1"/>
              <a:t>NavMeshPlus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0F456D-97C6-B1A6-51EF-7D139F314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https://github.com/h8man/NavMeshPlus</a:t>
            </a:r>
            <a:endParaRPr lang="en-US" dirty="0"/>
          </a:p>
          <a:p>
            <a:r>
              <a:rPr lang="en-US" dirty="0" err="1"/>
              <a:t>Importeer</a:t>
            </a:r>
            <a:r>
              <a:rPr lang="en-US" dirty="0"/>
              <a:t> de map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NavMeshComponents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Unity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04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994568-4509-8353-324B-F6A0788DF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Voeg </a:t>
            </a:r>
            <a:r>
              <a:rPr lang="nl-NL" dirty="0" err="1"/>
              <a:t>walkable</a:t>
            </a:r>
            <a:r>
              <a:rPr lang="nl-NL" dirty="0"/>
              <a:t> </a:t>
            </a:r>
            <a:r>
              <a:rPr lang="nl-NL" dirty="0" err="1"/>
              <a:t>Enviroment</a:t>
            </a:r>
            <a:r>
              <a:rPr lang="nl-NL" dirty="0"/>
              <a:t> toe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5F210653-FF61-A06C-EBBE-1AFA0AD79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8983" y="2673512"/>
            <a:ext cx="1981477" cy="1124107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2FD04960-9033-62DC-DE1F-AE34F3B84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043" y="2702090"/>
            <a:ext cx="1914792" cy="1066949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30C475FE-4D2A-DC9C-2215-A13FC5160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915" y="2632737"/>
            <a:ext cx="4458322" cy="2753109"/>
          </a:xfrm>
          <a:prstGeom prst="rect">
            <a:avLst/>
          </a:prstGeom>
        </p:spPr>
      </p:pic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A4E47191-89AE-260B-968D-1BEC05C521F7}"/>
              </a:ext>
            </a:extLst>
          </p:cNvPr>
          <p:cNvCxnSpPr/>
          <p:nvPr/>
        </p:nvCxnSpPr>
        <p:spPr>
          <a:xfrm>
            <a:off x="5385916" y="3637503"/>
            <a:ext cx="1999622" cy="371789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2399977-3476-CA65-5151-04749D7CD4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345" y="3206985"/>
            <a:ext cx="4277322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05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90A4CB-5917-E0BF-D484-736C86B9F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Bake de </a:t>
            </a:r>
            <a:r>
              <a:rPr lang="nl-NL" dirty="0" err="1"/>
              <a:t>walkable</a:t>
            </a:r>
            <a:r>
              <a:rPr lang="nl-NL" dirty="0"/>
              <a:t> Area</a:t>
            </a:r>
            <a:endParaRPr lang="en-US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89984124-B525-0A61-0ADB-97343C042A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867" y="1690688"/>
            <a:ext cx="3077004" cy="1752845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2B574678-A820-FD37-4B16-645555447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670" y="1999622"/>
            <a:ext cx="3631024" cy="4726729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B4792564-D7D5-56BA-C5B2-22A50262B211}"/>
              </a:ext>
            </a:extLst>
          </p:cNvPr>
          <p:cNvSpPr txBox="1"/>
          <p:nvPr/>
        </p:nvSpPr>
        <p:spPr>
          <a:xfrm>
            <a:off x="8299938" y="2462664"/>
            <a:ext cx="1091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-&gt; </a:t>
            </a:r>
            <a:r>
              <a:rPr lang="nl-NL" dirty="0" err="1"/>
              <a:t>Rotate</a:t>
            </a:r>
            <a:endParaRPr lang="nl-NL" dirty="0"/>
          </a:p>
          <a:p>
            <a:r>
              <a:rPr lang="nl-NL" dirty="0"/>
              <a:t>-&gt; Bake</a:t>
            </a:r>
            <a:endParaRPr lang="en-US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1F9994D6-403F-1E26-7263-DE0AA9C0B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070" y="3880971"/>
            <a:ext cx="4763165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0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3DD0A0-E83B-766A-74F6-D16DCCDF0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Voeg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Walkable</a:t>
            </a:r>
            <a:r>
              <a:rPr lang="nl-NL" dirty="0"/>
              <a:t> objecten toe</a:t>
            </a:r>
            <a:endParaRPr lang="en-US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C6EEF1DC-E187-983F-54C6-E13BE9205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819" y="1942893"/>
            <a:ext cx="4344006" cy="1486107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38EC3BD-E394-554D-68CD-39DE1AEDB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360" y="2202712"/>
            <a:ext cx="2333951" cy="2019582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6FE7C691-8602-E870-99A8-0A283687B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636" y="3681205"/>
            <a:ext cx="4553585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9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F4848D-D822-FEF9-50ED-CAA149200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Bake de muren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B2180768-A217-9BEA-C8A3-69AB49DE7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100" y="2428405"/>
            <a:ext cx="4648849" cy="3105583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1F012802-F867-4E54-CEDD-9184572096B0}"/>
              </a:ext>
            </a:extLst>
          </p:cNvPr>
          <p:cNvSpPr txBox="1"/>
          <p:nvPr/>
        </p:nvSpPr>
        <p:spPr>
          <a:xfrm>
            <a:off x="6763756" y="3429000"/>
            <a:ext cx="2626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-&gt; Bake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708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370BF7-0B9E-5C56-D134-45AAF97D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Plaats een </a:t>
            </a:r>
            <a:r>
              <a:rPr lang="nl-NL" dirty="0" err="1"/>
              <a:t>Player</a:t>
            </a:r>
            <a:r>
              <a:rPr lang="nl-NL" dirty="0"/>
              <a:t> en een </a:t>
            </a:r>
            <a:r>
              <a:rPr lang="nl-NL" dirty="0" err="1"/>
              <a:t>Enemy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BCD81872-A742-39C2-29CD-7B276D18E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517" y="1980998"/>
            <a:ext cx="2038635" cy="2896004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A7D4EC4B-520E-D11C-738D-A058C4FBF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865" y="1961945"/>
            <a:ext cx="4620270" cy="2934109"/>
          </a:xfrm>
          <a:prstGeom prst="rect">
            <a:avLst/>
          </a:prstGeom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9563B1A2-B07B-6FBA-C777-AFFD062E0F62}"/>
              </a:ext>
            </a:extLst>
          </p:cNvPr>
          <p:cNvCxnSpPr>
            <a:cxnSpLocks/>
          </p:cNvCxnSpPr>
          <p:nvPr/>
        </p:nvCxnSpPr>
        <p:spPr>
          <a:xfrm flipV="1">
            <a:off x="2528834" y="3913239"/>
            <a:ext cx="5140327" cy="108155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A6D29CAA-578D-A726-5E22-74D4B0138A55}"/>
              </a:ext>
            </a:extLst>
          </p:cNvPr>
          <p:cNvCxnSpPr>
            <a:cxnSpLocks/>
          </p:cNvCxnSpPr>
          <p:nvPr/>
        </p:nvCxnSpPr>
        <p:spPr>
          <a:xfrm flipV="1">
            <a:off x="2528834" y="2730680"/>
            <a:ext cx="1649876" cy="14775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8" name="Tijdelijke aanduiding voor inhoud 4">
            <a:extLst>
              <a:ext uri="{FF2B5EF4-FFF2-40B4-BE49-F238E27FC236}">
                <a16:creationId xmlns:a16="http://schemas.microsoft.com/office/drawing/2014/main" id="{76C4D93B-650B-2F84-F259-3914018A9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8478" y="3990575"/>
            <a:ext cx="4305901" cy="2867425"/>
          </a:xfrm>
          <a:prstGeom prst="rect">
            <a:avLst/>
          </a:prstGeom>
        </p:spPr>
      </p:pic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EB36C92C-7390-265A-AFDB-A5D4426D2A23}"/>
              </a:ext>
            </a:extLst>
          </p:cNvPr>
          <p:cNvCxnSpPr>
            <a:cxnSpLocks/>
          </p:cNvCxnSpPr>
          <p:nvPr/>
        </p:nvCxnSpPr>
        <p:spPr>
          <a:xfrm>
            <a:off x="2528834" y="4208206"/>
            <a:ext cx="6429101" cy="17993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475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BB2BE8-E242-C922-AD70-7A9CCAD7D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Enemy</a:t>
            </a:r>
            <a:r>
              <a:rPr lang="nl-NL" dirty="0"/>
              <a:t> script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54F09419-AC96-133C-CE40-4981773B4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6328" y="1825625"/>
            <a:ext cx="56793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8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6B8F2-7887-2A75-D73B-EAFEBCA8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Eindproduct</a:t>
            </a:r>
            <a:endParaRPr lang="en-US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EE59E425-519A-7D5B-0C74-9F0D8817B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462" y="1825625"/>
            <a:ext cx="96530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6269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51</Words>
  <Application>Microsoft Office PowerPoint</Application>
  <PresentationFormat>Breedbeeld</PresentationFormat>
  <Paragraphs>14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Kantoorthema</vt:lpstr>
      <vt:lpstr>Navmesh 2d </vt:lpstr>
      <vt:lpstr>Download NavMeshPlus</vt:lpstr>
      <vt:lpstr>Voeg walkable Enviroment toe</vt:lpstr>
      <vt:lpstr>Bake de walkable Area</vt:lpstr>
      <vt:lpstr>Voeg Not Walkable objecten toe</vt:lpstr>
      <vt:lpstr>Bake de muren</vt:lpstr>
      <vt:lpstr>Plaats een Player en een Enemy</vt:lpstr>
      <vt:lpstr>Enemy script</vt:lpstr>
      <vt:lpstr>Eindproduct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2</cp:revision>
  <dcterms:created xsi:type="dcterms:W3CDTF">2026-03-25T16:40:14Z</dcterms:created>
  <dcterms:modified xsi:type="dcterms:W3CDTF">2026-03-25T17:13:28Z</dcterms:modified>
</cp:coreProperties>
</file>