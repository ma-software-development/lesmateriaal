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59" autoAdjust="0"/>
    <p:restoredTop sz="94589"/>
  </p:normalViewPr>
  <p:slideViewPr>
    <p:cSldViewPr snapToGrid="0">
      <p:cViewPr varScale="1">
        <p:scale>
          <a:sx n="78" d="100"/>
          <a:sy n="78" d="100"/>
        </p:scale>
        <p:origin x="84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761888-9795-2172-17BF-DBFD17D7E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40BC2819-0BFA-D467-22EC-79A4DF3E05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6F5DFD3-77ED-EBAD-7A7D-7687AF4F3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DE63F-B6A1-4286-98E5-30D0A12D3C8D}" type="datetimeFigureOut">
              <a:rPr lang="nl-NL" smtClean="0"/>
              <a:t>2-1-2026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E86069C-21B1-9D1F-2B22-A318C14DC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CC879D4-8E29-71DD-FBC7-5EF1B8ACC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F25D-CB0B-4DCB-B2CB-040B5AFE7CE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45847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75FD03-4274-0537-0519-D41E43F6F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28829FD-D432-2581-E422-FF6BEE9BB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30F530D-A2EC-108E-0192-91A28DE7D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DE63F-B6A1-4286-98E5-30D0A12D3C8D}" type="datetimeFigureOut">
              <a:rPr lang="nl-NL" smtClean="0"/>
              <a:t>2-1-2026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2F3B2C5-2598-59B5-FF67-CF07AFEEB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543D6F5-2979-115E-2F5C-344AF0A38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F25D-CB0B-4DCB-B2CB-040B5AFE7CE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8858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8AC848-690D-B92C-DD5B-9FD39077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CE59970-FBD8-A8A7-0683-6C25FBD9BB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846DAEB-3A84-037C-5C36-2117B5852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DE63F-B6A1-4286-98E5-30D0A12D3C8D}" type="datetimeFigureOut">
              <a:rPr lang="nl-NL" smtClean="0"/>
              <a:t>2-1-2026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911B727-F293-5EB1-2E3E-30140AC64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CF45BF9-E49E-B480-05CE-5895DF61B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F25D-CB0B-4DCB-B2CB-040B5AFE7CE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66638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A7F4A2-F2D9-DD87-5498-9210648F0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2C9C35E-7280-6578-54E7-107332A306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E05ED194-1B7E-9CC6-FE9F-1694218CCC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1FD46B7-1D91-1F85-756A-EF25A83A2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DE63F-B6A1-4286-98E5-30D0A12D3C8D}" type="datetimeFigureOut">
              <a:rPr lang="nl-NL" smtClean="0"/>
              <a:t>2-1-2026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983D172-FA8B-0D1E-F2C5-B473E1770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D112D79-EDD3-5DB3-EA6A-4EB972EBD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F25D-CB0B-4DCB-B2CB-040B5AFE7CE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58109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6FCDD7-8136-A135-7939-3033D765A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F8F7A86-4E61-C6F0-5365-AFD910EF0E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11340144-2378-D9B6-E03A-27097BE29F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EF427DB-4C6F-8127-0310-600D7DB7D0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31658EB-2819-D996-B52F-061B05701A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B2310019-D9BC-1E3A-F205-D48C58C75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DE63F-B6A1-4286-98E5-30D0A12D3C8D}" type="datetimeFigureOut">
              <a:rPr lang="nl-NL" smtClean="0"/>
              <a:t>2-1-2026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01FD8908-EB56-2A47-7A6A-BC5C01AE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D0C2BFD0-3B02-6A2A-1AF0-0B10255D3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F25D-CB0B-4DCB-B2CB-040B5AFE7CE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61815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AAE826-8B18-AD3E-C597-88DA4C793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E6E979D2-7F08-69D3-B2C1-7AB0263E1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DE63F-B6A1-4286-98E5-30D0A12D3C8D}" type="datetimeFigureOut">
              <a:rPr lang="nl-NL" smtClean="0"/>
              <a:t>2-1-2026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02C041A-3A0D-1E5E-E657-128796DFC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75BBF6E6-300B-E065-04C4-06BFEA731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F25D-CB0B-4DCB-B2CB-040B5AFE7CE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26959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F0D3A29-5D47-9095-65B8-AF1759907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DE63F-B6A1-4286-98E5-30D0A12D3C8D}" type="datetimeFigureOut">
              <a:rPr lang="nl-NL" smtClean="0"/>
              <a:t>2-1-2026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EFC2A960-7696-0763-C06F-B4023AF5D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04B3EF7-058B-C6B6-A38C-71FFA38EB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F25D-CB0B-4DCB-B2CB-040B5AFE7CE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90730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44187E-B3F2-F754-E564-722A9D01E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8DFD8BC-897F-4B71-54B8-C80EDE32A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6605830-BDE2-4BE7-64D9-49A3CA1B7C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9EA4590-A065-360A-A3F4-ACDE75D0C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DE63F-B6A1-4286-98E5-30D0A12D3C8D}" type="datetimeFigureOut">
              <a:rPr lang="nl-NL" smtClean="0"/>
              <a:t>2-1-2026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83CA4A7-BC12-495F-7B36-85519B6D3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774513C-279E-6471-D103-3129A28C2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F25D-CB0B-4DCB-B2CB-040B5AFE7CE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90447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F56586-595F-1C79-0FFF-FB932D386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267E815F-1A06-1EED-2CA5-CC64B5DE43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41E8EA6-5926-0288-7A1A-EE140B3B95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991C905-907D-3983-C435-65A129F01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DE63F-B6A1-4286-98E5-30D0A12D3C8D}" type="datetimeFigureOut">
              <a:rPr lang="nl-NL" smtClean="0"/>
              <a:t>2-1-2026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405F1D4-9644-4A39-2094-72E9705BC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6B788DE-3B11-643C-03CE-EE6711195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F25D-CB0B-4DCB-B2CB-040B5AFE7CE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20794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A715B2-8FC8-EFAE-F2AC-A057EAEA8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8DFD784-0CC0-0EE1-03B3-A41E515399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ABE51FC-035F-85BB-1792-013972440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DE63F-B6A1-4286-98E5-30D0A12D3C8D}" type="datetimeFigureOut">
              <a:rPr lang="nl-NL" smtClean="0"/>
              <a:t>2-1-2026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E7F9101-F932-4B93-C5FC-927A60126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D47C4C1-4E4A-8226-1671-8CAEADD2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F25D-CB0B-4DCB-B2CB-040B5AFE7CE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4385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ABC80B1B-DB50-3DFB-7564-C95BEDC36D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2FBD49FB-3505-DF88-49B5-96EA837360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B6125A0-34CC-FD54-297B-69D53FE2A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DE63F-B6A1-4286-98E5-30D0A12D3C8D}" type="datetimeFigureOut">
              <a:rPr lang="nl-NL" smtClean="0"/>
              <a:t>2-1-2026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F576DF8-067E-9EC0-3D4C-D12BA631D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28ABB6C-61AB-4E7D-2E9C-AF833E9FF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F25D-CB0B-4DCB-B2CB-040B5AFE7CE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80981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C586530-0F6E-8C04-2D41-294490E35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63E4AC9-5E14-B83C-F531-17EA154C9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2723EA4-DEAA-4837-77D3-EAA073B750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5DE63F-B6A1-4286-98E5-30D0A12D3C8D}" type="datetimeFigureOut">
              <a:rPr lang="nl-NL" smtClean="0"/>
              <a:t>2-1-2026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97FC9A6-F5F2-6A05-8279-3143D71C55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E833583-F0A9-1013-C066-B3C68FE2D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08F25D-CB0B-4DCB-B2CB-040B5AFE7CE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51436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AEA2EB-35AA-61C3-70E5-5F360BC5B7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Gitflow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61F1737-00EF-846E-CEDF-8361821583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building software </a:t>
            </a:r>
            <a:r>
              <a:rPr lang="nl-NL" dirty="0" err="1"/>
              <a:t>together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33789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04BAF7-ED59-2F81-1092-BFDC45D05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 is Git Flow?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5E2CB3D-B0B0-A74C-CF59-3C8056E7C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Git Flow is een workflow voor het organiseren en beheren van branches in een Git-</a:t>
            </a:r>
            <a:r>
              <a:rPr lang="nl-NL" dirty="0" err="1"/>
              <a:t>repository</a:t>
            </a:r>
            <a:r>
              <a:rPr lang="nl-NL" dirty="0"/>
              <a:t>. </a:t>
            </a:r>
          </a:p>
          <a:p>
            <a:r>
              <a:rPr lang="nl-NL" dirty="0"/>
              <a:t>Het biedt een gestructureerde manier om aan projecten te werken, vooral in teams en bij grotere softwareontwikkelingsprojecten. </a:t>
            </a:r>
          </a:p>
          <a:p>
            <a:r>
              <a:rPr lang="nl-NL" dirty="0"/>
              <a:t>Git Flow maakt gebruik van verschillende soorten branches om het proces van ontwikkeling, testen en release te organiseren.</a:t>
            </a:r>
          </a:p>
        </p:txBody>
      </p:sp>
    </p:spTree>
    <p:extLst>
      <p:ext uri="{BB962C8B-B14F-4D97-AF65-F5344CB8AC3E}">
        <p14:creationId xmlns:p14="http://schemas.microsoft.com/office/powerpoint/2010/main" val="2911176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E99AE9-803A-E381-9BDC-E97874964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Belangrijke</a:t>
            </a:r>
            <a:r>
              <a:rPr lang="en-US" dirty="0"/>
              <a:t> </a:t>
            </a:r>
            <a:r>
              <a:rPr lang="en-US" dirty="0" err="1"/>
              <a:t>concepten</a:t>
            </a:r>
            <a:r>
              <a:rPr lang="en-US" dirty="0"/>
              <a:t> in Git Flow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27010EF-81B2-852F-171B-058DA5210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Branch</a:t>
            </a:r>
          </a:p>
          <a:p>
            <a:r>
              <a:rPr lang="en-US" dirty="0"/>
              <a:t>Develop Branch</a:t>
            </a:r>
          </a:p>
          <a:p>
            <a:r>
              <a:rPr lang="en-US" dirty="0"/>
              <a:t>Feature Branches</a:t>
            </a:r>
          </a:p>
          <a:p>
            <a:r>
              <a:rPr lang="en-US"/>
              <a:t>Hotfix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44292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244C79-2E46-90C8-70C1-F526D7878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Main</a:t>
            </a:r>
            <a:r>
              <a:rPr lang="en-US" dirty="0"/>
              <a:t> Branch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57982EF-4F1C-BE63-4BC8-103818BD4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Bevat de stabiele, productieklare code.</a:t>
            </a:r>
          </a:p>
          <a:p>
            <a:r>
              <a:rPr lang="nl-NL" dirty="0"/>
              <a:t>Hier komt alleen code terecht die volledig getest en gereed is voor release.</a:t>
            </a:r>
          </a:p>
        </p:txBody>
      </p:sp>
    </p:spTree>
    <p:extLst>
      <p:ext uri="{BB962C8B-B14F-4D97-AF65-F5344CB8AC3E}">
        <p14:creationId xmlns:p14="http://schemas.microsoft.com/office/powerpoint/2010/main" val="3412690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B5C4B0-E733-091C-4FC3-2424EBF74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Develop</a:t>
            </a:r>
            <a:r>
              <a:rPr lang="en-US" dirty="0"/>
              <a:t> Branch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BF01835-3805-3BA3-B4B3-F5C36CFBF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Hier wordt de laatste ontwikkelingsversie van het project samengevoegd.</a:t>
            </a:r>
          </a:p>
          <a:p>
            <a:r>
              <a:rPr lang="nl-NL" dirty="0"/>
              <a:t>Ontwikkelaars werken samen op deze </a:t>
            </a:r>
            <a:r>
              <a:rPr lang="nl-NL" dirty="0" err="1"/>
              <a:t>branch</a:t>
            </a:r>
            <a:r>
              <a:rPr lang="nl-NL" dirty="0"/>
              <a:t> voordat de code klaar is voor release.</a:t>
            </a:r>
          </a:p>
        </p:txBody>
      </p:sp>
    </p:spTree>
    <p:extLst>
      <p:ext uri="{BB962C8B-B14F-4D97-AF65-F5344CB8AC3E}">
        <p14:creationId xmlns:p14="http://schemas.microsoft.com/office/powerpoint/2010/main" val="3503611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7FC628-EFC0-0114-F960-EC6DC8AC8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 </a:t>
            </a:r>
            <a:r>
              <a:rPr lang="en-US" dirty="0">
                <a:solidFill>
                  <a:srgbClr val="FF0000"/>
                </a:solidFill>
              </a:rPr>
              <a:t>Feature</a:t>
            </a:r>
            <a:r>
              <a:rPr lang="en-US" dirty="0"/>
              <a:t> Branch 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E788E6E-CADD-4139-40E7-D593C711C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Gebruikt om nieuwe functionaliteiten te ontwikkelen.</a:t>
            </a:r>
          </a:p>
          <a:p>
            <a:r>
              <a:rPr lang="nl-NL" dirty="0"/>
              <a:t>Wordt gestart vanuit </a:t>
            </a:r>
            <a:r>
              <a:rPr lang="nl-NL" dirty="0" err="1"/>
              <a:t>develop</a:t>
            </a:r>
            <a:r>
              <a:rPr lang="nl-NL" dirty="0"/>
              <a:t> en na voltooiing terug naar </a:t>
            </a:r>
            <a:r>
              <a:rPr lang="nl-NL" dirty="0" err="1"/>
              <a:t>develop</a:t>
            </a:r>
            <a:r>
              <a:rPr lang="nl-NL" dirty="0"/>
              <a:t> </a:t>
            </a:r>
            <a:r>
              <a:rPr lang="nl-NL" dirty="0" err="1"/>
              <a:t>gemerged</a:t>
            </a:r>
            <a:r>
              <a:rPr lang="nl-NL" dirty="0"/>
              <a:t>.</a:t>
            </a:r>
          </a:p>
          <a:p>
            <a:r>
              <a:rPr lang="nl-NL" dirty="0"/>
              <a:t>Naamgeving: feature/&lt;feature-naam&gt;.</a:t>
            </a:r>
          </a:p>
        </p:txBody>
      </p:sp>
    </p:spTree>
    <p:extLst>
      <p:ext uri="{BB962C8B-B14F-4D97-AF65-F5344CB8AC3E}">
        <p14:creationId xmlns:p14="http://schemas.microsoft.com/office/powerpoint/2010/main" val="1961851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41961A-4E03-4462-1550-F5327069E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 Release Branch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C6C7365-2279-2375-FF61-F751FF158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Gebruikt om een nieuwe release voor te bereiden.</a:t>
            </a:r>
          </a:p>
          <a:p>
            <a:r>
              <a:rPr lang="nl-NL" dirty="0"/>
              <a:t>Wordt gestart vanuit </a:t>
            </a:r>
            <a:r>
              <a:rPr lang="nl-NL" dirty="0" err="1"/>
              <a:t>develop</a:t>
            </a:r>
            <a:r>
              <a:rPr lang="nl-NL" dirty="0"/>
              <a:t> en </a:t>
            </a:r>
            <a:r>
              <a:rPr lang="nl-NL" dirty="0" err="1"/>
              <a:t>gemerged</a:t>
            </a:r>
            <a:r>
              <a:rPr lang="nl-NL" dirty="0"/>
              <a:t> naar zowel </a:t>
            </a:r>
            <a:r>
              <a:rPr lang="nl-NL" dirty="0" err="1"/>
              <a:t>main</a:t>
            </a:r>
            <a:r>
              <a:rPr lang="nl-NL" dirty="0"/>
              <a:t> als </a:t>
            </a:r>
            <a:r>
              <a:rPr lang="nl-NL" dirty="0" err="1"/>
              <a:t>develop</a:t>
            </a:r>
            <a:r>
              <a:rPr lang="nl-NL" dirty="0"/>
              <a:t>.</a:t>
            </a:r>
          </a:p>
          <a:p>
            <a:r>
              <a:rPr lang="nl-NL" dirty="0"/>
              <a:t>Naamgeving: release/&lt;versie-nummer&gt;.</a:t>
            </a:r>
          </a:p>
        </p:txBody>
      </p:sp>
    </p:spTree>
    <p:extLst>
      <p:ext uri="{BB962C8B-B14F-4D97-AF65-F5344CB8AC3E}">
        <p14:creationId xmlns:p14="http://schemas.microsoft.com/office/powerpoint/2010/main" val="1861808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4F239A-5374-F153-5A85-9F6BFAFE8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 </a:t>
            </a:r>
            <a:r>
              <a:rPr lang="en-US" dirty="0">
                <a:solidFill>
                  <a:srgbClr val="FF0000"/>
                </a:solidFill>
              </a:rPr>
              <a:t>hotfix</a:t>
            </a:r>
            <a:r>
              <a:rPr lang="en-US" dirty="0"/>
              <a:t> Branch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2637FF3-CF8B-2B79-6610-BC941766F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Gebruikt om snel kritieke bugs in productie op te lossen.</a:t>
            </a:r>
          </a:p>
          <a:p>
            <a:r>
              <a:rPr lang="nl-NL" dirty="0"/>
              <a:t>Wordt gestart vanuit </a:t>
            </a:r>
            <a:r>
              <a:rPr lang="nl-NL" dirty="0" err="1"/>
              <a:t>main</a:t>
            </a:r>
            <a:r>
              <a:rPr lang="nl-NL" dirty="0"/>
              <a:t> en </a:t>
            </a:r>
            <a:r>
              <a:rPr lang="nl-NL" dirty="0" err="1"/>
              <a:t>gemerged</a:t>
            </a:r>
            <a:r>
              <a:rPr lang="nl-NL" dirty="0"/>
              <a:t> naar zowel </a:t>
            </a:r>
            <a:r>
              <a:rPr lang="nl-NL" dirty="0" err="1"/>
              <a:t>main</a:t>
            </a:r>
            <a:r>
              <a:rPr lang="nl-NL" dirty="0"/>
              <a:t> als </a:t>
            </a:r>
            <a:r>
              <a:rPr lang="nl-NL" dirty="0" err="1"/>
              <a:t>develop</a:t>
            </a:r>
            <a:r>
              <a:rPr lang="nl-NL" dirty="0"/>
              <a:t>.</a:t>
            </a:r>
          </a:p>
          <a:p>
            <a:r>
              <a:rPr lang="nl-NL" dirty="0"/>
              <a:t>Naamgeving: </a:t>
            </a:r>
            <a:r>
              <a:rPr lang="nl-NL" dirty="0" err="1"/>
              <a:t>hotfix</a:t>
            </a:r>
            <a:r>
              <a:rPr lang="nl-NL" dirty="0"/>
              <a:t>/&lt;</a:t>
            </a:r>
            <a:r>
              <a:rPr lang="nl-NL" dirty="0" err="1"/>
              <a:t>hotfix</a:t>
            </a:r>
            <a:r>
              <a:rPr lang="nl-NL" dirty="0"/>
              <a:t>-naam&gt;.</a:t>
            </a:r>
          </a:p>
        </p:txBody>
      </p:sp>
    </p:spTree>
    <p:extLst>
      <p:ext uri="{BB962C8B-B14F-4D97-AF65-F5344CB8AC3E}">
        <p14:creationId xmlns:p14="http://schemas.microsoft.com/office/powerpoint/2010/main" val="1635346009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9135</TotalTime>
  <Words>216</Words>
  <Application>Microsoft Office PowerPoint</Application>
  <PresentationFormat>Breedbeeld</PresentationFormat>
  <Paragraphs>29</Paragraphs>
  <Slides>8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Kantoorthema</vt:lpstr>
      <vt:lpstr>Gitflow</vt:lpstr>
      <vt:lpstr>Wat is Git Flow?</vt:lpstr>
      <vt:lpstr>Belangrijke concepten in Git Flow</vt:lpstr>
      <vt:lpstr>The Main Branch</vt:lpstr>
      <vt:lpstr>Develop Branch</vt:lpstr>
      <vt:lpstr>De Feature Branch </vt:lpstr>
      <vt:lpstr>De Release Branch</vt:lpstr>
      <vt:lpstr>De hotfix Branch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Jelle Sjollema</dc:creator>
  <cp:lastModifiedBy>Jelle Sjollema</cp:lastModifiedBy>
  <cp:revision>15</cp:revision>
  <cp:lastPrinted>2025-01-14T11:16:36Z</cp:lastPrinted>
  <dcterms:created xsi:type="dcterms:W3CDTF">2024-12-02T09:47:05Z</dcterms:created>
  <dcterms:modified xsi:type="dcterms:W3CDTF">2026-01-08T12:54:00Z</dcterms:modified>
</cp:coreProperties>
</file>